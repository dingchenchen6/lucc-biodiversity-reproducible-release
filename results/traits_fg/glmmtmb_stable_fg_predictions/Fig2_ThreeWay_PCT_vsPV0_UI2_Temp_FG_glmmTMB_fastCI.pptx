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29272" y="2645185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1271183" y="3151094"/>
              <a:ext cx="838222" cy="149022"/>
            </a:xfrm>
            <a:custGeom>
              <a:avLst/>
              <a:pathLst>
                <a:path w="838222" h="149022">
                  <a:moveTo>
                    <a:pt x="0" y="7636"/>
                  </a:moveTo>
                  <a:lnTo>
                    <a:pt x="3507" y="8388"/>
                  </a:lnTo>
                  <a:lnTo>
                    <a:pt x="7014" y="9139"/>
                  </a:lnTo>
                  <a:lnTo>
                    <a:pt x="10521" y="9889"/>
                  </a:lnTo>
                  <a:lnTo>
                    <a:pt x="14028" y="10637"/>
                  </a:lnTo>
                  <a:lnTo>
                    <a:pt x="17536" y="11384"/>
                  </a:lnTo>
                  <a:lnTo>
                    <a:pt x="21043" y="12129"/>
                  </a:lnTo>
                  <a:lnTo>
                    <a:pt x="24550" y="12873"/>
                  </a:lnTo>
                  <a:lnTo>
                    <a:pt x="28057" y="13616"/>
                  </a:lnTo>
                  <a:lnTo>
                    <a:pt x="31564" y="14357"/>
                  </a:lnTo>
                  <a:lnTo>
                    <a:pt x="35072" y="15097"/>
                  </a:lnTo>
                  <a:lnTo>
                    <a:pt x="38579" y="15835"/>
                  </a:lnTo>
                  <a:lnTo>
                    <a:pt x="42086" y="16572"/>
                  </a:lnTo>
                  <a:lnTo>
                    <a:pt x="45593" y="17307"/>
                  </a:lnTo>
                  <a:lnTo>
                    <a:pt x="49100" y="18041"/>
                  </a:lnTo>
                  <a:lnTo>
                    <a:pt x="52608" y="18774"/>
                  </a:lnTo>
                  <a:lnTo>
                    <a:pt x="56115" y="19505"/>
                  </a:lnTo>
                  <a:lnTo>
                    <a:pt x="59622" y="20234"/>
                  </a:lnTo>
                  <a:lnTo>
                    <a:pt x="63129" y="20963"/>
                  </a:lnTo>
                  <a:lnTo>
                    <a:pt x="66636" y="21689"/>
                  </a:lnTo>
                  <a:lnTo>
                    <a:pt x="70144" y="22415"/>
                  </a:lnTo>
                  <a:lnTo>
                    <a:pt x="73651" y="23139"/>
                  </a:lnTo>
                  <a:lnTo>
                    <a:pt x="77158" y="23861"/>
                  </a:lnTo>
                  <a:lnTo>
                    <a:pt x="80665" y="24583"/>
                  </a:lnTo>
                  <a:lnTo>
                    <a:pt x="84172" y="25302"/>
                  </a:lnTo>
                  <a:lnTo>
                    <a:pt x="87680" y="26021"/>
                  </a:lnTo>
                  <a:lnTo>
                    <a:pt x="91187" y="26737"/>
                  </a:lnTo>
                  <a:lnTo>
                    <a:pt x="94694" y="27453"/>
                  </a:lnTo>
                  <a:lnTo>
                    <a:pt x="98201" y="28167"/>
                  </a:lnTo>
                  <a:lnTo>
                    <a:pt x="101708" y="28879"/>
                  </a:lnTo>
                  <a:lnTo>
                    <a:pt x="105216" y="29591"/>
                  </a:lnTo>
                  <a:lnTo>
                    <a:pt x="108723" y="30300"/>
                  </a:lnTo>
                  <a:lnTo>
                    <a:pt x="112230" y="31009"/>
                  </a:lnTo>
                  <a:lnTo>
                    <a:pt x="115737" y="31715"/>
                  </a:lnTo>
                  <a:lnTo>
                    <a:pt x="119244" y="32421"/>
                  </a:lnTo>
                  <a:lnTo>
                    <a:pt x="122752" y="33125"/>
                  </a:lnTo>
                  <a:lnTo>
                    <a:pt x="126259" y="33827"/>
                  </a:lnTo>
                  <a:lnTo>
                    <a:pt x="129766" y="34524"/>
                  </a:lnTo>
                  <a:lnTo>
                    <a:pt x="133273" y="35215"/>
                  </a:lnTo>
                  <a:lnTo>
                    <a:pt x="136781" y="35905"/>
                  </a:lnTo>
                  <a:lnTo>
                    <a:pt x="140288" y="36595"/>
                  </a:lnTo>
                  <a:lnTo>
                    <a:pt x="143795" y="37283"/>
                  </a:lnTo>
                  <a:lnTo>
                    <a:pt x="147302" y="37970"/>
                  </a:lnTo>
                  <a:lnTo>
                    <a:pt x="150809" y="38656"/>
                  </a:lnTo>
                  <a:lnTo>
                    <a:pt x="154317" y="39340"/>
                  </a:lnTo>
                  <a:lnTo>
                    <a:pt x="157824" y="40024"/>
                  </a:lnTo>
                  <a:lnTo>
                    <a:pt x="161331" y="40707"/>
                  </a:lnTo>
                  <a:lnTo>
                    <a:pt x="164838" y="41388"/>
                  </a:lnTo>
                  <a:lnTo>
                    <a:pt x="168345" y="42068"/>
                  </a:lnTo>
                  <a:lnTo>
                    <a:pt x="171853" y="42748"/>
                  </a:lnTo>
                  <a:lnTo>
                    <a:pt x="175360" y="43426"/>
                  </a:lnTo>
                  <a:lnTo>
                    <a:pt x="178867" y="44103"/>
                  </a:lnTo>
                  <a:lnTo>
                    <a:pt x="182374" y="44779"/>
                  </a:lnTo>
                  <a:lnTo>
                    <a:pt x="185881" y="45453"/>
                  </a:lnTo>
                  <a:lnTo>
                    <a:pt x="189389" y="46127"/>
                  </a:lnTo>
                  <a:lnTo>
                    <a:pt x="192896" y="46800"/>
                  </a:lnTo>
                  <a:lnTo>
                    <a:pt x="196403" y="47471"/>
                  </a:lnTo>
                  <a:lnTo>
                    <a:pt x="199910" y="48141"/>
                  </a:lnTo>
                  <a:lnTo>
                    <a:pt x="203417" y="48814"/>
                  </a:lnTo>
                  <a:lnTo>
                    <a:pt x="206925" y="49486"/>
                  </a:lnTo>
                  <a:lnTo>
                    <a:pt x="210432" y="50156"/>
                  </a:lnTo>
                  <a:lnTo>
                    <a:pt x="213939" y="50825"/>
                  </a:lnTo>
                  <a:lnTo>
                    <a:pt x="217446" y="51494"/>
                  </a:lnTo>
                  <a:lnTo>
                    <a:pt x="220953" y="52161"/>
                  </a:lnTo>
                  <a:lnTo>
                    <a:pt x="224461" y="52823"/>
                  </a:lnTo>
                  <a:lnTo>
                    <a:pt x="227968" y="53486"/>
                  </a:lnTo>
                  <a:lnTo>
                    <a:pt x="231475" y="54149"/>
                  </a:lnTo>
                  <a:lnTo>
                    <a:pt x="234982" y="54811"/>
                  </a:lnTo>
                  <a:lnTo>
                    <a:pt x="238489" y="55471"/>
                  </a:lnTo>
                  <a:lnTo>
                    <a:pt x="241997" y="56130"/>
                  </a:lnTo>
                  <a:lnTo>
                    <a:pt x="245504" y="56787"/>
                  </a:lnTo>
                  <a:lnTo>
                    <a:pt x="249011" y="57443"/>
                  </a:lnTo>
                  <a:lnTo>
                    <a:pt x="252518" y="58098"/>
                  </a:lnTo>
                  <a:lnTo>
                    <a:pt x="256026" y="58751"/>
                  </a:lnTo>
                  <a:lnTo>
                    <a:pt x="259533" y="59403"/>
                  </a:lnTo>
                  <a:lnTo>
                    <a:pt x="263040" y="60053"/>
                  </a:lnTo>
                  <a:lnTo>
                    <a:pt x="266547" y="60702"/>
                  </a:lnTo>
                  <a:lnTo>
                    <a:pt x="270054" y="61350"/>
                  </a:lnTo>
                  <a:lnTo>
                    <a:pt x="273562" y="61996"/>
                  </a:lnTo>
                  <a:lnTo>
                    <a:pt x="277069" y="62641"/>
                  </a:lnTo>
                  <a:lnTo>
                    <a:pt x="280576" y="63284"/>
                  </a:lnTo>
                  <a:lnTo>
                    <a:pt x="284083" y="63926"/>
                  </a:lnTo>
                  <a:lnTo>
                    <a:pt x="287590" y="64566"/>
                  </a:lnTo>
                  <a:lnTo>
                    <a:pt x="291098" y="65205"/>
                  </a:lnTo>
                  <a:lnTo>
                    <a:pt x="294605" y="65843"/>
                  </a:lnTo>
                  <a:lnTo>
                    <a:pt x="298112" y="66479"/>
                  </a:lnTo>
                  <a:lnTo>
                    <a:pt x="301619" y="67114"/>
                  </a:lnTo>
                  <a:lnTo>
                    <a:pt x="305126" y="67748"/>
                  </a:lnTo>
                  <a:lnTo>
                    <a:pt x="308634" y="68380"/>
                  </a:lnTo>
                  <a:lnTo>
                    <a:pt x="312141" y="69010"/>
                  </a:lnTo>
                  <a:lnTo>
                    <a:pt x="315648" y="69639"/>
                  </a:lnTo>
                  <a:lnTo>
                    <a:pt x="319155" y="70267"/>
                  </a:lnTo>
                  <a:lnTo>
                    <a:pt x="322662" y="70893"/>
                  </a:lnTo>
                  <a:lnTo>
                    <a:pt x="326170" y="71518"/>
                  </a:lnTo>
                  <a:lnTo>
                    <a:pt x="329677" y="72142"/>
                  </a:lnTo>
                  <a:lnTo>
                    <a:pt x="333184" y="72764"/>
                  </a:lnTo>
                  <a:lnTo>
                    <a:pt x="336691" y="73385"/>
                  </a:lnTo>
                  <a:lnTo>
                    <a:pt x="340198" y="74004"/>
                  </a:lnTo>
                  <a:lnTo>
                    <a:pt x="343706" y="74136"/>
                  </a:lnTo>
                  <a:lnTo>
                    <a:pt x="347213" y="73660"/>
                  </a:lnTo>
                  <a:lnTo>
                    <a:pt x="350720" y="73183"/>
                  </a:lnTo>
                  <a:lnTo>
                    <a:pt x="354227" y="72705"/>
                  </a:lnTo>
                  <a:lnTo>
                    <a:pt x="357734" y="72227"/>
                  </a:lnTo>
                  <a:lnTo>
                    <a:pt x="361242" y="71748"/>
                  </a:lnTo>
                  <a:lnTo>
                    <a:pt x="364749" y="71268"/>
                  </a:lnTo>
                  <a:lnTo>
                    <a:pt x="368256" y="70788"/>
                  </a:lnTo>
                  <a:lnTo>
                    <a:pt x="371763" y="70307"/>
                  </a:lnTo>
                  <a:lnTo>
                    <a:pt x="375271" y="69825"/>
                  </a:lnTo>
                  <a:lnTo>
                    <a:pt x="378778" y="69343"/>
                  </a:lnTo>
                  <a:lnTo>
                    <a:pt x="382285" y="68860"/>
                  </a:lnTo>
                  <a:lnTo>
                    <a:pt x="385792" y="68376"/>
                  </a:lnTo>
                  <a:lnTo>
                    <a:pt x="389299" y="67892"/>
                  </a:lnTo>
                  <a:lnTo>
                    <a:pt x="392807" y="67407"/>
                  </a:lnTo>
                  <a:lnTo>
                    <a:pt x="396314" y="66922"/>
                  </a:lnTo>
                  <a:lnTo>
                    <a:pt x="399821" y="66435"/>
                  </a:lnTo>
                  <a:lnTo>
                    <a:pt x="403328" y="65948"/>
                  </a:lnTo>
                  <a:lnTo>
                    <a:pt x="406835" y="65461"/>
                  </a:lnTo>
                  <a:lnTo>
                    <a:pt x="410343" y="64972"/>
                  </a:lnTo>
                  <a:lnTo>
                    <a:pt x="413850" y="64484"/>
                  </a:lnTo>
                  <a:lnTo>
                    <a:pt x="417357" y="63994"/>
                  </a:lnTo>
                  <a:lnTo>
                    <a:pt x="420864" y="63504"/>
                  </a:lnTo>
                  <a:lnTo>
                    <a:pt x="424371" y="63013"/>
                  </a:lnTo>
                  <a:lnTo>
                    <a:pt x="427879" y="62521"/>
                  </a:lnTo>
                  <a:lnTo>
                    <a:pt x="431386" y="62029"/>
                  </a:lnTo>
                  <a:lnTo>
                    <a:pt x="434893" y="61536"/>
                  </a:lnTo>
                  <a:lnTo>
                    <a:pt x="438400" y="61043"/>
                  </a:lnTo>
                  <a:lnTo>
                    <a:pt x="441907" y="60547"/>
                  </a:lnTo>
                  <a:lnTo>
                    <a:pt x="445415" y="60051"/>
                  </a:lnTo>
                  <a:lnTo>
                    <a:pt x="448922" y="59554"/>
                  </a:lnTo>
                  <a:lnTo>
                    <a:pt x="452429" y="59056"/>
                  </a:lnTo>
                  <a:lnTo>
                    <a:pt x="455936" y="58557"/>
                  </a:lnTo>
                  <a:lnTo>
                    <a:pt x="459443" y="58057"/>
                  </a:lnTo>
                  <a:lnTo>
                    <a:pt x="462951" y="57557"/>
                  </a:lnTo>
                  <a:lnTo>
                    <a:pt x="466458" y="57056"/>
                  </a:lnTo>
                  <a:lnTo>
                    <a:pt x="469965" y="56554"/>
                  </a:lnTo>
                  <a:lnTo>
                    <a:pt x="473472" y="56052"/>
                  </a:lnTo>
                  <a:lnTo>
                    <a:pt x="476979" y="55548"/>
                  </a:lnTo>
                  <a:lnTo>
                    <a:pt x="480487" y="55044"/>
                  </a:lnTo>
                  <a:lnTo>
                    <a:pt x="483994" y="54539"/>
                  </a:lnTo>
                  <a:lnTo>
                    <a:pt x="487501" y="54034"/>
                  </a:lnTo>
                  <a:lnTo>
                    <a:pt x="491008" y="53527"/>
                  </a:lnTo>
                  <a:lnTo>
                    <a:pt x="494516" y="53020"/>
                  </a:lnTo>
                  <a:lnTo>
                    <a:pt x="498023" y="52512"/>
                  </a:lnTo>
                  <a:lnTo>
                    <a:pt x="501530" y="52003"/>
                  </a:lnTo>
                  <a:lnTo>
                    <a:pt x="505037" y="51494"/>
                  </a:lnTo>
                  <a:lnTo>
                    <a:pt x="508544" y="50984"/>
                  </a:lnTo>
                  <a:lnTo>
                    <a:pt x="512052" y="50473"/>
                  </a:lnTo>
                  <a:lnTo>
                    <a:pt x="515559" y="49961"/>
                  </a:lnTo>
                  <a:lnTo>
                    <a:pt x="519066" y="49449"/>
                  </a:lnTo>
                  <a:lnTo>
                    <a:pt x="522573" y="48935"/>
                  </a:lnTo>
                  <a:lnTo>
                    <a:pt x="526080" y="48421"/>
                  </a:lnTo>
                  <a:lnTo>
                    <a:pt x="529588" y="47906"/>
                  </a:lnTo>
                  <a:lnTo>
                    <a:pt x="533095" y="47391"/>
                  </a:lnTo>
                  <a:lnTo>
                    <a:pt x="536602" y="46875"/>
                  </a:lnTo>
                  <a:lnTo>
                    <a:pt x="540109" y="46357"/>
                  </a:lnTo>
                  <a:lnTo>
                    <a:pt x="543616" y="45840"/>
                  </a:lnTo>
                  <a:lnTo>
                    <a:pt x="547124" y="45321"/>
                  </a:lnTo>
                  <a:lnTo>
                    <a:pt x="550631" y="44802"/>
                  </a:lnTo>
                  <a:lnTo>
                    <a:pt x="554138" y="44282"/>
                  </a:lnTo>
                  <a:lnTo>
                    <a:pt x="557645" y="43761"/>
                  </a:lnTo>
                  <a:lnTo>
                    <a:pt x="561152" y="43239"/>
                  </a:lnTo>
                  <a:lnTo>
                    <a:pt x="564660" y="42717"/>
                  </a:lnTo>
                  <a:lnTo>
                    <a:pt x="568167" y="42193"/>
                  </a:lnTo>
                  <a:lnTo>
                    <a:pt x="571674" y="41670"/>
                  </a:lnTo>
                  <a:lnTo>
                    <a:pt x="575181" y="41145"/>
                  </a:lnTo>
                  <a:lnTo>
                    <a:pt x="578688" y="40619"/>
                  </a:lnTo>
                  <a:lnTo>
                    <a:pt x="582196" y="40093"/>
                  </a:lnTo>
                  <a:lnTo>
                    <a:pt x="585703" y="39566"/>
                  </a:lnTo>
                  <a:lnTo>
                    <a:pt x="589210" y="39039"/>
                  </a:lnTo>
                  <a:lnTo>
                    <a:pt x="592717" y="38510"/>
                  </a:lnTo>
                  <a:lnTo>
                    <a:pt x="596224" y="37981"/>
                  </a:lnTo>
                  <a:lnTo>
                    <a:pt x="599732" y="37451"/>
                  </a:lnTo>
                  <a:lnTo>
                    <a:pt x="603239" y="36920"/>
                  </a:lnTo>
                  <a:lnTo>
                    <a:pt x="606746" y="36389"/>
                  </a:lnTo>
                  <a:lnTo>
                    <a:pt x="610253" y="35857"/>
                  </a:lnTo>
                  <a:lnTo>
                    <a:pt x="613761" y="35324"/>
                  </a:lnTo>
                  <a:lnTo>
                    <a:pt x="617268" y="34790"/>
                  </a:lnTo>
                  <a:lnTo>
                    <a:pt x="620775" y="34255"/>
                  </a:lnTo>
                  <a:lnTo>
                    <a:pt x="624282" y="33720"/>
                  </a:lnTo>
                  <a:lnTo>
                    <a:pt x="627789" y="33184"/>
                  </a:lnTo>
                  <a:lnTo>
                    <a:pt x="631297" y="32647"/>
                  </a:lnTo>
                  <a:lnTo>
                    <a:pt x="634804" y="32110"/>
                  </a:lnTo>
                  <a:lnTo>
                    <a:pt x="638311" y="31572"/>
                  </a:lnTo>
                  <a:lnTo>
                    <a:pt x="641818" y="31033"/>
                  </a:lnTo>
                  <a:lnTo>
                    <a:pt x="645325" y="30493"/>
                  </a:lnTo>
                  <a:lnTo>
                    <a:pt x="648833" y="29953"/>
                  </a:lnTo>
                  <a:lnTo>
                    <a:pt x="652340" y="29411"/>
                  </a:lnTo>
                  <a:lnTo>
                    <a:pt x="655847" y="28869"/>
                  </a:lnTo>
                  <a:lnTo>
                    <a:pt x="659354" y="28327"/>
                  </a:lnTo>
                  <a:lnTo>
                    <a:pt x="662861" y="27783"/>
                  </a:lnTo>
                  <a:lnTo>
                    <a:pt x="666369" y="27239"/>
                  </a:lnTo>
                  <a:lnTo>
                    <a:pt x="669876" y="26694"/>
                  </a:lnTo>
                  <a:lnTo>
                    <a:pt x="673383" y="26148"/>
                  </a:lnTo>
                  <a:lnTo>
                    <a:pt x="676890" y="25602"/>
                  </a:lnTo>
                  <a:lnTo>
                    <a:pt x="680397" y="25055"/>
                  </a:lnTo>
                  <a:lnTo>
                    <a:pt x="683905" y="24508"/>
                  </a:lnTo>
                  <a:lnTo>
                    <a:pt x="687412" y="23962"/>
                  </a:lnTo>
                  <a:lnTo>
                    <a:pt x="690919" y="23416"/>
                  </a:lnTo>
                  <a:lnTo>
                    <a:pt x="694426" y="22869"/>
                  </a:lnTo>
                  <a:lnTo>
                    <a:pt x="697933" y="22321"/>
                  </a:lnTo>
                  <a:lnTo>
                    <a:pt x="701441" y="21772"/>
                  </a:lnTo>
                  <a:lnTo>
                    <a:pt x="704948" y="21223"/>
                  </a:lnTo>
                  <a:lnTo>
                    <a:pt x="708455" y="20674"/>
                  </a:lnTo>
                  <a:lnTo>
                    <a:pt x="711962" y="20123"/>
                  </a:lnTo>
                  <a:lnTo>
                    <a:pt x="715469" y="19572"/>
                  </a:lnTo>
                  <a:lnTo>
                    <a:pt x="718977" y="19021"/>
                  </a:lnTo>
                  <a:lnTo>
                    <a:pt x="722484" y="18468"/>
                  </a:lnTo>
                  <a:lnTo>
                    <a:pt x="725991" y="17915"/>
                  </a:lnTo>
                  <a:lnTo>
                    <a:pt x="729498" y="17362"/>
                  </a:lnTo>
                  <a:lnTo>
                    <a:pt x="733006" y="16807"/>
                  </a:lnTo>
                  <a:lnTo>
                    <a:pt x="736513" y="16252"/>
                  </a:lnTo>
                  <a:lnTo>
                    <a:pt x="740020" y="15697"/>
                  </a:lnTo>
                  <a:lnTo>
                    <a:pt x="743527" y="15141"/>
                  </a:lnTo>
                  <a:lnTo>
                    <a:pt x="747034" y="14584"/>
                  </a:lnTo>
                  <a:lnTo>
                    <a:pt x="750542" y="14026"/>
                  </a:lnTo>
                  <a:lnTo>
                    <a:pt x="754049" y="13468"/>
                  </a:lnTo>
                  <a:lnTo>
                    <a:pt x="757556" y="12909"/>
                  </a:lnTo>
                  <a:lnTo>
                    <a:pt x="761063" y="12350"/>
                  </a:lnTo>
                  <a:lnTo>
                    <a:pt x="764570" y="11790"/>
                  </a:lnTo>
                  <a:lnTo>
                    <a:pt x="768078" y="11229"/>
                  </a:lnTo>
                  <a:lnTo>
                    <a:pt x="771585" y="10668"/>
                  </a:lnTo>
                  <a:lnTo>
                    <a:pt x="775092" y="10106"/>
                  </a:lnTo>
                  <a:lnTo>
                    <a:pt x="778599" y="9544"/>
                  </a:lnTo>
                  <a:lnTo>
                    <a:pt x="782106" y="8981"/>
                  </a:lnTo>
                  <a:lnTo>
                    <a:pt x="785614" y="8417"/>
                  </a:lnTo>
                  <a:lnTo>
                    <a:pt x="789121" y="7853"/>
                  </a:lnTo>
                  <a:lnTo>
                    <a:pt x="792628" y="7288"/>
                  </a:lnTo>
                  <a:lnTo>
                    <a:pt x="796135" y="6723"/>
                  </a:lnTo>
                  <a:lnTo>
                    <a:pt x="799642" y="6158"/>
                  </a:lnTo>
                  <a:lnTo>
                    <a:pt x="803150" y="5600"/>
                  </a:lnTo>
                  <a:lnTo>
                    <a:pt x="806657" y="5042"/>
                  </a:lnTo>
                  <a:lnTo>
                    <a:pt x="810164" y="4483"/>
                  </a:lnTo>
                  <a:lnTo>
                    <a:pt x="813671" y="3924"/>
                  </a:lnTo>
                  <a:lnTo>
                    <a:pt x="817178" y="3365"/>
                  </a:lnTo>
                  <a:lnTo>
                    <a:pt x="820686" y="2805"/>
                  </a:lnTo>
                  <a:lnTo>
                    <a:pt x="824193" y="2245"/>
                  </a:lnTo>
                  <a:lnTo>
                    <a:pt x="827700" y="1684"/>
                  </a:lnTo>
                  <a:lnTo>
                    <a:pt x="831207" y="1123"/>
                  </a:lnTo>
                  <a:lnTo>
                    <a:pt x="834714" y="562"/>
                  </a:lnTo>
                  <a:lnTo>
                    <a:pt x="838222" y="0"/>
                  </a:lnTo>
                  <a:lnTo>
                    <a:pt x="838222" y="149022"/>
                  </a:lnTo>
                  <a:lnTo>
                    <a:pt x="834714" y="148577"/>
                  </a:lnTo>
                  <a:lnTo>
                    <a:pt x="831207" y="148131"/>
                  </a:lnTo>
                  <a:lnTo>
                    <a:pt x="827700" y="147684"/>
                  </a:lnTo>
                  <a:lnTo>
                    <a:pt x="824193" y="147236"/>
                  </a:lnTo>
                  <a:lnTo>
                    <a:pt x="820686" y="146787"/>
                  </a:lnTo>
                  <a:lnTo>
                    <a:pt x="817178" y="146336"/>
                  </a:lnTo>
                  <a:lnTo>
                    <a:pt x="813671" y="145884"/>
                  </a:lnTo>
                  <a:lnTo>
                    <a:pt x="810164" y="145432"/>
                  </a:lnTo>
                  <a:lnTo>
                    <a:pt x="806657" y="144977"/>
                  </a:lnTo>
                  <a:lnTo>
                    <a:pt x="803150" y="144522"/>
                  </a:lnTo>
                  <a:lnTo>
                    <a:pt x="799642" y="144066"/>
                  </a:lnTo>
                  <a:lnTo>
                    <a:pt x="796135" y="143609"/>
                  </a:lnTo>
                  <a:lnTo>
                    <a:pt x="792628" y="143150"/>
                  </a:lnTo>
                  <a:lnTo>
                    <a:pt x="789121" y="142690"/>
                  </a:lnTo>
                  <a:lnTo>
                    <a:pt x="785614" y="142229"/>
                  </a:lnTo>
                  <a:lnTo>
                    <a:pt x="782106" y="141767"/>
                  </a:lnTo>
                  <a:lnTo>
                    <a:pt x="778599" y="141304"/>
                  </a:lnTo>
                  <a:lnTo>
                    <a:pt x="775092" y="140839"/>
                  </a:lnTo>
                  <a:lnTo>
                    <a:pt x="771585" y="140374"/>
                  </a:lnTo>
                  <a:lnTo>
                    <a:pt x="768078" y="139907"/>
                  </a:lnTo>
                  <a:lnTo>
                    <a:pt x="764570" y="139439"/>
                  </a:lnTo>
                  <a:lnTo>
                    <a:pt x="761063" y="138969"/>
                  </a:lnTo>
                  <a:lnTo>
                    <a:pt x="757556" y="138499"/>
                  </a:lnTo>
                  <a:lnTo>
                    <a:pt x="754049" y="138027"/>
                  </a:lnTo>
                  <a:lnTo>
                    <a:pt x="750542" y="137555"/>
                  </a:lnTo>
                  <a:lnTo>
                    <a:pt x="747034" y="137081"/>
                  </a:lnTo>
                  <a:lnTo>
                    <a:pt x="743527" y="136606"/>
                  </a:lnTo>
                  <a:lnTo>
                    <a:pt x="740020" y="136129"/>
                  </a:lnTo>
                  <a:lnTo>
                    <a:pt x="736513" y="135652"/>
                  </a:lnTo>
                  <a:lnTo>
                    <a:pt x="733006" y="135173"/>
                  </a:lnTo>
                  <a:lnTo>
                    <a:pt x="729498" y="134695"/>
                  </a:lnTo>
                  <a:lnTo>
                    <a:pt x="725991" y="134218"/>
                  </a:lnTo>
                  <a:lnTo>
                    <a:pt x="722484" y="133740"/>
                  </a:lnTo>
                  <a:lnTo>
                    <a:pt x="718977" y="133260"/>
                  </a:lnTo>
                  <a:lnTo>
                    <a:pt x="715469" y="132780"/>
                  </a:lnTo>
                  <a:lnTo>
                    <a:pt x="711962" y="132298"/>
                  </a:lnTo>
                  <a:lnTo>
                    <a:pt x="708455" y="131815"/>
                  </a:lnTo>
                  <a:lnTo>
                    <a:pt x="704948" y="131323"/>
                  </a:lnTo>
                  <a:lnTo>
                    <a:pt x="701441" y="130830"/>
                  </a:lnTo>
                  <a:lnTo>
                    <a:pt x="697933" y="130335"/>
                  </a:lnTo>
                  <a:lnTo>
                    <a:pt x="694426" y="129840"/>
                  </a:lnTo>
                  <a:lnTo>
                    <a:pt x="690919" y="129345"/>
                  </a:lnTo>
                  <a:lnTo>
                    <a:pt x="687412" y="128856"/>
                  </a:lnTo>
                  <a:lnTo>
                    <a:pt x="683905" y="128365"/>
                  </a:lnTo>
                  <a:lnTo>
                    <a:pt x="680397" y="127872"/>
                  </a:lnTo>
                  <a:lnTo>
                    <a:pt x="676890" y="127379"/>
                  </a:lnTo>
                  <a:lnTo>
                    <a:pt x="673383" y="126884"/>
                  </a:lnTo>
                  <a:lnTo>
                    <a:pt x="669876" y="126389"/>
                  </a:lnTo>
                  <a:lnTo>
                    <a:pt x="666369" y="125891"/>
                  </a:lnTo>
                  <a:lnTo>
                    <a:pt x="662861" y="125393"/>
                  </a:lnTo>
                  <a:lnTo>
                    <a:pt x="659354" y="124893"/>
                  </a:lnTo>
                  <a:lnTo>
                    <a:pt x="655847" y="124392"/>
                  </a:lnTo>
                  <a:lnTo>
                    <a:pt x="652340" y="123890"/>
                  </a:lnTo>
                  <a:lnTo>
                    <a:pt x="648833" y="123387"/>
                  </a:lnTo>
                  <a:lnTo>
                    <a:pt x="645325" y="122882"/>
                  </a:lnTo>
                  <a:lnTo>
                    <a:pt x="641818" y="122376"/>
                  </a:lnTo>
                  <a:lnTo>
                    <a:pt x="638311" y="121869"/>
                  </a:lnTo>
                  <a:lnTo>
                    <a:pt x="634804" y="121361"/>
                  </a:lnTo>
                  <a:lnTo>
                    <a:pt x="631297" y="120851"/>
                  </a:lnTo>
                  <a:lnTo>
                    <a:pt x="627789" y="120340"/>
                  </a:lnTo>
                  <a:lnTo>
                    <a:pt x="624282" y="119828"/>
                  </a:lnTo>
                  <a:lnTo>
                    <a:pt x="620775" y="119314"/>
                  </a:lnTo>
                  <a:lnTo>
                    <a:pt x="617268" y="118799"/>
                  </a:lnTo>
                  <a:lnTo>
                    <a:pt x="613761" y="118283"/>
                  </a:lnTo>
                  <a:lnTo>
                    <a:pt x="610253" y="117766"/>
                  </a:lnTo>
                  <a:lnTo>
                    <a:pt x="606746" y="117247"/>
                  </a:lnTo>
                  <a:lnTo>
                    <a:pt x="603239" y="116727"/>
                  </a:lnTo>
                  <a:lnTo>
                    <a:pt x="599732" y="116206"/>
                  </a:lnTo>
                  <a:lnTo>
                    <a:pt x="596224" y="115684"/>
                  </a:lnTo>
                  <a:lnTo>
                    <a:pt x="592717" y="115160"/>
                  </a:lnTo>
                  <a:lnTo>
                    <a:pt x="589210" y="114635"/>
                  </a:lnTo>
                  <a:lnTo>
                    <a:pt x="585703" y="114109"/>
                  </a:lnTo>
                  <a:lnTo>
                    <a:pt x="582196" y="113581"/>
                  </a:lnTo>
                  <a:lnTo>
                    <a:pt x="578688" y="113052"/>
                  </a:lnTo>
                  <a:lnTo>
                    <a:pt x="575181" y="112522"/>
                  </a:lnTo>
                  <a:lnTo>
                    <a:pt x="571674" y="111991"/>
                  </a:lnTo>
                  <a:lnTo>
                    <a:pt x="568167" y="111458"/>
                  </a:lnTo>
                  <a:lnTo>
                    <a:pt x="564660" y="110924"/>
                  </a:lnTo>
                  <a:lnTo>
                    <a:pt x="561152" y="110389"/>
                  </a:lnTo>
                  <a:lnTo>
                    <a:pt x="557645" y="109852"/>
                  </a:lnTo>
                  <a:lnTo>
                    <a:pt x="554138" y="109314"/>
                  </a:lnTo>
                  <a:lnTo>
                    <a:pt x="550631" y="108775"/>
                  </a:lnTo>
                  <a:lnTo>
                    <a:pt x="547124" y="108234"/>
                  </a:lnTo>
                  <a:lnTo>
                    <a:pt x="543616" y="107693"/>
                  </a:lnTo>
                  <a:lnTo>
                    <a:pt x="540109" y="107149"/>
                  </a:lnTo>
                  <a:lnTo>
                    <a:pt x="536602" y="106605"/>
                  </a:lnTo>
                  <a:lnTo>
                    <a:pt x="533095" y="106059"/>
                  </a:lnTo>
                  <a:lnTo>
                    <a:pt x="529588" y="105512"/>
                  </a:lnTo>
                  <a:lnTo>
                    <a:pt x="526080" y="104964"/>
                  </a:lnTo>
                  <a:lnTo>
                    <a:pt x="522573" y="104414"/>
                  </a:lnTo>
                  <a:lnTo>
                    <a:pt x="519066" y="103863"/>
                  </a:lnTo>
                  <a:lnTo>
                    <a:pt x="515559" y="103311"/>
                  </a:lnTo>
                  <a:lnTo>
                    <a:pt x="512052" y="102757"/>
                  </a:lnTo>
                  <a:lnTo>
                    <a:pt x="508544" y="102203"/>
                  </a:lnTo>
                  <a:lnTo>
                    <a:pt x="505037" y="101646"/>
                  </a:lnTo>
                  <a:lnTo>
                    <a:pt x="501530" y="101089"/>
                  </a:lnTo>
                  <a:lnTo>
                    <a:pt x="498023" y="100530"/>
                  </a:lnTo>
                  <a:lnTo>
                    <a:pt x="494516" y="99970"/>
                  </a:lnTo>
                  <a:lnTo>
                    <a:pt x="491008" y="99408"/>
                  </a:lnTo>
                  <a:lnTo>
                    <a:pt x="487501" y="98846"/>
                  </a:lnTo>
                  <a:lnTo>
                    <a:pt x="483994" y="98281"/>
                  </a:lnTo>
                  <a:lnTo>
                    <a:pt x="480487" y="97716"/>
                  </a:lnTo>
                  <a:lnTo>
                    <a:pt x="476979" y="97149"/>
                  </a:lnTo>
                  <a:lnTo>
                    <a:pt x="473472" y="96581"/>
                  </a:lnTo>
                  <a:lnTo>
                    <a:pt x="469965" y="96012"/>
                  </a:lnTo>
                  <a:lnTo>
                    <a:pt x="466458" y="95441"/>
                  </a:lnTo>
                  <a:lnTo>
                    <a:pt x="462951" y="94869"/>
                  </a:lnTo>
                  <a:lnTo>
                    <a:pt x="459443" y="94296"/>
                  </a:lnTo>
                  <a:lnTo>
                    <a:pt x="455936" y="93721"/>
                  </a:lnTo>
                  <a:lnTo>
                    <a:pt x="452429" y="93145"/>
                  </a:lnTo>
                  <a:lnTo>
                    <a:pt x="448922" y="92567"/>
                  </a:lnTo>
                  <a:lnTo>
                    <a:pt x="445415" y="91989"/>
                  </a:lnTo>
                  <a:lnTo>
                    <a:pt x="441907" y="91409"/>
                  </a:lnTo>
                  <a:lnTo>
                    <a:pt x="438400" y="90827"/>
                  </a:lnTo>
                  <a:lnTo>
                    <a:pt x="434893" y="90245"/>
                  </a:lnTo>
                  <a:lnTo>
                    <a:pt x="431386" y="89658"/>
                  </a:lnTo>
                  <a:lnTo>
                    <a:pt x="427879" y="89069"/>
                  </a:lnTo>
                  <a:lnTo>
                    <a:pt x="424371" y="88479"/>
                  </a:lnTo>
                  <a:lnTo>
                    <a:pt x="420864" y="87888"/>
                  </a:lnTo>
                  <a:lnTo>
                    <a:pt x="417357" y="87296"/>
                  </a:lnTo>
                  <a:lnTo>
                    <a:pt x="413850" y="86703"/>
                  </a:lnTo>
                  <a:lnTo>
                    <a:pt x="410343" y="86109"/>
                  </a:lnTo>
                  <a:lnTo>
                    <a:pt x="406835" y="85513"/>
                  </a:lnTo>
                  <a:lnTo>
                    <a:pt x="403328" y="84917"/>
                  </a:lnTo>
                  <a:lnTo>
                    <a:pt x="399821" y="84321"/>
                  </a:lnTo>
                  <a:lnTo>
                    <a:pt x="396314" y="83725"/>
                  </a:lnTo>
                  <a:lnTo>
                    <a:pt x="392807" y="83128"/>
                  </a:lnTo>
                  <a:lnTo>
                    <a:pt x="389299" y="82529"/>
                  </a:lnTo>
                  <a:lnTo>
                    <a:pt x="385792" y="81929"/>
                  </a:lnTo>
                  <a:lnTo>
                    <a:pt x="382285" y="81328"/>
                  </a:lnTo>
                  <a:lnTo>
                    <a:pt x="378778" y="80725"/>
                  </a:lnTo>
                  <a:lnTo>
                    <a:pt x="375271" y="80121"/>
                  </a:lnTo>
                  <a:lnTo>
                    <a:pt x="371763" y="79516"/>
                  </a:lnTo>
                  <a:lnTo>
                    <a:pt x="368256" y="78909"/>
                  </a:lnTo>
                  <a:lnTo>
                    <a:pt x="364749" y="78301"/>
                  </a:lnTo>
                  <a:lnTo>
                    <a:pt x="361242" y="77691"/>
                  </a:lnTo>
                  <a:lnTo>
                    <a:pt x="357734" y="77080"/>
                  </a:lnTo>
                  <a:lnTo>
                    <a:pt x="354227" y="76468"/>
                  </a:lnTo>
                  <a:lnTo>
                    <a:pt x="350720" y="75854"/>
                  </a:lnTo>
                  <a:lnTo>
                    <a:pt x="347213" y="75239"/>
                  </a:lnTo>
                  <a:lnTo>
                    <a:pt x="343706" y="74622"/>
                  </a:lnTo>
                  <a:lnTo>
                    <a:pt x="340198" y="74611"/>
                  </a:lnTo>
                  <a:lnTo>
                    <a:pt x="336691" y="75086"/>
                  </a:lnTo>
                  <a:lnTo>
                    <a:pt x="333184" y="75560"/>
                  </a:lnTo>
                  <a:lnTo>
                    <a:pt x="329677" y="76032"/>
                  </a:lnTo>
                  <a:lnTo>
                    <a:pt x="326170" y="76505"/>
                  </a:lnTo>
                  <a:lnTo>
                    <a:pt x="322662" y="76976"/>
                  </a:lnTo>
                  <a:lnTo>
                    <a:pt x="319155" y="77446"/>
                  </a:lnTo>
                  <a:lnTo>
                    <a:pt x="315648" y="77916"/>
                  </a:lnTo>
                  <a:lnTo>
                    <a:pt x="312141" y="78385"/>
                  </a:lnTo>
                  <a:lnTo>
                    <a:pt x="308634" y="78853"/>
                  </a:lnTo>
                  <a:lnTo>
                    <a:pt x="305126" y="79320"/>
                  </a:lnTo>
                  <a:lnTo>
                    <a:pt x="301619" y="79786"/>
                  </a:lnTo>
                  <a:lnTo>
                    <a:pt x="298112" y="80252"/>
                  </a:lnTo>
                  <a:lnTo>
                    <a:pt x="294605" y="80716"/>
                  </a:lnTo>
                  <a:lnTo>
                    <a:pt x="291098" y="81180"/>
                  </a:lnTo>
                  <a:lnTo>
                    <a:pt x="287590" y="81643"/>
                  </a:lnTo>
                  <a:lnTo>
                    <a:pt x="284083" y="82106"/>
                  </a:lnTo>
                  <a:lnTo>
                    <a:pt x="280576" y="82567"/>
                  </a:lnTo>
                  <a:lnTo>
                    <a:pt x="277069" y="83028"/>
                  </a:lnTo>
                  <a:lnTo>
                    <a:pt x="273562" y="83488"/>
                  </a:lnTo>
                  <a:lnTo>
                    <a:pt x="270054" y="83947"/>
                  </a:lnTo>
                  <a:lnTo>
                    <a:pt x="266547" y="84405"/>
                  </a:lnTo>
                  <a:lnTo>
                    <a:pt x="263040" y="84862"/>
                  </a:lnTo>
                  <a:lnTo>
                    <a:pt x="259533" y="85319"/>
                  </a:lnTo>
                  <a:lnTo>
                    <a:pt x="256026" y="85774"/>
                  </a:lnTo>
                  <a:lnTo>
                    <a:pt x="252518" y="86229"/>
                  </a:lnTo>
                  <a:lnTo>
                    <a:pt x="249011" y="86684"/>
                  </a:lnTo>
                  <a:lnTo>
                    <a:pt x="245504" y="87137"/>
                  </a:lnTo>
                  <a:lnTo>
                    <a:pt x="241997" y="87591"/>
                  </a:lnTo>
                  <a:lnTo>
                    <a:pt x="238489" y="88044"/>
                  </a:lnTo>
                  <a:lnTo>
                    <a:pt x="234982" y="88496"/>
                  </a:lnTo>
                  <a:lnTo>
                    <a:pt x="231475" y="88947"/>
                  </a:lnTo>
                  <a:lnTo>
                    <a:pt x="227968" y="89398"/>
                  </a:lnTo>
                  <a:lnTo>
                    <a:pt x="224461" y="89848"/>
                  </a:lnTo>
                  <a:lnTo>
                    <a:pt x="220953" y="90297"/>
                  </a:lnTo>
                  <a:lnTo>
                    <a:pt x="217446" y="90746"/>
                  </a:lnTo>
                  <a:lnTo>
                    <a:pt x="213939" y="91193"/>
                  </a:lnTo>
                  <a:lnTo>
                    <a:pt x="210432" y="91640"/>
                  </a:lnTo>
                  <a:lnTo>
                    <a:pt x="206925" y="92086"/>
                  </a:lnTo>
                  <a:lnTo>
                    <a:pt x="203417" y="92532"/>
                  </a:lnTo>
                  <a:lnTo>
                    <a:pt x="199910" y="92977"/>
                  </a:lnTo>
                  <a:lnTo>
                    <a:pt x="196403" y="93421"/>
                  </a:lnTo>
                  <a:lnTo>
                    <a:pt x="192896" y="93864"/>
                  </a:lnTo>
                  <a:lnTo>
                    <a:pt x="189389" y="94306"/>
                  </a:lnTo>
                  <a:lnTo>
                    <a:pt x="185881" y="94748"/>
                  </a:lnTo>
                  <a:lnTo>
                    <a:pt x="182374" y="95189"/>
                  </a:lnTo>
                  <a:lnTo>
                    <a:pt x="178867" y="95630"/>
                  </a:lnTo>
                  <a:lnTo>
                    <a:pt x="175360" y="96069"/>
                  </a:lnTo>
                  <a:lnTo>
                    <a:pt x="171853" y="96508"/>
                  </a:lnTo>
                  <a:lnTo>
                    <a:pt x="168345" y="96946"/>
                  </a:lnTo>
                  <a:lnTo>
                    <a:pt x="164838" y="97383"/>
                  </a:lnTo>
                  <a:lnTo>
                    <a:pt x="161331" y="97820"/>
                  </a:lnTo>
                  <a:lnTo>
                    <a:pt x="157824" y="98254"/>
                  </a:lnTo>
                  <a:lnTo>
                    <a:pt x="154317" y="98687"/>
                  </a:lnTo>
                  <a:lnTo>
                    <a:pt x="150809" y="99120"/>
                  </a:lnTo>
                  <a:lnTo>
                    <a:pt x="147302" y="99551"/>
                  </a:lnTo>
                  <a:lnTo>
                    <a:pt x="143795" y="99982"/>
                  </a:lnTo>
                  <a:lnTo>
                    <a:pt x="140288" y="100412"/>
                  </a:lnTo>
                  <a:lnTo>
                    <a:pt x="136781" y="100841"/>
                  </a:lnTo>
                  <a:lnTo>
                    <a:pt x="133273" y="101270"/>
                  </a:lnTo>
                  <a:lnTo>
                    <a:pt x="129766" y="101697"/>
                  </a:lnTo>
                  <a:lnTo>
                    <a:pt x="126259" y="102124"/>
                  </a:lnTo>
                  <a:lnTo>
                    <a:pt x="122752" y="102550"/>
                  </a:lnTo>
                  <a:lnTo>
                    <a:pt x="119244" y="102975"/>
                  </a:lnTo>
                  <a:lnTo>
                    <a:pt x="115737" y="103400"/>
                  </a:lnTo>
                  <a:lnTo>
                    <a:pt x="112230" y="103823"/>
                  </a:lnTo>
                  <a:lnTo>
                    <a:pt x="108723" y="104246"/>
                  </a:lnTo>
                  <a:lnTo>
                    <a:pt x="105216" y="104668"/>
                  </a:lnTo>
                  <a:lnTo>
                    <a:pt x="101708" y="105090"/>
                  </a:lnTo>
                  <a:lnTo>
                    <a:pt x="98201" y="105510"/>
                  </a:lnTo>
                  <a:lnTo>
                    <a:pt x="94694" y="105930"/>
                  </a:lnTo>
                  <a:lnTo>
                    <a:pt x="91187" y="106349"/>
                  </a:lnTo>
                  <a:lnTo>
                    <a:pt x="87680" y="106767"/>
                  </a:lnTo>
                  <a:lnTo>
                    <a:pt x="84172" y="107184"/>
                  </a:lnTo>
                  <a:lnTo>
                    <a:pt x="80665" y="107601"/>
                  </a:lnTo>
                  <a:lnTo>
                    <a:pt x="77158" y="108017"/>
                  </a:lnTo>
                  <a:lnTo>
                    <a:pt x="73651" y="108432"/>
                  </a:lnTo>
                  <a:lnTo>
                    <a:pt x="70144" y="108846"/>
                  </a:lnTo>
                  <a:lnTo>
                    <a:pt x="66636" y="109259"/>
                  </a:lnTo>
                  <a:lnTo>
                    <a:pt x="63129" y="109672"/>
                  </a:lnTo>
                  <a:lnTo>
                    <a:pt x="59622" y="110084"/>
                  </a:lnTo>
                  <a:lnTo>
                    <a:pt x="56115" y="110495"/>
                  </a:lnTo>
                  <a:lnTo>
                    <a:pt x="52608" y="110905"/>
                  </a:lnTo>
                  <a:lnTo>
                    <a:pt x="49100" y="111315"/>
                  </a:lnTo>
                  <a:lnTo>
                    <a:pt x="45593" y="111724"/>
                  </a:lnTo>
                  <a:lnTo>
                    <a:pt x="42086" y="112132"/>
                  </a:lnTo>
                  <a:lnTo>
                    <a:pt x="38579" y="112542"/>
                  </a:lnTo>
                  <a:lnTo>
                    <a:pt x="35072" y="112953"/>
                  </a:lnTo>
                  <a:lnTo>
                    <a:pt x="31564" y="113362"/>
                  </a:lnTo>
                  <a:lnTo>
                    <a:pt x="28057" y="113771"/>
                  </a:lnTo>
                  <a:lnTo>
                    <a:pt x="24550" y="114179"/>
                  </a:lnTo>
                  <a:lnTo>
                    <a:pt x="21043" y="114586"/>
                  </a:lnTo>
                  <a:lnTo>
                    <a:pt x="17536" y="114993"/>
                  </a:lnTo>
                  <a:lnTo>
                    <a:pt x="14028" y="115399"/>
                  </a:lnTo>
                  <a:lnTo>
                    <a:pt x="10521" y="115804"/>
                  </a:lnTo>
                  <a:lnTo>
                    <a:pt x="7014" y="116209"/>
                  </a:lnTo>
                  <a:lnTo>
                    <a:pt x="3507" y="116613"/>
                  </a:lnTo>
                  <a:lnTo>
                    <a:pt x="0" y="117016"/>
                  </a:lnTo>
                  <a:close/>
                </a:path>
              </a:pathLst>
            </a:custGeom>
            <a:solidFill>
              <a:srgbClr val="009E73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71183" y="3151094"/>
              <a:ext cx="838222" cy="74136"/>
            </a:xfrm>
            <a:custGeom>
              <a:avLst/>
              <a:pathLst>
                <a:path w="838222" h="74136">
                  <a:moveTo>
                    <a:pt x="0" y="7636"/>
                  </a:moveTo>
                  <a:lnTo>
                    <a:pt x="3507" y="8388"/>
                  </a:lnTo>
                  <a:lnTo>
                    <a:pt x="7014" y="9139"/>
                  </a:lnTo>
                  <a:lnTo>
                    <a:pt x="10521" y="9889"/>
                  </a:lnTo>
                  <a:lnTo>
                    <a:pt x="14028" y="10637"/>
                  </a:lnTo>
                  <a:lnTo>
                    <a:pt x="17536" y="11384"/>
                  </a:lnTo>
                  <a:lnTo>
                    <a:pt x="21043" y="12129"/>
                  </a:lnTo>
                  <a:lnTo>
                    <a:pt x="24550" y="12873"/>
                  </a:lnTo>
                  <a:lnTo>
                    <a:pt x="28057" y="13616"/>
                  </a:lnTo>
                  <a:lnTo>
                    <a:pt x="31564" y="14357"/>
                  </a:lnTo>
                  <a:lnTo>
                    <a:pt x="35072" y="15097"/>
                  </a:lnTo>
                  <a:lnTo>
                    <a:pt x="38579" y="15835"/>
                  </a:lnTo>
                  <a:lnTo>
                    <a:pt x="42086" y="16572"/>
                  </a:lnTo>
                  <a:lnTo>
                    <a:pt x="45593" y="17307"/>
                  </a:lnTo>
                  <a:lnTo>
                    <a:pt x="49100" y="18041"/>
                  </a:lnTo>
                  <a:lnTo>
                    <a:pt x="52608" y="18774"/>
                  </a:lnTo>
                  <a:lnTo>
                    <a:pt x="56115" y="19505"/>
                  </a:lnTo>
                  <a:lnTo>
                    <a:pt x="59622" y="20234"/>
                  </a:lnTo>
                  <a:lnTo>
                    <a:pt x="63129" y="20963"/>
                  </a:lnTo>
                  <a:lnTo>
                    <a:pt x="66636" y="21689"/>
                  </a:lnTo>
                  <a:lnTo>
                    <a:pt x="70144" y="22415"/>
                  </a:lnTo>
                  <a:lnTo>
                    <a:pt x="73651" y="23139"/>
                  </a:lnTo>
                  <a:lnTo>
                    <a:pt x="77158" y="23861"/>
                  </a:lnTo>
                  <a:lnTo>
                    <a:pt x="80665" y="24583"/>
                  </a:lnTo>
                  <a:lnTo>
                    <a:pt x="84172" y="25302"/>
                  </a:lnTo>
                  <a:lnTo>
                    <a:pt x="87680" y="26021"/>
                  </a:lnTo>
                  <a:lnTo>
                    <a:pt x="91187" y="26737"/>
                  </a:lnTo>
                  <a:lnTo>
                    <a:pt x="94694" y="27453"/>
                  </a:lnTo>
                  <a:lnTo>
                    <a:pt x="98201" y="28167"/>
                  </a:lnTo>
                  <a:lnTo>
                    <a:pt x="101708" y="28879"/>
                  </a:lnTo>
                  <a:lnTo>
                    <a:pt x="105216" y="29591"/>
                  </a:lnTo>
                  <a:lnTo>
                    <a:pt x="108723" y="30300"/>
                  </a:lnTo>
                  <a:lnTo>
                    <a:pt x="112230" y="31009"/>
                  </a:lnTo>
                  <a:lnTo>
                    <a:pt x="115737" y="31715"/>
                  </a:lnTo>
                  <a:lnTo>
                    <a:pt x="119244" y="32421"/>
                  </a:lnTo>
                  <a:lnTo>
                    <a:pt x="122752" y="33125"/>
                  </a:lnTo>
                  <a:lnTo>
                    <a:pt x="126259" y="33827"/>
                  </a:lnTo>
                  <a:lnTo>
                    <a:pt x="129766" y="34524"/>
                  </a:lnTo>
                  <a:lnTo>
                    <a:pt x="133273" y="35215"/>
                  </a:lnTo>
                  <a:lnTo>
                    <a:pt x="136781" y="35905"/>
                  </a:lnTo>
                  <a:lnTo>
                    <a:pt x="140288" y="36595"/>
                  </a:lnTo>
                  <a:lnTo>
                    <a:pt x="143795" y="37283"/>
                  </a:lnTo>
                  <a:lnTo>
                    <a:pt x="147302" y="37970"/>
                  </a:lnTo>
                  <a:lnTo>
                    <a:pt x="150809" y="38656"/>
                  </a:lnTo>
                  <a:lnTo>
                    <a:pt x="154317" y="39340"/>
                  </a:lnTo>
                  <a:lnTo>
                    <a:pt x="157824" y="40024"/>
                  </a:lnTo>
                  <a:lnTo>
                    <a:pt x="161331" y="40707"/>
                  </a:lnTo>
                  <a:lnTo>
                    <a:pt x="164838" y="41388"/>
                  </a:lnTo>
                  <a:lnTo>
                    <a:pt x="168345" y="42068"/>
                  </a:lnTo>
                  <a:lnTo>
                    <a:pt x="171853" y="42748"/>
                  </a:lnTo>
                  <a:lnTo>
                    <a:pt x="175360" y="43426"/>
                  </a:lnTo>
                  <a:lnTo>
                    <a:pt x="178867" y="44103"/>
                  </a:lnTo>
                  <a:lnTo>
                    <a:pt x="182374" y="44779"/>
                  </a:lnTo>
                  <a:lnTo>
                    <a:pt x="185881" y="45453"/>
                  </a:lnTo>
                  <a:lnTo>
                    <a:pt x="189389" y="46127"/>
                  </a:lnTo>
                  <a:lnTo>
                    <a:pt x="192896" y="46800"/>
                  </a:lnTo>
                  <a:lnTo>
                    <a:pt x="196403" y="47471"/>
                  </a:lnTo>
                  <a:lnTo>
                    <a:pt x="199910" y="48141"/>
                  </a:lnTo>
                  <a:lnTo>
                    <a:pt x="203417" y="48814"/>
                  </a:lnTo>
                  <a:lnTo>
                    <a:pt x="206925" y="49486"/>
                  </a:lnTo>
                  <a:lnTo>
                    <a:pt x="210432" y="50156"/>
                  </a:lnTo>
                  <a:lnTo>
                    <a:pt x="213939" y="50825"/>
                  </a:lnTo>
                  <a:lnTo>
                    <a:pt x="217446" y="51494"/>
                  </a:lnTo>
                  <a:lnTo>
                    <a:pt x="220953" y="52161"/>
                  </a:lnTo>
                  <a:lnTo>
                    <a:pt x="224461" y="52823"/>
                  </a:lnTo>
                  <a:lnTo>
                    <a:pt x="227968" y="53486"/>
                  </a:lnTo>
                  <a:lnTo>
                    <a:pt x="231475" y="54149"/>
                  </a:lnTo>
                  <a:lnTo>
                    <a:pt x="234982" y="54811"/>
                  </a:lnTo>
                  <a:lnTo>
                    <a:pt x="238489" y="55471"/>
                  </a:lnTo>
                  <a:lnTo>
                    <a:pt x="241997" y="56130"/>
                  </a:lnTo>
                  <a:lnTo>
                    <a:pt x="245504" y="56787"/>
                  </a:lnTo>
                  <a:lnTo>
                    <a:pt x="249011" y="57443"/>
                  </a:lnTo>
                  <a:lnTo>
                    <a:pt x="252518" y="58098"/>
                  </a:lnTo>
                  <a:lnTo>
                    <a:pt x="256026" y="58751"/>
                  </a:lnTo>
                  <a:lnTo>
                    <a:pt x="259533" y="59403"/>
                  </a:lnTo>
                  <a:lnTo>
                    <a:pt x="263040" y="60053"/>
                  </a:lnTo>
                  <a:lnTo>
                    <a:pt x="266547" y="60702"/>
                  </a:lnTo>
                  <a:lnTo>
                    <a:pt x="270054" y="61350"/>
                  </a:lnTo>
                  <a:lnTo>
                    <a:pt x="273562" y="61996"/>
                  </a:lnTo>
                  <a:lnTo>
                    <a:pt x="277069" y="62641"/>
                  </a:lnTo>
                  <a:lnTo>
                    <a:pt x="280576" y="63284"/>
                  </a:lnTo>
                  <a:lnTo>
                    <a:pt x="284083" y="63926"/>
                  </a:lnTo>
                  <a:lnTo>
                    <a:pt x="287590" y="64566"/>
                  </a:lnTo>
                  <a:lnTo>
                    <a:pt x="291098" y="65205"/>
                  </a:lnTo>
                  <a:lnTo>
                    <a:pt x="294605" y="65843"/>
                  </a:lnTo>
                  <a:lnTo>
                    <a:pt x="298112" y="66479"/>
                  </a:lnTo>
                  <a:lnTo>
                    <a:pt x="301619" y="67114"/>
                  </a:lnTo>
                  <a:lnTo>
                    <a:pt x="305126" y="67748"/>
                  </a:lnTo>
                  <a:lnTo>
                    <a:pt x="308634" y="68380"/>
                  </a:lnTo>
                  <a:lnTo>
                    <a:pt x="312141" y="69010"/>
                  </a:lnTo>
                  <a:lnTo>
                    <a:pt x="315648" y="69639"/>
                  </a:lnTo>
                  <a:lnTo>
                    <a:pt x="319155" y="70267"/>
                  </a:lnTo>
                  <a:lnTo>
                    <a:pt x="322662" y="70893"/>
                  </a:lnTo>
                  <a:lnTo>
                    <a:pt x="326170" y="71518"/>
                  </a:lnTo>
                  <a:lnTo>
                    <a:pt x="329677" y="72142"/>
                  </a:lnTo>
                  <a:lnTo>
                    <a:pt x="333184" y="72764"/>
                  </a:lnTo>
                  <a:lnTo>
                    <a:pt x="336691" y="73385"/>
                  </a:lnTo>
                  <a:lnTo>
                    <a:pt x="340198" y="74004"/>
                  </a:lnTo>
                  <a:lnTo>
                    <a:pt x="343706" y="74136"/>
                  </a:lnTo>
                  <a:lnTo>
                    <a:pt x="347213" y="73660"/>
                  </a:lnTo>
                  <a:lnTo>
                    <a:pt x="350720" y="73183"/>
                  </a:lnTo>
                  <a:lnTo>
                    <a:pt x="354227" y="72705"/>
                  </a:lnTo>
                  <a:lnTo>
                    <a:pt x="357734" y="72227"/>
                  </a:lnTo>
                  <a:lnTo>
                    <a:pt x="361242" y="71748"/>
                  </a:lnTo>
                  <a:lnTo>
                    <a:pt x="364749" y="71268"/>
                  </a:lnTo>
                  <a:lnTo>
                    <a:pt x="368256" y="70788"/>
                  </a:lnTo>
                  <a:lnTo>
                    <a:pt x="371763" y="70307"/>
                  </a:lnTo>
                  <a:lnTo>
                    <a:pt x="375271" y="69825"/>
                  </a:lnTo>
                  <a:lnTo>
                    <a:pt x="378778" y="69343"/>
                  </a:lnTo>
                  <a:lnTo>
                    <a:pt x="382285" y="68860"/>
                  </a:lnTo>
                  <a:lnTo>
                    <a:pt x="385792" y="68376"/>
                  </a:lnTo>
                  <a:lnTo>
                    <a:pt x="389299" y="67892"/>
                  </a:lnTo>
                  <a:lnTo>
                    <a:pt x="392807" y="67407"/>
                  </a:lnTo>
                  <a:lnTo>
                    <a:pt x="396314" y="66922"/>
                  </a:lnTo>
                  <a:lnTo>
                    <a:pt x="399821" y="66435"/>
                  </a:lnTo>
                  <a:lnTo>
                    <a:pt x="403328" y="65948"/>
                  </a:lnTo>
                  <a:lnTo>
                    <a:pt x="406835" y="65461"/>
                  </a:lnTo>
                  <a:lnTo>
                    <a:pt x="410343" y="64972"/>
                  </a:lnTo>
                  <a:lnTo>
                    <a:pt x="413850" y="64484"/>
                  </a:lnTo>
                  <a:lnTo>
                    <a:pt x="417357" y="63994"/>
                  </a:lnTo>
                  <a:lnTo>
                    <a:pt x="420864" y="63504"/>
                  </a:lnTo>
                  <a:lnTo>
                    <a:pt x="424371" y="63013"/>
                  </a:lnTo>
                  <a:lnTo>
                    <a:pt x="427879" y="62521"/>
                  </a:lnTo>
                  <a:lnTo>
                    <a:pt x="431386" y="62029"/>
                  </a:lnTo>
                  <a:lnTo>
                    <a:pt x="434893" y="61536"/>
                  </a:lnTo>
                  <a:lnTo>
                    <a:pt x="438400" y="61043"/>
                  </a:lnTo>
                  <a:lnTo>
                    <a:pt x="441907" y="60547"/>
                  </a:lnTo>
                  <a:lnTo>
                    <a:pt x="445415" y="60051"/>
                  </a:lnTo>
                  <a:lnTo>
                    <a:pt x="448922" y="59554"/>
                  </a:lnTo>
                  <a:lnTo>
                    <a:pt x="452429" y="59056"/>
                  </a:lnTo>
                  <a:lnTo>
                    <a:pt x="455936" y="58557"/>
                  </a:lnTo>
                  <a:lnTo>
                    <a:pt x="459443" y="58057"/>
                  </a:lnTo>
                  <a:lnTo>
                    <a:pt x="462951" y="57557"/>
                  </a:lnTo>
                  <a:lnTo>
                    <a:pt x="466458" y="57056"/>
                  </a:lnTo>
                  <a:lnTo>
                    <a:pt x="469965" y="56554"/>
                  </a:lnTo>
                  <a:lnTo>
                    <a:pt x="473472" y="56052"/>
                  </a:lnTo>
                  <a:lnTo>
                    <a:pt x="476979" y="55548"/>
                  </a:lnTo>
                  <a:lnTo>
                    <a:pt x="480487" y="55044"/>
                  </a:lnTo>
                  <a:lnTo>
                    <a:pt x="483994" y="54539"/>
                  </a:lnTo>
                  <a:lnTo>
                    <a:pt x="487501" y="54034"/>
                  </a:lnTo>
                  <a:lnTo>
                    <a:pt x="491008" y="53527"/>
                  </a:lnTo>
                  <a:lnTo>
                    <a:pt x="494516" y="53020"/>
                  </a:lnTo>
                  <a:lnTo>
                    <a:pt x="498023" y="52512"/>
                  </a:lnTo>
                  <a:lnTo>
                    <a:pt x="501530" y="52003"/>
                  </a:lnTo>
                  <a:lnTo>
                    <a:pt x="505037" y="51494"/>
                  </a:lnTo>
                  <a:lnTo>
                    <a:pt x="508544" y="50984"/>
                  </a:lnTo>
                  <a:lnTo>
                    <a:pt x="512052" y="50473"/>
                  </a:lnTo>
                  <a:lnTo>
                    <a:pt x="515559" y="49961"/>
                  </a:lnTo>
                  <a:lnTo>
                    <a:pt x="519066" y="49449"/>
                  </a:lnTo>
                  <a:lnTo>
                    <a:pt x="522573" y="48935"/>
                  </a:lnTo>
                  <a:lnTo>
                    <a:pt x="526080" y="48421"/>
                  </a:lnTo>
                  <a:lnTo>
                    <a:pt x="529588" y="47906"/>
                  </a:lnTo>
                  <a:lnTo>
                    <a:pt x="533095" y="47391"/>
                  </a:lnTo>
                  <a:lnTo>
                    <a:pt x="536602" y="46875"/>
                  </a:lnTo>
                  <a:lnTo>
                    <a:pt x="540109" y="46357"/>
                  </a:lnTo>
                  <a:lnTo>
                    <a:pt x="543616" y="45840"/>
                  </a:lnTo>
                  <a:lnTo>
                    <a:pt x="547124" y="45321"/>
                  </a:lnTo>
                  <a:lnTo>
                    <a:pt x="550631" y="44802"/>
                  </a:lnTo>
                  <a:lnTo>
                    <a:pt x="554138" y="44282"/>
                  </a:lnTo>
                  <a:lnTo>
                    <a:pt x="557645" y="43761"/>
                  </a:lnTo>
                  <a:lnTo>
                    <a:pt x="561152" y="43239"/>
                  </a:lnTo>
                  <a:lnTo>
                    <a:pt x="564660" y="42717"/>
                  </a:lnTo>
                  <a:lnTo>
                    <a:pt x="568167" y="42193"/>
                  </a:lnTo>
                  <a:lnTo>
                    <a:pt x="571674" y="41670"/>
                  </a:lnTo>
                  <a:lnTo>
                    <a:pt x="575181" y="41145"/>
                  </a:lnTo>
                  <a:lnTo>
                    <a:pt x="578688" y="40619"/>
                  </a:lnTo>
                  <a:lnTo>
                    <a:pt x="582196" y="40093"/>
                  </a:lnTo>
                  <a:lnTo>
                    <a:pt x="585703" y="39566"/>
                  </a:lnTo>
                  <a:lnTo>
                    <a:pt x="589210" y="39039"/>
                  </a:lnTo>
                  <a:lnTo>
                    <a:pt x="592717" y="38510"/>
                  </a:lnTo>
                  <a:lnTo>
                    <a:pt x="596224" y="37981"/>
                  </a:lnTo>
                  <a:lnTo>
                    <a:pt x="599732" y="37451"/>
                  </a:lnTo>
                  <a:lnTo>
                    <a:pt x="603239" y="36920"/>
                  </a:lnTo>
                  <a:lnTo>
                    <a:pt x="606746" y="36389"/>
                  </a:lnTo>
                  <a:lnTo>
                    <a:pt x="610253" y="35857"/>
                  </a:lnTo>
                  <a:lnTo>
                    <a:pt x="613761" y="35324"/>
                  </a:lnTo>
                  <a:lnTo>
                    <a:pt x="617268" y="34790"/>
                  </a:lnTo>
                  <a:lnTo>
                    <a:pt x="620775" y="34255"/>
                  </a:lnTo>
                  <a:lnTo>
                    <a:pt x="624282" y="33720"/>
                  </a:lnTo>
                  <a:lnTo>
                    <a:pt x="627789" y="33184"/>
                  </a:lnTo>
                  <a:lnTo>
                    <a:pt x="631297" y="32647"/>
                  </a:lnTo>
                  <a:lnTo>
                    <a:pt x="634804" y="32110"/>
                  </a:lnTo>
                  <a:lnTo>
                    <a:pt x="638311" y="31572"/>
                  </a:lnTo>
                  <a:lnTo>
                    <a:pt x="641818" y="31033"/>
                  </a:lnTo>
                  <a:lnTo>
                    <a:pt x="645325" y="30493"/>
                  </a:lnTo>
                  <a:lnTo>
                    <a:pt x="648833" y="29953"/>
                  </a:lnTo>
                  <a:lnTo>
                    <a:pt x="652340" y="29411"/>
                  </a:lnTo>
                  <a:lnTo>
                    <a:pt x="655847" y="28869"/>
                  </a:lnTo>
                  <a:lnTo>
                    <a:pt x="659354" y="28327"/>
                  </a:lnTo>
                  <a:lnTo>
                    <a:pt x="662861" y="27783"/>
                  </a:lnTo>
                  <a:lnTo>
                    <a:pt x="666369" y="27239"/>
                  </a:lnTo>
                  <a:lnTo>
                    <a:pt x="669876" y="26694"/>
                  </a:lnTo>
                  <a:lnTo>
                    <a:pt x="673383" y="26148"/>
                  </a:lnTo>
                  <a:lnTo>
                    <a:pt x="676890" y="25602"/>
                  </a:lnTo>
                  <a:lnTo>
                    <a:pt x="680397" y="25055"/>
                  </a:lnTo>
                  <a:lnTo>
                    <a:pt x="683905" y="24508"/>
                  </a:lnTo>
                  <a:lnTo>
                    <a:pt x="687412" y="23962"/>
                  </a:lnTo>
                  <a:lnTo>
                    <a:pt x="690919" y="23416"/>
                  </a:lnTo>
                  <a:lnTo>
                    <a:pt x="694426" y="22869"/>
                  </a:lnTo>
                  <a:lnTo>
                    <a:pt x="697933" y="22321"/>
                  </a:lnTo>
                  <a:lnTo>
                    <a:pt x="701441" y="21772"/>
                  </a:lnTo>
                  <a:lnTo>
                    <a:pt x="704948" y="21223"/>
                  </a:lnTo>
                  <a:lnTo>
                    <a:pt x="708455" y="20674"/>
                  </a:lnTo>
                  <a:lnTo>
                    <a:pt x="711962" y="20123"/>
                  </a:lnTo>
                  <a:lnTo>
                    <a:pt x="715469" y="19572"/>
                  </a:lnTo>
                  <a:lnTo>
                    <a:pt x="718977" y="19021"/>
                  </a:lnTo>
                  <a:lnTo>
                    <a:pt x="722484" y="18468"/>
                  </a:lnTo>
                  <a:lnTo>
                    <a:pt x="725991" y="17915"/>
                  </a:lnTo>
                  <a:lnTo>
                    <a:pt x="729498" y="17362"/>
                  </a:lnTo>
                  <a:lnTo>
                    <a:pt x="733006" y="16807"/>
                  </a:lnTo>
                  <a:lnTo>
                    <a:pt x="736513" y="16252"/>
                  </a:lnTo>
                  <a:lnTo>
                    <a:pt x="740020" y="15697"/>
                  </a:lnTo>
                  <a:lnTo>
                    <a:pt x="743527" y="15141"/>
                  </a:lnTo>
                  <a:lnTo>
                    <a:pt x="747034" y="14584"/>
                  </a:lnTo>
                  <a:lnTo>
                    <a:pt x="750542" y="14026"/>
                  </a:lnTo>
                  <a:lnTo>
                    <a:pt x="754049" y="13468"/>
                  </a:lnTo>
                  <a:lnTo>
                    <a:pt x="757556" y="12909"/>
                  </a:lnTo>
                  <a:lnTo>
                    <a:pt x="761063" y="12350"/>
                  </a:lnTo>
                  <a:lnTo>
                    <a:pt x="764570" y="11790"/>
                  </a:lnTo>
                  <a:lnTo>
                    <a:pt x="768078" y="11229"/>
                  </a:lnTo>
                  <a:lnTo>
                    <a:pt x="771585" y="10668"/>
                  </a:lnTo>
                  <a:lnTo>
                    <a:pt x="775092" y="10106"/>
                  </a:lnTo>
                  <a:lnTo>
                    <a:pt x="778599" y="9544"/>
                  </a:lnTo>
                  <a:lnTo>
                    <a:pt x="782106" y="8981"/>
                  </a:lnTo>
                  <a:lnTo>
                    <a:pt x="785614" y="8417"/>
                  </a:lnTo>
                  <a:lnTo>
                    <a:pt x="789121" y="7853"/>
                  </a:lnTo>
                  <a:lnTo>
                    <a:pt x="792628" y="7288"/>
                  </a:lnTo>
                  <a:lnTo>
                    <a:pt x="796135" y="6723"/>
                  </a:lnTo>
                  <a:lnTo>
                    <a:pt x="799642" y="6158"/>
                  </a:lnTo>
                  <a:lnTo>
                    <a:pt x="803150" y="5600"/>
                  </a:lnTo>
                  <a:lnTo>
                    <a:pt x="806657" y="5042"/>
                  </a:lnTo>
                  <a:lnTo>
                    <a:pt x="810164" y="4483"/>
                  </a:lnTo>
                  <a:lnTo>
                    <a:pt x="813671" y="3924"/>
                  </a:lnTo>
                  <a:lnTo>
                    <a:pt x="817178" y="3365"/>
                  </a:lnTo>
                  <a:lnTo>
                    <a:pt x="820686" y="2805"/>
                  </a:lnTo>
                  <a:lnTo>
                    <a:pt x="824193" y="2245"/>
                  </a:lnTo>
                  <a:lnTo>
                    <a:pt x="827700" y="1684"/>
                  </a:lnTo>
                  <a:lnTo>
                    <a:pt x="831207" y="1123"/>
                  </a:lnTo>
                  <a:lnTo>
                    <a:pt x="834714" y="562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71183" y="3225706"/>
              <a:ext cx="838222" cy="74410"/>
            </a:xfrm>
            <a:custGeom>
              <a:avLst/>
              <a:pathLst>
                <a:path w="838222" h="74410">
                  <a:moveTo>
                    <a:pt x="838222" y="74410"/>
                  </a:moveTo>
                  <a:lnTo>
                    <a:pt x="834714" y="73966"/>
                  </a:lnTo>
                  <a:lnTo>
                    <a:pt x="831207" y="73520"/>
                  </a:lnTo>
                  <a:lnTo>
                    <a:pt x="827700" y="73072"/>
                  </a:lnTo>
                  <a:lnTo>
                    <a:pt x="824193" y="72624"/>
                  </a:lnTo>
                  <a:lnTo>
                    <a:pt x="820686" y="72175"/>
                  </a:lnTo>
                  <a:lnTo>
                    <a:pt x="817178" y="71724"/>
                  </a:lnTo>
                  <a:lnTo>
                    <a:pt x="813671" y="71272"/>
                  </a:lnTo>
                  <a:lnTo>
                    <a:pt x="810164" y="70820"/>
                  </a:lnTo>
                  <a:lnTo>
                    <a:pt x="806657" y="70366"/>
                  </a:lnTo>
                  <a:lnTo>
                    <a:pt x="803150" y="69910"/>
                  </a:lnTo>
                  <a:lnTo>
                    <a:pt x="799642" y="69454"/>
                  </a:lnTo>
                  <a:lnTo>
                    <a:pt x="796135" y="68997"/>
                  </a:lnTo>
                  <a:lnTo>
                    <a:pt x="792628" y="68538"/>
                  </a:lnTo>
                  <a:lnTo>
                    <a:pt x="789121" y="68078"/>
                  </a:lnTo>
                  <a:lnTo>
                    <a:pt x="785614" y="67617"/>
                  </a:lnTo>
                  <a:lnTo>
                    <a:pt x="782106" y="67155"/>
                  </a:lnTo>
                  <a:lnTo>
                    <a:pt x="778599" y="66692"/>
                  </a:lnTo>
                  <a:lnTo>
                    <a:pt x="775092" y="66228"/>
                  </a:lnTo>
                  <a:lnTo>
                    <a:pt x="771585" y="65762"/>
                  </a:lnTo>
                  <a:lnTo>
                    <a:pt x="768078" y="65295"/>
                  </a:lnTo>
                  <a:lnTo>
                    <a:pt x="764570" y="64827"/>
                  </a:lnTo>
                  <a:lnTo>
                    <a:pt x="761063" y="64358"/>
                  </a:lnTo>
                  <a:lnTo>
                    <a:pt x="757556" y="63887"/>
                  </a:lnTo>
                  <a:lnTo>
                    <a:pt x="754049" y="63415"/>
                  </a:lnTo>
                  <a:lnTo>
                    <a:pt x="750542" y="62943"/>
                  </a:lnTo>
                  <a:lnTo>
                    <a:pt x="747034" y="62469"/>
                  </a:lnTo>
                  <a:lnTo>
                    <a:pt x="743527" y="61994"/>
                  </a:lnTo>
                  <a:lnTo>
                    <a:pt x="740020" y="61517"/>
                  </a:lnTo>
                  <a:lnTo>
                    <a:pt x="736513" y="61040"/>
                  </a:lnTo>
                  <a:lnTo>
                    <a:pt x="733006" y="60561"/>
                  </a:lnTo>
                  <a:lnTo>
                    <a:pt x="729498" y="60083"/>
                  </a:lnTo>
                  <a:lnTo>
                    <a:pt x="725991" y="59606"/>
                  </a:lnTo>
                  <a:lnTo>
                    <a:pt x="722484" y="59128"/>
                  </a:lnTo>
                  <a:lnTo>
                    <a:pt x="718977" y="58649"/>
                  </a:lnTo>
                  <a:lnTo>
                    <a:pt x="715469" y="58168"/>
                  </a:lnTo>
                  <a:lnTo>
                    <a:pt x="711962" y="57686"/>
                  </a:lnTo>
                  <a:lnTo>
                    <a:pt x="708455" y="57203"/>
                  </a:lnTo>
                  <a:lnTo>
                    <a:pt x="704948" y="56711"/>
                  </a:lnTo>
                  <a:lnTo>
                    <a:pt x="701441" y="56218"/>
                  </a:lnTo>
                  <a:lnTo>
                    <a:pt x="697933" y="55724"/>
                  </a:lnTo>
                  <a:lnTo>
                    <a:pt x="694426" y="55228"/>
                  </a:lnTo>
                  <a:lnTo>
                    <a:pt x="690919" y="54733"/>
                  </a:lnTo>
                  <a:lnTo>
                    <a:pt x="687412" y="54244"/>
                  </a:lnTo>
                  <a:lnTo>
                    <a:pt x="683905" y="53753"/>
                  </a:lnTo>
                  <a:lnTo>
                    <a:pt x="680397" y="53261"/>
                  </a:lnTo>
                  <a:lnTo>
                    <a:pt x="676890" y="52767"/>
                  </a:lnTo>
                  <a:lnTo>
                    <a:pt x="673383" y="52273"/>
                  </a:lnTo>
                  <a:lnTo>
                    <a:pt x="669876" y="51777"/>
                  </a:lnTo>
                  <a:lnTo>
                    <a:pt x="666369" y="51280"/>
                  </a:lnTo>
                  <a:lnTo>
                    <a:pt x="662861" y="50781"/>
                  </a:lnTo>
                  <a:lnTo>
                    <a:pt x="659354" y="50281"/>
                  </a:lnTo>
                  <a:lnTo>
                    <a:pt x="655847" y="49781"/>
                  </a:lnTo>
                  <a:lnTo>
                    <a:pt x="652340" y="49278"/>
                  </a:lnTo>
                  <a:lnTo>
                    <a:pt x="648833" y="48775"/>
                  </a:lnTo>
                  <a:lnTo>
                    <a:pt x="645325" y="48270"/>
                  </a:lnTo>
                  <a:lnTo>
                    <a:pt x="641818" y="47764"/>
                  </a:lnTo>
                  <a:lnTo>
                    <a:pt x="638311" y="47257"/>
                  </a:lnTo>
                  <a:lnTo>
                    <a:pt x="634804" y="46749"/>
                  </a:lnTo>
                  <a:lnTo>
                    <a:pt x="631297" y="46239"/>
                  </a:lnTo>
                  <a:lnTo>
                    <a:pt x="627789" y="45728"/>
                  </a:lnTo>
                  <a:lnTo>
                    <a:pt x="624282" y="45216"/>
                  </a:lnTo>
                  <a:lnTo>
                    <a:pt x="620775" y="44702"/>
                  </a:lnTo>
                  <a:lnTo>
                    <a:pt x="617268" y="44187"/>
                  </a:lnTo>
                  <a:lnTo>
                    <a:pt x="613761" y="43671"/>
                  </a:lnTo>
                  <a:lnTo>
                    <a:pt x="610253" y="43154"/>
                  </a:lnTo>
                  <a:lnTo>
                    <a:pt x="606746" y="42635"/>
                  </a:lnTo>
                  <a:lnTo>
                    <a:pt x="603239" y="42116"/>
                  </a:lnTo>
                  <a:lnTo>
                    <a:pt x="599732" y="41594"/>
                  </a:lnTo>
                  <a:lnTo>
                    <a:pt x="596224" y="41072"/>
                  </a:lnTo>
                  <a:lnTo>
                    <a:pt x="592717" y="40548"/>
                  </a:lnTo>
                  <a:lnTo>
                    <a:pt x="589210" y="40023"/>
                  </a:lnTo>
                  <a:lnTo>
                    <a:pt x="585703" y="39497"/>
                  </a:lnTo>
                  <a:lnTo>
                    <a:pt x="582196" y="38969"/>
                  </a:lnTo>
                  <a:lnTo>
                    <a:pt x="578688" y="38440"/>
                  </a:lnTo>
                  <a:lnTo>
                    <a:pt x="575181" y="37910"/>
                  </a:lnTo>
                  <a:lnTo>
                    <a:pt x="571674" y="37379"/>
                  </a:lnTo>
                  <a:lnTo>
                    <a:pt x="568167" y="36846"/>
                  </a:lnTo>
                  <a:lnTo>
                    <a:pt x="564660" y="36312"/>
                  </a:lnTo>
                  <a:lnTo>
                    <a:pt x="561152" y="35777"/>
                  </a:lnTo>
                  <a:lnTo>
                    <a:pt x="557645" y="35240"/>
                  </a:lnTo>
                  <a:lnTo>
                    <a:pt x="554138" y="34702"/>
                  </a:lnTo>
                  <a:lnTo>
                    <a:pt x="550631" y="34163"/>
                  </a:lnTo>
                  <a:lnTo>
                    <a:pt x="547124" y="33622"/>
                  </a:lnTo>
                  <a:lnTo>
                    <a:pt x="543616" y="33081"/>
                  </a:lnTo>
                  <a:lnTo>
                    <a:pt x="540109" y="32537"/>
                  </a:lnTo>
                  <a:lnTo>
                    <a:pt x="536602" y="31993"/>
                  </a:lnTo>
                  <a:lnTo>
                    <a:pt x="533095" y="31447"/>
                  </a:lnTo>
                  <a:lnTo>
                    <a:pt x="529588" y="30900"/>
                  </a:lnTo>
                  <a:lnTo>
                    <a:pt x="526080" y="30352"/>
                  </a:lnTo>
                  <a:lnTo>
                    <a:pt x="522573" y="29802"/>
                  </a:lnTo>
                  <a:lnTo>
                    <a:pt x="519066" y="29251"/>
                  </a:lnTo>
                  <a:lnTo>
                    <a:pt x="515559" y="28699"/>
                  </a:lnTo>
                  <a:lnTo>
                    <a:pt x="512052" y="28145"/>
                  </a:lnTo>
                  <a:lnTo>
                    <a:pt x="508544" y="27591"/>
                  </a:lnTo>
                  <a:lnTo>
                    <a:pt x="505037" y="27034"/>
                  </a:lnTo>
                  <a:lnTo>
                    <a:pt x="501530" y="26477"/>
                  </a:lnTo>
                  <a:lnTo>
                    <a:pt x="498023" y="25918"/>
                  </a:lnTo>
                  <a:lnTo>
                    <a:pt x="494516" y="25358"/>
                  </a:lnTo>
                  <a:lnTo>
                    <a:pt x="491008" y="24796"/>
                  </a:lnTo>
                  <a:lnTo>
                    <a:pt x="487501" y="24234"/>
                  </a:lnTo>
                  <a:lnTo>
                    <a:pt x="483994" y="23670"/>
                  </a:lnTo>
                  <a:lnTo>
                    <a:pt x="480487" y="23104"/>
                  </a:lnTo>
                  <a:lnTo>
                    <a:pt x="476979" y="22537"/>
                  </a:lnTo>
                  <a:lnTo>
                    <a:pt x="473472" y="21969"/>
                  </a:lnTo>
                  <a:lnTo>
                    <a:pt x="469965" y="21400"/>
                  </a:lnTo>
                  <a:lnTo>
                    <a:pt x="466458" y="20829"/>
                  </a:lnTo>
                  <a:lnTo>
                    <a:pt x="462951" y="20257"/>
                  </a:lnTo>
                  <a:lnTo>
                    <a:pt x="459443" y="19684"/>
                  </a:lnTo>
                  <a:lnTo>
                    <a:pt x="455936" y="19109"/>
                  </a:lnTo>
                  <a:lnTo>
                    <a:pt x="452429" y="18533"/>
                  </a:lnTo>
                  <a:lnTo>
                    <a:pt x="448922" y="17956"/>
                  </a:lnTo>
                  <a:lnTo>
                    <a:pt x="445415" y="17377"/>
                  </a:lnTo>
                  <a:lnTo>
                    <a:pt x="441907" y="16797"/>
                  </a:lnTo>
                  <a:lnTo>
                    <a:pt x="438400" y="16215"/>
                  </a:lnTo>
                  <a:lnTo>
                    <a:pt x="434893" y="15633"/>
                  </a:lnTo>
                  <a:lnTo>
                    <a:pt x="431386" y="15046"/>
                  </a:lnTo>
                  <a:lnTo>
                    <a:pt x="427879" y="14457"/>
                  </a:lnTo>
                  <a:lnTo>
                    <a:pt x="424371" y="13867"/>
                  </a:lnTo>
                  <a:lnTo>
                    <a:pt x="420864" y="13276"/>
                  </a:lnTo>
                  <a:lnTo>
                    <a:pt x="417357" y="12684"/>
                  </a:lnTo>
                  <a:lnTo>
                    <a:pt x="413850" y="12091"/>
                  </a:lnTo>
                  <a:lnTo>
                    <a:pt x="410343" y="11497"/>
                  </a:lnTo>
                  <a:lnTo>
                    <a:pt x="406835" y="10901"/>
                  </a:lnTo>
                  <a:lnTo>
                    <a:pt x="403328" y="10305"/>
                  </a:lnTo>
                  <a:lnTo>
                    <a:pt x="399821" y="9709"/>
                  </a:lnTo>
                  <a:lnTo>
                    <a:pt x="396314" y="9113"/>
                  </a:lnTo>
                  <a:lnTo>
                    <a:pt x="392807" y="8516"/>
                  </a:lnTo>
                  <a:lnTo>
                    <a:pt x="389299" y="7917"/>
                  </a:lnTo>
                  <a:lnTo>
                    <a:pt x="385792" y="7317"/>
                  </a:lnTo>
                  <a:lnTo>
                    <a:pt x="382285" y="6716"/>
                  </a:lnTo>
                  <a:lnTo>
                    <a:pt x="378778" y="6113"/>
                  </a:lnTo>
                  <a:lnTo>
                    <a:pt x="375271" y="5509"/>
                  </a:lnTo>
                  <a:lnTo>
                    <a:pt x="371763" y="4904"/>
                  </a:lnTo>
                  <a:lnTo>
                    <a:pt x="368256" y="4297"/>
                  </a:lnTo>
                  <a:lnTo>
                    <a:pt x="364749" y="3689"/>
                  </a:lnTo>
                  <a:lnTo>
                    <a:pt x="361242" y="3079"/>
                  </a:lnTo>
                  <a:lnTo>
                    <a:pt x="357734" y="2468"/>
                  </a:lnTo>
                  <a:lnTo>
                    <a:pt x="354227" y="1856"/>
                  </a:lnTo>
                  <a:lnTo>
                    <a:pt x="350720" y="1242"/>
                  </a:lnTo>
                  <a:lnTo>
                    <a:pt x="347213" y="627"/>
                  </a:lnTo>
                  <a:lnTo>
                    <a:pt x="343706" y="10"/>
                  </a:lnTo>
                  <a:lnTo>
                    <a:pt x="340198" y="0"/>
                  </a:lnTo>
                  <a:lnTo>
                    <a:pt x="336691" y="474"/>
                  </a:lnTo>
                  <a:lnTo>
                    <a:pt x="333184" y="948"/>
                  </a:lnTo>
                  <a:lnTo>
                    <a:pt x="329677" y="1421"/>
                  </a:lnTo>
                  <a:lnTo>
                    <a:pt x="326170" y="1893"/>
                  </a:lnTo>
                  <a:lnTo>
                    <a:pt x="322662" y="2364"/>
                  </a:lnTo>
                  <a:lnTo>
                    <a:pt x="319155" y="2834"/>
                  </a:lnTo>
                  <a:lnTo>
                    <a:pt x="315648" y="3304"/>
                  </a:lnTo>
                  <a:lnTo>
                    <a:pt x="312141" y="3773"/>
                  </a:lnTo>
                  <a:lnTo>
                    <a:pt x="308634" y="4241"/>
                  </a:lnTo>
                  <a:lnTo>
                    <a:pt x="305126" y="4708"/>
                  </a:lnTo>
                  <a:lnTo>
                    <a:pt x="301619" y="5174"/>
                  </a:lnTo>
                  <a:lnTo>
                    <a:pt x="298112" y="5640"/>
                  </a:lnTo>
                  <a:lnTo>
                    <a:pt x="294605" y="6104"/>
                  </a:lnTo>
                  <a:lnTo>
                    <a:pt x="291098" y="6568"/>
                  </a:lnTo>
                  <a:lnTo>
                    <a:pt x="287590" y="7031"/>
                  </a:lnTo>
                  <a:lnTo>
                    <a:pt x="284083" y="7494"/>
                  </a:lnTo>
                  <a:lnTo>
                    <a:pt x="280576" y="7955"/>
                  </a:lnTo>
                  <a:lnTo>
                    <a:pt x="277069" y="8416"/>
                  </a:lnTo>
                  <a:lnTo>
                    <a:pt x="273562" y="8876"/>
                  </a:lnTo>
                  <a:lnTo>
                    <a:pt x="270054" y="9335"/>
                  </a:lnTo>
                  <a:lnTo>
                    <a:pt x="266547" y="9793"/>
                  </a:lnTo>
                  <a:lnTo>
                    <a:pt x="263040" y="10250"/>
                  </a:lnTo>
                  <a:lnTo>
                    <a:pt x="259533" y="10707"/>
                  </a:lnTo>
                  <a:lnTo>
                    <a:pt x="256026" y="11163"/>
                  </a:lnTo>
                  <a:lnTo>
                    <a:pt x="252518" y="11618"/>
                  </a:lnTo>
                  <a:lnTo>
                    <a:pt x="249011" y="12072"/>
                  </a:lnTo>
                  <a:lnTo>
                    <a:pt x="245504" y="12526"/>
                  </a:lnTo>
                  <a:lnTo>
                    <a:pt x="241997" y="12979"/>
                  </a:lnTo>
                  <a:lnTo>
                    <a:pt x="238489" y="13432"/>
                  </a:lnTo>
                  <a:lnTo>
                    <a:pt x="234982" y="13884"/>
                  </a:lnTo>
                  <a:lnTo>
                    <a:pt x="231475" y="14336"/>
                  </a:lnTo>
                  <a:lnTo>
                    <a:pt x="227968" y="14786"/>
                  </a:lnTo>
                  <a:lnTo>
                    <a:pt x="224461" y="15236"/>
                  </a:lnTo>
                  <a:lnTo>
                    <a:pt x="220953" y="15685"/>
                  </a:lnTo>
                  <a:lnTo>
                    <a:pt x="217446" y="16134"/>
                  </a:lnTo>
                  <a:lnTo>
                    <a:pt x="213939" y="16581"/>
                  </a:lnTo>
                  <a:lnTo>
                    <a:pt x="210432" y="17028"/>
                  </a:lnTo>
                  <a:lnTo>
                    <a:pt x="206925" y="17475"/>
                  </a:lnTo>
                  <a:lnTo>
                    <a:pt x="203417" y="17920"/>
                  </a:lnTo>
                  <a:lnTo>
                    <a:pt x="199910" y="18365"/>
                  </a:lnTo>
                  <a:lnTo>
                    <a:pt x="196403" y="18809"/>
                  </a:lnTo>
                  <a:lnTo>
                    <a:pt x="192896" y="19252"/>
                  </a:lnTo>
                  <a:lnTo>
                    <a:pt x="189389" y="19695"/>
                  </a:lnTo>
                  <a:lnTo>
                    <a:pt x="185881" y="20136"/>
                  </a:lnTo>
                  <a:lnTo>
                    <a:pt x="182374" y="20577"/>
                  </a:lnTo>
                  <a:lnTo>
                    <a:pt x="178867" y="21018"/>
                  </a:lnTo>
                  <a:lnTo>
                    <a:pt x="175360" y="21457"/>
                  </a:lnTo>
                  <a:lnTo>
                    <a:pt x="171853" y="21896"/>
                  </a:lnTo>
                  <a:lnTo>
                    <a:pt x="168345" y="22334"/>
                  </a:lnTo>
                  <a:lnTo>
                    <a:pt x="164838" y="22772"/>
                  </a:lnTo>
                  <a:lnTo>
                    <a:pt x="161331" y="23208"/>
                  </a:lnTo>
                  <a:lnTo>
                    <a:pt x="157824" y="23642"/>
                  </a:lnTo>
                  <a:lnTo>
                    <a:pt x="154317" y="24075"/>
                  </a:lnTo>
                  <a:lnTo>
                    <a:pt x="150809" y="24508"/>
                  </a:lnTo>
                  <a:lnTo>
                    <a:pt x="147302" y="24939"/>
                  </a:lnTo>
                  <a:lnTo>
                    <a:pt x="143795" y="25370"/>
                  </a:lnTo>
                  <a:lnTo>
                    <a:pt x="140288" y="25800"/>
                  </a:lnTo>
                  <a:lnTo>
                    <a:pt x="136781" y="26229"/>
                  </a:lnTo>
                  <a:lnTo>
                    <a:pt x="133273" y="26658"/>
                  </a:lnTo>
                  <a:lnTo>
                    <a:pt x="129766" y="27085"/>
                  </a:lnTo>
                  <a:lnTo>
                    <a:pt x="126259" y="27512"/>
                  </a:lnTo>
                  <a:lnTo>
                    <a:pt x="122752" y="27938"/>
                  </a:lnTo>
                  <a:lnTo>
                    <a:pt x="119244" y="28363"/>
                  </a:lnTo>
                  <a:lnTo>
                    <a:pt x="115737" y="28788"/>
                  </a:lnTo>
                  <a:lnTo>
                    <a:pt x="112230" y="29211"/>
                  </a:lnTo>
                  <a:lnTo>
                    <a:pt x="108723" y="29634"/>
                  </a:lnTo>
                  <a:lnTo>
                    <a:pt x="105216" y="30056"/>
                  </a:lnTo>
                  <a:lnTo>
                    <a:pt x="101708" y="30478"/>
                  </a:lnTo>
                  <a:lnTo>
                    <a:pt x="98201" y="30898"/>
                  </a:lnTo>
                  <a:lnTo>
                    <a:pt x="94694" y="31318"/>
                  </a:lnTo>
                  <a:lnTo>
                    <a:pt x="91187" y="31737"/>
                  </a:lnTo>
                  <a:lnTo>
                    <a:pt x="87680" y="32155"/>
                  </a:lnTo>
                  <a:lnTo>
                    <a:pt x="84172" y="32572"/>
                  </a:lnTo>
                  <a:lnTo>
                    <a:pt x="80665" y="32989"/>
                  </a:lnTo>
                  <a:lnTo>
                    <a:pt x="77158" y="33405"/>
                  </a:lnTo>
                  <a:lnTo>
                    <a:pt x="73651" y="33820"/>
                  </a:lnTo>
                  <a:lnTo>
                    <a:pt x="70144" y="34234"/>
                  </a:lnTo>
                  <a:lnTo>
                    <a:pt x="66636" y="34647"/>
                  </a:lnTo>
                  <a:lnTo>
                    <a:pt x="63129" y="35060"/>
                  </a:lnTo>
                  <a:lnTo>
                    <a:pt x="59622" y="35472"/>
                  </a:lnTo>
                  <a:lnTo>
                    <a:pt x="56115" y="35883"/>
                  </a:lnTo>
                  <a:lnTo>
                    <a:pt x="52608" y="36293"/>
                  </a:lnTo>
                  <a:lnTo>
                    <a:pt x="49100" y="36703"/>
                  </a:lnTo>
                  <a:lnTo>
                    <a:pt x="45593" y="37112"/>
                  </a:lnTo>
                  <a:lnTo>
                    <a:pt x="42086" y="37520"/>
                  </a:lnTo>
                  <a:lnTo>
                    <a:pt x="38579" y="37930"/>
                  </a:lnTo>
                  <a:lnTo>
                    <a:pt x="35072" y="38341"/>
                  </a:lnTo>
                  <a:lnTo>
                    <a:pt x="31564" y="38750"/>
                  </a:lnTo>
                  <a:lnTo>
                    <a:pt x="28057" y="39159"/>
                  </a:lnTo>
                  <a:lnTo>
                    <a:pt x="24550" y="39567"/>
                  </a:lnTo>
                  <a:lnTo>
                    <a:pt x="21043" y="39975"/>
                  </a:lnTo>
                  <a:lnTo>
                    <a:pt x="17536" y="40381"/>
                  </a:lnTo>
                  <a:lnTo>
                    <a:pt x="14028" y="40787"/>
                  </a:lnTo>
                  <a:lnTo>
                    <a:pt x="10521" y="41192"/>
                  </a:lnTo>
                  <a:lnTo>
                    <a:pt x="7014" y="41597"/>
                  </a:lnTo>
                  <a:lnTo>
                    <a:pt x="3507" y="42001"/>
                  </a:lnTo>
                  <a:lnTo>
                    <a:pt x="0" y="424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183" y="3216704"/>
              <a:ext cx="838222" cy="16788"/>
            </a:xfrm>
            <a:custGeom>
              <a:avLst/>
              <a:pathLst>
                <a:path w="838222" h="16788">
                  <a:moveTo>
                    <a:pt x="0" y="0"/>
                  </a:moveTo>
                  <a:lnTo>
                    <a:pt x="3507" y="102"/>
                  </a:lnTo>
                  <a:lnTo>
                    <a:pt x="7014" y="204"/>
                  </a:lnTo>
                  <a:lnTo>
                    <a:pt x="10521" y="306"/>
                  </a:lnTo>
                  <a:lnTo>
                    <a:pt x="14028" y="408"/>
                  </a:lnTo>
                  <a:lnTo>
                    <a:pt x="17536" y="509"/>
                  </a:lnTo>
                  <a:lnTo>
                    <a:pt x="21043" y="610"/>
                  </a:lnTo>
                  <a:lnTo>
                    <a:pt x="24550" y="711"/>
                  </a:lnTo>
                  <a:lnTo>
                    <a:pt x="28057" y="812"/>
                  </a:lnTo>
                  <a:lnTo>
                    <a:pt x="31564" y="912"/>
                  </a:lnTo>
                  <a:lnTo>
                    <a:pt x="35072" y="1012"/>
                  </a:lnTo>
                  <a:lnTo>
                    <a:pt x="38579" y="1112"/>
                  </a:lnTo>
                  <a:lnTo>
                    <a:pt x="42086" y="1212"/>
                  </a:lnTo>
                  <a:lnTo>
                    <a:pt x="45593" y="1311"/>
                  </a:lnTo>
                  <a:lnTo>
                    <a:pt x="49100" y="1410"/>
                  </a:lnTo>
                  <a:lnTo>
                    <a:pt x="52608" y="1509"/>
                  </a:lnTo>
                  <a:lnTo>
                    <a:pt x="56115" y="1608"/>
                  </a:lnTo>
                  <a:lnTo>
                    <a:pt x="59622" y="1706"/>
                  </a:lnTo>
                  <a:lnTo>
                    <a:pt x="63129" y="1804"/>
                  </a:lnTo>
                  <a:lnTo>
                    <a:pt x="66636" y="1902"/>
                  </a:lnTo>
                  <a:lnTo>
                    <a:pt x="70144" y="1999"/>
                  </a:lnTo>
                  <a:lnTo>
                    <a:pt x="73651" y="2096"/>
                  </a:lnTo>
                  <a:lnTo>
                    <a:pt x="77158" y="2193"/>
                  </a:lnTo>
                  <a:lnTo>
                    <a:pt x="80665" y="2290"/>
                  </a:lnTo>
                  <a:lnTo>
                    <a:pt x="84172" y="2386"/>
                  </a:lnTo>
                  <a:lnTo>
                    <a:pt x="87680" y="2483"/>
                  </a:lnTo>
                  <a:lnTo>
                    <a:pt x="91187" y="2578"/>
                  </a:lnTo>
                  <a:lnTo>
                    <a:pt x="94694" y="2674"/>
                  </a:lnTo>
                  <a:lnTo>
                    <a:pt x="98201" y="2769"/>
                  </a:lnTo>
                  <a:lnTo>
                    <a:pt x="101708" y="2865"/>
                  </a:lnTo>
                  <a:lnTo>
                    <a:pt x="105216" y="2959"/>
                  </a:lnTo>
                  <a:lnTo>
                    <a:pt x="108723" y="3054"/>
                  </a:lnTo>
                  <a:lnTo>
                    <a:pt x="112230" y="3148"/>
                  </a:lnTo>
                  <a:lnTo>
                    <a:pt x="115737" y="3242"/>
                  </a:lnTo>
                  <a:lnTo>
                    <a:pt x="119244" y="3336"/>
                  </a:lnTo>
                  <a:lnTo>
                    <a:pt x="122752" y="3429"/>
                  </a:lnTo>
                  <a:lnTo>
                    <a:pt x="126259" y="3523"/>
                  </a:lnTo>
                  <a:lnTo>
                    <a:pt x="129766" y="3616"/>
                  </a:lnTo>
                  <a:lnTo>
                    <a:pt x="133273" y="3708"/>
                  </a:lnTo>
                  <a:lnTo>
                    <a:pt x="136781" y="3801"/>
                  </a:lnTo>
                  <a:lnTo>
                    <a:pt x="140288" y="3893"/>
                  </a:lnTo>
                  <a:lnTo>
                    <a:pt x="143795" y="3985"/>
                  </a:lnTo>
                  <a:lnTo>
                    <a:pt x="147302" y="4076"/>
                  </a:lnTo>
                  <a:lnTo>
                    <a:pt x="150809" y="4168"/>
                  </a:lnTo>
                  <a:lnTo>
                    <a:pt x="154317" y="4259"/>
                  </a:lnTo>
                  <a:lnTo>
                    <a:pt x="157824" y="4349"/>
                  </a:lnTo>
                  <a:lnTo>
                    <a:pt x="161331" y="4440"/>
                  </a:lnTo>
                  <a:lnTo>
                    <a:pt x="164838" y="4530"/>
                  </a:lnTo>
                  <a:lnTo>
                    <a:pt x="168345" y="4620"/>
                  </a:lnTo>
                  <a:lnTo>
                    <a:pt x="171853" y="4710"/>
                  </a:lnTo>
                  <a:lnTo>
                    <a:pt x="175360" y="4799"/>
                  </a:lnTo>
                  <a:lnTo>
                    <a:pt x="178867" y="4889"/>
                  </a:lnTo>
                  <a:lnTo>
                    <a:pt x="182374" y="4977"/>
                  </a:lnTo>
                  <a:lnTo>
                    <a:pt x="185881" y="5066"/>
                  </a:lnTo>
                  <a:lnTo>
                    <a:pt x="189389" y="5154"/>
                  </a:lnTo>
                  <a:lnTo>
                    <a:pt x="192896" y="5242"/>
                  </a:lnTo>
                  <a:lnTo>
                    <a:pt x="196403" y="5330"/>
                  </a:lnTo>
                  <a:lnTo>
                    <a:pt x="199910" y="5418"/>
                  </a:lnTo>
                  <a:lnTo>
                    <a:pt x="203417" y="5505"/>
                  </a:lnTo>
                  <a:lnTo>
                    <a:pt x="206925" y="5592"/>
                  </a:lnTo>
                  <a:lnTo>
                    <a:pt x="210432" y="5679"/>
                  </a:lnTo>
                  <a:lnTo>
                    <a:pt x="213939" y="5765"/>
                  </a:lnTo>
                  <a:lnTo>
                    <a:pt x="217446" y="5851"/>
                  </a:lnTo>
                  <a:lnTo>
                    <a:pt x="220953" y="5937"/>
                  </a:lnTo>
                  <a:lnTo>
                    <a:pt x="224461" y="6023"/>
                  </a:lnTo>
                  <a:lnTo>
                    <a:pt x="227968" y="6108"/>
                  </a:lnTo>
                  <a:lnTo>
                    <a:pt x="231475" y="6193"/>
                  </a:lnTo>
                  <a:lnTo>
                    <a:pt x="234982" y="6278"/>
                  </a:lnTo>
                  <a:lnTo>
                    <a:pt x="238489" y="6363"/>
                  </a:lnTo>
                  <a:lnTo>
                    <a:pt x="241997" y="6447"/>
                  </a:lnTo>
                  <a:lnTo>
                    <a:pt x="245504" y="6531"/>
                  </a:lnTo>
                  <a:lnTo>
                    <a:pt x="249011" y="6615"/>
                  </a:lnTo>
                  <a:lnTo>
                    <a:pt x="252518" y="6698"/>
                  </a:lnTo>
                  <a:lnTo>
                    <a:pt x="256026" y="6781"/>
                  </a:lnTo>
                  <a:lnTo>
                    <a:pt x="259533" y="6864"/>
                  </a:lnTo>
                  <a:lnTo>
                    <a:pt x="263040" y="6947"/>
                  </a:lnTo>
                  <a:lnTo>
                    <a:pt x="266547" y="7029"/>
                  </a:lnTo>
                  <a:lnTo>
                    <a:pt x="270054" y="7111"/>
                  </a:lnTo>
                  <a:lnTo>
                    <a:pt x="273562" y="7193"/>
                  </a:lnTo>
                  <a:lnTo>
                    <a:pt x="277069" y="7274"/>
                  </a:lnTo>
                  <a:lnTo>
                    <a:pt x="280576" y="7356"/>
                  </a:lnTo>
                  <a:lnTo>
                    <a:pt x="284083" y="7437"/>
                  </a:lnTo>
                  <a:lnTo>
                    <a:pt x="287590" y="7517"/>
                  </a:lnTo>
                  <a:lnTo>
                    <a:pt x="291098" y="7598"/>
                  </a:lnTo>
                  <a:lnTo>
                    <a:pt x="294605" y="7678"/>
                  </a:lnTo>
                  <a:lnTo>
                    <a:pt x="298112" y="7758"/>
                  </a:lnTo>
                  <a:lnTo>
                    <a:pt x="301619" y="7837"/>
                  </a:lnTo>
                  <a:lnTo>
                    <a:pt x="305126" y="7917"/>
                  </a:lnTo>
                  <a:lnTo>
                    <a:pt x="308634" y="7996"/>
                  </a:lnTo>
                  <a:lnTo>
                    <a:pt x="312141" y="8074"/>
                  </a:lnTo>
                  <a:lnTo>
                    <a:pt x="315648" y="8153"/>
                  </a:lnTo>
                  <a:lnTo>
                    <a:pt x="319155" y="8231"/>
                  </a:lnTo>
                  <a:lnTo>
                    <a:pt x="322662" y="8309"/>
                  </a:lnTo>
                  <a:lnTo>
                    <a:pt x="326170" y="8387"/>
                  </a:lnTo>
                  <a:lnTo>
                    <a:pt x="329677" y="8464"/>
                  </a:lnTo>
                  <a:lnTo>
                    <a:pt x="333184" y="8541"/>
                  </a:lnTo>
                  <a:lnTo>
                    <a:pt x="336691" y="8618"/>
                  </a:lnTo>
                  <a:lnTo>
                    <a:pt x="340198" y="8695"/>
                  </a:lnTo>
                  <a:lnTo>
                    <a:pt x="343706" y="8771"/>
                  </a:lnTo>
                  <a:lnTo>
                    <a:pt x="347213" y="8847"/>
                  </a:lnTo>
                  <a:lnTo>
                    <a:pt x="350720" y="8923"/>
                  </a:lnTo>
                  <a:lnTo>
                    <a:pt x="354227" y="8998"/>
                  </a:lnTo>
                  <a:lnTo>
                    <a:pt x="357734" y="9073"/>
                  </a:lnTo>
                  <a:lnTo>
                    <a:pt x="361242" y="9148"/>
                  </a:lnTo>
                  <a:lnTo>
                    <a:pt x="364749" y="9223"/>
                  </a:lnTo>
                  <a:lnTo>
                    <a:pt x="368256" y="9297"/>
                  </a:lnTo>
                  <a:lnTo>
                    <a:pt x="371763" y="9371"/>
                  </a:lnTo>
                  <a:lnTo>
                    <a:pt x="375271" y="9445"/>
                  </a:lnTo>
                  <a:lnTo>
                    <a:pt x="378778" y="9519"/>
                  </a:lnTo>
                  <a:lnTo>
                    <a:pt x="382285" y="9592"/>
                  </a:lnTo>
                  <a:lnTo>
                    <a:pt x="385792" y="9665"/>
                  </a:lnTo>
                  <a:lnTo>
                    <a:pt x="389299" y="9737"/>
                  </a:lnTo>
                  <a:lnTo>
                    <a:pt x="392807" y="9810"/>
                  </a:lnTo>
                  <a:lnTo>
                    <a:pt x="396314" y="9882"/>
                  </a:lnTo>
                  <a:lnTo>
                    <a:pt x="399821" y="9954"/>
                  </a:lnTo>
                  <a:lnTo>
                    <a:pt x="403328" y="10025"/>
                  </a:lnTo>
                  <a:lnTo>
                    <a:pt x="406835" y="10097"/>
                  </a:lnTo>
                  <a:lnTo>
                    <a:pt x="410343" y="10168"/>
                  </a:lnTo>
                  <a:lnTo>
                    <a:pt x="413850" y="10238"/>
                  </a:lnTo>
                  <a:lnTo>
                    <a:pt x="417357" y="10309"/>
                  </a:lnTo>
                  <a:lnTo>
                    <a:pt x="420864" y="10379"/>
                  </a:lnTo>
                  <a:lnTo>
                    <a:pt x="424371" y="10449"/>
                  </a:lnTo>
                  <a:lnTo>
                    <a:pt x="427879" y="10519"/>
                  </a:lnTo>
                  <a:lnTo>
                    <a:pt x="431386" y="10588"/>
                  </a:lnTo>
                  <a:lnTo>
                    <a:pt x="434893" y="10657"/>
                  </a:lnTo>
                  <a:lnTo>
                    <a:pt x="438400" y="10726"/>
                  </a:lnTo>
                  <a:lnTo>
                    <a:pt x="441907" y="10795"/>
                  </a:lnTo>
                  <a:lnTo>
                    <a:pt x="445415" y="10863"/>
                  </a:lnTo>
                  <a:lnTo>
                    <a:pt x="448922" y="10931"/>
                  </a:lnTo>
                  <a:lnTo>
                    <a:pt x="452429" y="10999"/>
                  </a:lnTo>
                  <a:lnTo>
                    <a:pt x="455936" y="11066"/>
                  </a:lnTo>
                  <a:lnTo>
                    <a:pt x="459443" y="11133"/>
                  </a:lnTo>
                  <a:lnTo>
                    <a:pt x="462951" y="11200"/>
                  </a:lnTo>
                  <a:lnTo>
                    <a:pt x="466458" y="11267"/>
                  </a:lnTo>
                  <a:lnTo>
                    <a:pt x="469965" y="11333"/>
                  </a:lnTo>
                  <a:lnTo>
                    <a:pt x="473472" y="11399"/>
                  </a:lnTo>
                  <a:lnTo>
                    <a:pt x="476979" y="11465"/>
                  </a:lnTo>
                  <a:lnTo>
                    <a:pt x="480487" y="11530"/>
                  </a:lnTo>
                  <a:lnTo>
                    <a:pt x="483994" y="11596"/>
                  </a:lnTo>
                  <a:lnTo>
                    <a:pt x="487501" y="11661"/>
                  </a:lnTo>
                  <a:lnTo>
                    <a:pt x="491008" y="11725"/>
                  </a:lnTo>
                  <a:lnTo>
                    <a:pt x="494516" y="11790"/>
                  </a:lnTo>
                  <a:lnTo>
                    <a:pt x="498023" y="11854"/>
                  </a:lnTo>
                  <a:lnTo>
                    <a:pt x="501530" y="11918"/>
                  </a:lnTo>
                  <a:lnTo>
                    <a:pt x="505037" y="11981"/>
                  </a:lnTo>
                  <a:lnTo>
                    <a:pt x="508544" y="12045"/>
                  </a:lnTo>
                  <a:lnTo>
                    <a:pt x="512052" y="12108"/>
                  </a:lnTo>
                  <a:lnTo>
                    <a:pt x="515559" y="12170"/>
                  </a:lnTo>
                  <a:lnTo>
                    <a:pt x="519066" y="12233"/>
                  </a:lnTo>
                  <a:lnTo>
                    <a:pt x="522573" y="12295"/>
                  </a:lnTo>
                  <a:lnTo>
                    <a:pt x="526080" y="12357"/>
                  </a:lnTo>
                  <a:lnTo>
                    <a:pt x="529588" y="12419"/>
                  </a:lnTo>
                  <a:lnTo>
                    <a:pt x="533095" y="12480"/>
                  </a:lnTo>
                  <a:lnTo>
                    <a:pt x="536602" y="12541"/>
                  </a:lnTo>
                  <a:lnTo>
                    <a:pt x="540109" y="12602"/>
                  </a:lnTo>
                  <a:lnTo>
                    <a:pt x="543616" y="12663"/>
                  </a:lnTo>
                  <a:lnTo>
                    <a:pt x="547124" y="12723"/>
                  </a:lnTo>
                  <a:lnTo>
                    <a:pt x="550631" y="12783"/>
                  </a:lnTo>
                  <a:lnTo>
                    <a:pt x="554138" y="12843"/>
                  </a:lnTo>
                  <a:lnTo>
                    <a:pt x="557645" y="12902"/>
                  </a:lnTo>
                  <a:lnTo>
                    <a:pt x="561152" y="12961"/>
                  </a:lnTo>
                  <a:lnTo>
                    <a:pt x="564660" y="13020"/>
                  </a:lnTo>
                  <a:lnTo>
                    <a:pt x="568167" y="13079"/>
                  </a:lnTo>
                  <a:lnTo>
                    <a:pt x="571674" y="13137"/>
                  </a:lnTo>
                  <a:lnTo>
                    <a:pt x="575181" y="13195"/>
                  </a:lnTo>
                  <a:lnTo>
                    <a:pt x="578688" y="13253"/>
                  </a:lnTo>
                  <a:lnTo>
                    <a:pt x="582196" y="13311"/>
                  </a:lnTo>
                  <a:lnTo>
                    <a:pt x="585703" y="13368"/>
                  </a:lnTo>
                  <a:lnTo>
                    <a:pt x="589210" y="13425"/>
                  </a:lnTo>
                  <a:lnTo>
                    <a:pt x="592717" y="13482"/>
                  </a:lnTo>
                  <a:lnTo>
                    <a:pt x="596224" y="13538"/>
                  </a:lnTo>
                  <a:lnTo>
                    <a:pt x="599732" y="13595"/>
                  </a:lnTo>
                  <a:lnTo>
                    <a:pt x="603239" y="13651"/>
                  </a:lnTo>
                  <a:lnTo>
                    <a:pt x="606746" y="13706"/>
                  </a:lnTo>
                  <a:lnTo>
                    <a:pt x="610253" y="13762"/>
                  </a:lnTo>
                  <a:lnTo>
                    <a:pt x="613761" y="13817"/>
                  </a:lnTo>
                  <a:lnTo>
                    <a:pt x="617268" y="13872"/>
                  </a:lnTo>
                  <a:lnTo>
                    <a:pt x="620775" y="13926"/>
                  </a:lnTo>
                  <a:lnTo>
                    <a:pt x="624282" y="13980"/>
                  </a:lnTo>
                  <a:lnTo>
                    <a:pt x="627789" y="14034"/>
                  </a:lnTo>
                  <a:lnTo>
                    <a:pt x="631297" y="14088"/>
                  </a:lnTo>
                  <a:lnTo>
                    <a:pt x="634804" y="14142"/>
                  </a:lnTo>
                  <a:lnTo>
                    <a:pt x="638311" y="14195"/>
                  </a:lnTo>
                  <a:lnTo>
                    <a:pt x="641818" y="14248"/>
                  </a:lnTo>
                  <a:lnTo>
                    <a:pt x="645325" y="14301"/>
                  </a:lnTo>
                  <a:lnTo>
                    <a:pt x="648833" y="14353"/>
                  </a:lnTo>
                  <a:lnTo>
                    <a:pt x="652340" y="14405"/>
                  </a:lnTo>
                  <a:lnTo>
                    <a:pt x="655847" y="14457"/>
                  </a:lnTo>
                  <a:lnTo>
                    <a:pt x="659354" y="14509"/>
                  </a:lnTo>
                  <a:lnTo>
                    <a:pt x="662861" y="14560"/>
                  </a:lnTo>
                  <a:lnTo>
                    <a:pt x="666369" y="14611"/>
                  </a:lnTo>
                  <a:lnTo>
                    <a:pt x="669876" y="14662"/>
                  </a:lnTo>
                  <a:lnTo>
                    <a:pt x="673383" y="14712"/>
                  </a:lnTo>
                  <a:lnTo>
                    <a:pt x="676890" y="14763"/>
                  </a:lnTo>
                  <a:lnTo>
                    <a:pt x="680397" y="14813"/>
                  </a:lnTo>
                  <a:lnTo>
                    <a:pt x="683905" y="14862"/>
                  </a:lnTo>
                  <a:lnTo>
                    <a:pt x="687412" y="14912"/>
                  </a:lnTo>
                  <a:lnTo>
                    <a:pt x="690919" y="14961"/>
                  </a:lnTo>
                  <a:lnTo>
                    <a:pt x="694426" y="15010"/>
                  </a:lnTo>
                  <a:lnTo>
                    <a:pt x="697933" y="15059"/>
                  </a:lnTo>
                  <a:lnTo>
                    <a:pt x="701441" y="15107"/>
                  </a:lnTo>
                  <a:lnTo>
                    <a:pt x="704948" y="15155"/>
                  </a:lnTo>
                  <a:lnTo>
                    <a:pt x="708455" y="15203"/>
                  </a:lnTo>
                  <a:lnTo>
                    <a:pt x="711962" y="15250"/>
                  </a:lnTo>
                  <a:lnTo>
                    <a:pt x="715469" y="15298"/>
                  </a:lnTo>
                  <a:lnTo>
                    <a:pt x="718977" y="15345"/>
                  </a:lnTo>
                  <a:lnTo>
                    <a:pt x="722484" y="15392"/>
                  </a:lnTo>
                  <a:lnTo>
                    <a:pt x="725991" y="15438"/>
                  </a:lnTo>
                  <a:lnTo>
                    <a:pt x="729498" y="15484"/>
                  </a:lnTo>
                  <a:lnTo>
                    <a:pt x="733006" y="15530"/>
                  </a:lnTo>
                  <a:lnTo>
                    <a:pt x="736513" y="15576"/>
                  </a:lnTo>
                  <a:lnTo>
                    <a:pt x="740020" y="15622"/>
                  </a:lnTo>
                  <a:lnTo>
                    <a:pt x="743527" y="15667"/>
                  </a:lnTo>
                  <a:lnTo>
                    <a:pt x="747034" y="15712"/>
                  </a:lnTo>
                  <a:lnTo>
                    <a:pt x="750542" y="15756"/>
                  </a:lnTo>
                  <a:lnTo>
                    <a:pt x="754049" y="15801"/>
                  </a:lnTo>
                  <a:lnTo>
                    <a:pt x="757556" y="15845"/>
                  </a:lnTo>
                  <a:lnTo>
                    <a:pt x="761063" y="15889"/>
                  </a:lnTo>
                  <a:lnTo>
                    <a:pt x="764570" y="15932"/>
                  </a:lnTo>
                  <a:lnTo>
                    <a:pt x="768078" y="15976"/>
                  </a:lnTo>
                  <a:lnTo>
                    <a:pt x="771585" y="16019"/>
                  </a:lnTo>
                  <a:lnTo>
                    <a:pt x="775092" y="16062"/>
                  </a:lnTo>
                  <a:lnTo>
                    <a:pt x="778599" y="16104"/>
                  </a:lnTo>
                  <a:lnTo>
                    <a:pt x="782106" y="16147"/>
                  </a:lnTo>
                  <a:lnTo>
                    <a:pt x="785614" y="16189"/>
                  </a:lnTo>
                  <a:lnTo>
                    <a:pt x="789121" y="16230"/>
                  </a:lnTo>
                  <a:lnTo>
                    <a:pt x="792628" y="16272"/>
                  </a:lnTo>
                  <a:lnTo>
                    <a:pt x="796135" y="16313"/>
                  </a:lnTo>
                  <a:lnTo>
                    <a:pt x="799642" y="16354"/>
                  </a:lnTo>
                  <a:lnTo>
                    <a:pt x="803150" y="16395"/>
                  </a:lnTo>
                  <a:lnTo>
                    <a:pt x="806657" y="16435"/>
                  </a:lnTo>
                  <a:lnTo>
                    <a:pt x="810164" y="16476"/>
                  </a:lnTo>
                  <a:lnTo>
                    <a:pt x="813671" y="16516"/>
                  </a:lnTo>
                  <a:lnTo>
                    <a:pt x="817178" y="16555"/>
                  </a:lnTo>
                  <a:lnTo>
                    <a:pt x="820686" y="16595"/>
                  </a:lnTo>
                  <a:lnTo>
                    <a:pt x="824193" y="16634"/>
                  </a:lnTo>
                  <a:lnTo>
                    <a:pt x="827700" y="16673"/>
                  </a:lnTo>
                  <a:lnTo>
                    <a:pt x="831207" y="16712"/>
                  </a:lnTo>
                  <a:lnTo>
                    <a:pt x="834714" y="16750"/>
                  </a:lnTo>
                  <a:lnTo>
                    <a:pt x="838222" y="16788"/>
                  </a:lnTo>
                </a:path>
              </a:pathLst>
            </a:custGeom>
            <a:ln w="28456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29272" y="3225442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229272" y="3639043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1271183" y="4144952"/>
              <a:ext cx="838222" cy="149022"/>
            </a:xfrm>
            <a:custGeom>
              <a:avLst/>
              <a:pathLst>
                <a:path w="838222" h="149022">
                  <a:moveTo>
                    <a:pt x="0" y="7636"/>
                  </a:moveTo>
                  <a:lnTo>
                    <a:pt x="3507" y="8388"/>
                  </a:lnTo>
                  <a:lnTo>
                    <a:pt x="7014" y="9139"/>
                  </a:lnTo>
                  <a:lnTo>
                    <a:pt x="10521" y="9889"/>
                  </a:lnTo>
                  <a:lnTo>
                    <a:pt x="14028" y="10637"/>
                  </a:lnTo>
                  <a:lnTo>
                    <a:pt x="17536" y="11384"/>
                  </a:lnTo>
                  <a:lnTo>
                    <a:pt x="21043" y="12129"/>
                  </a:lnTo>
                  <a:lnTo>
                    <a:pt x="24550" y="12873"/>
                  </a:lnTo>
                  <a:lnTo>
                    <a:pt x="28057" y="13616"/>
                  </a:lnTo>
                  <a:lnTo>
                    <a:pt x="31564" y="14357"/>
                  </a:lnTo>
                  <a:lnTo>
                    <a:pt x="35072" y="15097"/>
                  </a:lnTo>
                  <a:lnTo>
                    <a:pt x="38579" y="15835"/>
                  </a:lnTo>
                  <a:lnTo>
                    <a:pt x="42086" y="16572"/>
                  </a:lnTo>
                  <a:lnTo>
                    <a:pt x="45593" y="17307"/>
                  </a:lnTo>
                  <a:lnTo>
                    <a:pt x="49100" y="18041"/>
                  </a:lnTo>
                  <a:lnTo>
                    <a:pt x="52608" y="18774"/>
                  </a:lnTo>
                  <a:lnTo>
                    <a:pt x="56115" y="19505"/>
                  </a:lnTo>
                  <a:lnTo>
                    <a:pt x="59622" y="20234"/>
                  </a:lnTo>
                  <a:lnTo>
                    <a:pt x="63129" y="20963"/>
                  </a:lnTo>
                  <a:lnTo>
                    <a:pt x="66636" y="21689"/>
                  </a:lnTo>
                  <a:lnTo>
                    <a:pt x="70144" y="22415"/>
                  </a:lnTo>
                  <a:lnTo>
                    <a:pt x="73651" y="23139"/>
                  </a:lnTo>
                  <a:lnTo>
                    <a:pt x="77158" y="23861"/>
                  </a:lnTo>
                  <a:lnTo>
                    <a:pt x="80665" y="24583"/>
                  </a:lnTo>
                  <a:lnTo>
                    <a:pt x="84172" y="25302"/>
                  </a:lnTo>
                  <a:lnTo>
                    <a:pt x="87680" y="26021"/>
                  </a:lnTo>
                  <a:lnTo>
                    <a:pt x="91187" y="26737"/>
                  </a:lnTo>
                  <a:lnTo>
                    <a:pt x="94694" y="27453"/>
                  </a:lnTo>
                  <a:lnTo>
                    <a:pt x="98201" y="28167"/>
                  </a:lnTo>
                  <a:lnTo>
                    <a:pt x="101708" y="28879"/>
                  </a:lnTo>
                  <a:lnTo>
                    <a:pt x="105216" y="29591"/>
                  </a:lnTo>
                  <a:lnTo>
                    <a:pt x="108723" y="30300"/>
                  </a:lnTo>
                  <a:lnTo>
                    <a:pt x="112230" y="31009"/>
                  </a:lnTo>
                  <a:lnTo>
                    <a:pt x="115737" y="31715"/>
                  </a:lnTo>
                  <a:lnTo>
                    <a:pt x="119244" y="32421"/>
                  </a:lnTo>
                  <a:lnTo>
                    <a:pt x="122752" y="33125"/>
                  </a:lnTo>
                  <a:lnTo>
                    <a:pt x="126259" y="33827"/>
                  </a:lnTo>
                  <a:lnTo>
                    <a:pt x="129766" y="34524"/>
                  </a:lnTo>
                  <a:lnTo>
                    <a:pt x="133273" y="35215"/>
                  </a:lnTo>
                  <a:lnTo>
                    <a:pt x="136781" y="35905"/>
                  </a:lnTo>
                  <a:lnTo>
                    <a:pt x="140288" y="36595"/>
                  </a:lnTo>
                  <a:lnTo>
                    <a:pt x="143795" y="37283"/>
                  </a:lnTo>
                  <a:lnTo>
                    <a:pt x="147302" y="37970"/>
                  </a:lnTo>
                  <a:lnTo>
                    <a:pt x="150809" y="38656"/>
                  </a:lnTo>
                  <a:lnTo>
                    <a:pt x="154317" y="39340"/>
                  </a:lnTo>
                  <a:lnTo>
                    <a:pt x="157824" y="40024"/>
                  </a:lnTo>
                  <a:lnTo>
                    <a:pt x="161331" y="40707"/>
                  </a:lnTo>
                  <a:lnTo>
                    <a:pt x="164838" y="41388"/>
                  </a:lnTo>
                  <a:lnTo>
                    <a:pt x="168345" y="42068"/>
                  </a:lnTo>
                  <a:lnTo>
                    <a:pt x="171853" y="42748"/>
                  </a:lnTo>
                  <a:lnTo>
                    <a:pt x="175360" y="43426"/>
                  </a:lnTo>
                  <a:lnTo>
                    <a:pt x="178867" y="44103"/>
                  </a:lnTo>
                  <a:lnTo>
                    <a:pt x="182374" y="44779"/>
                  </a:lnTo>
                  <a:lnTo>
                    <a:pt x="185881" y="45453"/>
                  </a:lnTo>
                  <a:lnTo>
                    <a:pt x="189389" y="46127"/>
                  </a:lnTo>
                  <a:lnTo>
                    <a:pt x="192896" y="46800"/>
                  </a:lnTo>
                  <a:lnTo>
                    <a:pt x="196403" y="47471"/>
                  </a:lnTo>
                  <a:lnTo>
                    <a:pt x="199910" y="48141"/>
                  </a:lnTo>
                  <a:lnTo>
                    <a:pt x="203417" y="48814"/>
                  </a:lnTo>
                  <a:lnTo>
                    <a:pt x="206925" y="49486"/>
                  </a:lnTo>
                  <a:lnTo>
                    <a:pt x="210432" y="50156"/>
                  </a:lnTo>
                  <a:lnTo>
                    <a:pt x="213939" y="50825"/>
                  </a:lnTo>
                  <a:lnTo>
                    <a:pt x="217446" y="51494"/>
                  </a:lnTo>
                  <a:lnTo>
                    <a:pt x="220953" y="52161"/>
                  </a:lnTo>
                  <a:lnTo>
                    <a:pt x="224461" y="52823"/>
                  </a:lnTo>
                  <a:lnTo>
                    <a:pt x="227968" y="53486"/>
                  </a:lnTo>
                  <a:lnTo>
                    <a:pt x="231475" y="54149"/>
                  </a:lnTo>
                  <a:lnTo>
                    <a:pt x="234982" y="54811"/>
                  </a:lnTo>
                  <a:lnTo>
                    <a:pt x="238489" y="55471"/>
                  </a:lnTo>
                  <a:lnTo>
                    <a:pt x="241997" y="56130"/>
                  </a:lnTo>
                  <a:lnTo>
                    <a:pt x="245504" y="56787"/>
                  </a:lnTo>
                  <a:lnTo>
                    <a:pt x="249011" y="57443"/>
                  </a:lnTo>
                  <a:lnTo>
                    <a:pt x="252518" y="58098"/>
                  </a:lnTo>
                  <a:lnTo>
                    <a:pt x="256026" y="58751"/>
                  </a:lnTo>
                  <a:lnTo>
                    <a:pt x="259533" y="59403"/>
                  </a:lnTo>
                  <a:lnTo>
                    <a:pt x="263040" y="60053"/>
                  </a:lnTo>
                  <a:lnTo>
                    <a:pt x="266547" y="60702"/>
                  </a:lnTo>
                  <a:lnTo>
                    <a:pt x="270054" y="61350"/>
                  </a:lnTo>
                  <a:lnTo>
                    <a:pt x="273562" y="61996"/>
                  </a:lnTo>
                  <a:lnTo>
                    <a:pt x="277069" y="62641"/>
                  </a:lnTo>
                  <a:lnTo>
                    <a:pt x="280576" y="63284"/>
                  </a:lnTo>
                  <a:lnTo>
                    <a:pt x="284083" y="63926"/>
                  </a:lnTo>
                  <a:lnTo>
                    <a:pt x="287590" y="64566"/>
                  </a:lnTo>
                  <a:lnTo>
                    <a:pt x="291098" y="65205"/>
                  </a:lnTo>
                  <a:lnTo>
                    <a:pt x="294605" y="65843"/>
                  </a:lnTo>
                  <a:lnTo>
                    <a:pt x="298112" y="66479"/>
                  </a:lnTo>
                  <a:lnTo>
                    <a:pt x="301619" y="67114"/>
                  </a:lnTo>
                  <a:lnTo>
                    <a:pt x="305126" y="67748"/>
                  </a:lnTo>
                  <a:lnTo>
                    <a:pt x="308634" y="68380"/>
                  </a:lnTo>
                  <a:lnTo>
                    <a:pt x="312141" y="69010"/>
                  </a:lnTo>
                  <a:lnTo>
                    <a:pt x="315648" y="69639"/>
                  </a:lnTo>
                  <a:lnTo>
                    <a:pt x="319155" y="70267"/>
                  </a:lnTo>
                  <a:lnTo>
                    <a:pt x="322662" y="70893"/>
                  </a:lnTo>
                  <a:lnTo>
                    <a:pt x="326170" y="71518"/>
                  </a:lnTo>
                  <a:lnTo>
                    <a:pt x="329677" y="72142"/>
                  </a:lnTo>
                  <a:lnTo>
                    <a:pt x="333184" y="72764"/>
                  </a:lnTo>
                  <a:lnTo>
                    <a:pt x="336691" y="73385"/>
                  </a:lnTo>
                  <a:lnTo>
                    <a:pt x="340198" y="74004"/>
                  </a:lnTo>
                  <a:lnTo>
                    <a:pt x="343706" y="74136"/>
                  </a:lnTo>
                  <a:lnTo>
                    <a:pt x="347213" y="73660"/>
                  </a:lnTo>
                  <a:lnTo>
                    <a:pt x="350720" y="73183"/>
                  </a:lnTo>
                  <a:lnTo>
                    <a:pt x="354227" y="72705"/>
                  </a:lnTo>
                  <a:lnTo>
                    <a:pt x="357734" y="72227"/>
                  </a:lnTo>
                  <a:lnTo>
                    <a:pt x="361242" y="71748"/>
                  </a:lnTo>
                  <a:lnTo>
                    <a:pt x="364749" y="71268"/>
                  </a:lnTo>
                  <a:lnTo>
                    <a:pt x="368256" y="70788"/>
                  </a:lnTo>
                  <a:lnTo>
                    <a:pt x="371763" y="70307"/>
                  </a:lnTo>
                  <a:lnTo>
                    <a:pt x="375271" y="69825"/>
                  </a:lnTo>
                  <a:lnTo>
                    <a:pt x="378778" y="69343"/>
                  </a:lnTo>
                  <a:lnTo>
                    <a:pt x="382285" y="68860"/>
                  </a:lnTo>
                  <a:lnTo>
                    <a:pt x="385792" y="68376"/>
                  </a:lnTo>
                  <a:lnTo>
                    <a:pt x="389299" y="67892"/>
                  </a:lnTo>
                  <a:lnTo>
                    <a:pt x="392807" y="67407"/>
                  </a:lnTo>
                  <a:lnTo>
                    <a:pt x="396314" y="66922"/>
                  </a:lnTo>
                  <a:lnTo>
                    <a:pt x="399821" y="66435"/>
                  </a:lnTo>
                  <a:lnTo>
                    <a:pt x="403328" y="65948"/>
                  </a:lnTo>
                  <a:lnTo>
                    <a:pt x="406835" y="65461"/>
                  </a:lnTo>
                  <a:lnTo>
                    <a:pt x="410343" y="64972"/>
                  </a:lnTo>
                  <a:lnTo>
                    <a:pt x="413850" y="64484"/>
                  </a:lnTo>
                  <a:lnTo>
                    <a:pt x="417357" y="63994"/>
                  </a:lnTo>
                  <a:lnTo>
                    <a:pt x="420864" y="63504"/>
                  </a:lnTo>
                  <a:lnTo>
                    <a:pt x="424371" y="63013"/>
                  </a:lnTo>
                  <a:lnTo>
                    <a:pt x="427879" y="62521"/>
                  </a:lnTo>
                  <a:lnTo>
                    <a:pt x="431386" y="62029"/>
                  </a:lnTo>
                  <a:lnTo>
                    <a:pt x="434893" y="61536"/>
                  </a:lnTo>
                  <a:lnTo>
                    <a:pt x="438400" y="61043"/>
                  </a:lnTo>
                  <a:lnTo>
                    <a:pt x="441907" y="60547"/>
                  </a:lnTo>
                  <a:lnTo>
                    <a:pt x="445415" y="60051"/>
                  </a:lnTo>
                  <a:lnTo>
                    <a:pt x="448922" y="59554"/>
                  </a:lnTo>
                  <a:lnTo>
                    <a:pt x="452429" y="59056"/>
                  </a:lnTo>
                  <a:lnTo>
                    <a:pt x="455936" y="58557"/>
                  </a:lnTo>
                  <a:lnTo>
                    <a:pt x="459443" y="58057"/>
                  </a:lnTo>
                  <a:lnTo>
                    <a:pt x="462951" y="57557"/>
                  </a:lnTo>
                  <a:lnTo>
                    <a:pt x="466458" y="57056"/>
                  </a:lnTo>
                  <a:lnTo>
                    <a:pt x="469965" y="56554"/>
                  </a:lnTo>
                  <a:lnTo>
                    <a:pt x="473472" y="56052"/>
                  </a:lnTo>
                  <a:lnTo>
                    <a:pt x="476979" y="55548"/>
                  </a:lnTo>
                  <a:lnTo>
                    <a:pt x="480487" y="55044"/>
                  </a:lnTo>
                  <a:lnTo>
                    <a:pt x="483994" y="54539"/>
                  </a:lnTo>
                  <a:lnTo>
                    <a:pt x="487501" y="54034"/>
                  </a:lnTo>
                  <a:lnTo>
                    <a:pt x="491008" y="53527"/>
                  </a:lnTo>
                  <a:lnTo>
                    <a:pt x="494516" y="53020"/>
                  </a:lnTo>
                  <a:lnTo>
                    <a:pt x="498023" y="52512"/>
                  </a:lnTo>
                  <a:lnTo>
                    <a:pt x="501530" y="52003"/>
                  </a:lnTo>
                  <a:lnTo>
                    <a:pt x="505037" y="51494"/>
                  </a:lnTo>
                  <a:lnTo>
                    <a:pt x="508544" y="50984"/>
                  </a:lnTo>
                  <a:lnTo>
                    <a:pt x="512052" y="50473"/>
                  </a:lnTo>
                  <a:lnTo>
                    <a:pt x="515559" y="49961"/>
                  </a:lnTo>
                  <a:lnTo>
                    <a:pt x="519066" y="49449"/>
                  </a:lnTo>
                  <a:lnTo>
                    <a:pt x="522573" y="48935"/>
                  </a:lnTo>
                  <a:lnTo>
                    <a:pt x="526080" y="48421"/>
                  </a:lnTo>
                  <a:lnTo>
                    <a:pt x="529588" y="47906"/>
                  </a:lnTo>
                  <a:lnTo>
                    <a:pt x="533095" y="47391"/>
                  </a:lnTo>
                  <a:lnTo>
                    <a:pt x="536602" y="46875"/>
                  </a:lnTo>
                  <a:lnTo>
                    <a:pt x="540109" y="46357"/>
                  </a:lnTo>
                  <a:lnTo>
                    <a:pt x="543616" y="45840"/>
                  </a:lnTo>
                  <a:lnTo>
                    <a:pt x="547124" y="45321"/>
                  </a:lnTo>
                  <a:lnTo>
                    <a:pt x="550631" y="44802"/>
                  </a:lnTo>
                  <a:lnTo>
                    <a:pt x="554138" y="44282"/>
                  </a:lnTo>
                  <a:lnTo>
                    <a:pt x="557645" y="43761"/>
                  </a:lnTo>
                  <a:lnTo>
                    <a:pt x="561152" y="43239"/>
                  </a:lnTo>
                  <a:lnTo>
                    <a:pt x="564660" y="42717"/>
                  </a:lnTo>
                  <a:lnTo>
                    <a:pt x="568167" y="42193"/>
                  </a:lnTo>
                  <a:lnTo>
                    <a:pt x="571674" y="41670"/>
                  </a:lnTo>
                  <a:lnTo>
                    <a:pt x="575181" y="41145"/>
                  </a:lnTo>
                  <a:lnTo>
                    <a:pt x="578688" y="40619"/>
                  </a:lnTo>
                  <a:lnTo>
                    <a:pt x="582196" y="40093"/>
                  </a:lnTo>
                  <a:lnTo>
                    <a:pt x="585703" y="39566"/>
                  </a:lnTo>
                  <a:lnTo>
                    <a:pt x="589210" y="39039"/>
                  </a:lnTo>
                  <a:lnTo>
                    <a:pt x="592717" y="38510"/>
                  </a:lnTo>
                  <a:lnTo>
                    <a:pt x="596224" y="37981"/>
                  </a:lnTo>
                  <a:lnTo>
                    <a:pt x="599732" y="37451"/>
                  </a:lnTo>
                  <a:lnTo>
                    <a:pt x="603239" y="36920"/>
                  </a:lnTo>
                  <a:lnTo>
                    <a:pt x="606746" y="36389"/>
                  </a:lnTo>
                  <a:lnTo>
                    <a:pt x="610253" y="35857"/>
                  </a:lnTo>
                  <a:lnTo>
                    <a:pt x="613761" y="35324"/>
                  </a:lnTo>
                  <a:lnTo>
                    <a:pt x="617268" y="34790"/>
                  </a:lnTo>
                  <a:lnTo>
                    <a:pt x="620775" y="34255"/>
                  </a:lnTo>
                  <a:lnTo>
                    <a:pt x="624282" y="33720"/>
                  </a:lnTo>
                  <a:lnTo>
                    <a:pt x="627789" y="33184"/>
                  </a:lnTo>
                  <a:lnTo>
                    <a:pt x="631297" y="32647"/>
                  </a:lnTo>
                  <a:lnTo>
                    <a:pt x="634804" y="32110"/>
                  </a:lnTo>
                  <a:lnTo>
                    <a:pt x="638311" y="31572"/>
                  </a:lnTo>
                  <a:lnTo>
                    <a:pt x="641818" y="31033"/>
                  </a:lnTo>
                  <a:lnTo>
                    <a:pt x="645325" y="30493"/>
                  </a:lnTo>
                  <a:lnTo>
                    <a:pt x="648833" y="29953"/>
                  </a:lnTo>
                  <a:lnTo>
                    <a:pt x="652340" y="29411"/>
                  </a:lnTo>
                  <a:lnTo>
                    <a:pt x="655847" y="28869"/>
                  </a:lnTo>
                  <a:lnTo>
                    <a:pt x="659354" y="28327"/>
                  </a:lnTo>
                  <a:lnTo>
                    <a:pt x="662861" y="27783"/>
                  </a:lnTo>
                  <a:lnTo>
                    <a:pt x="666369" y="27239"/>
                  </a:lnTo>
                  <a:lnTo>
                    <a:pt x="669876" y="26694"/>
                  </a:lnTo>
                  <a:lnTo>
                    <a:pt x="673383" y="26148"/>
                  </a:lnTo>
                  <a:lnTo>
                    <a:pt x="676890" y="25602"/>
                  </a:lnTo>
                  <a:lnTo>
                    <a:pt x="680397" y="25055"/>
                  </a:lnTo>
                  <a:lnTo>
                    <a:pt x="683905" y="24508"/>
                  </a:lnTo>
                  <a:lnTo>
                    <a:pt x="687412" y="23962"/>
                  </a:lnTo>
                  <a:lnTo>
                    <a:pt x="690919" y="23416"/>
                  </a:lnTo>
                  <a:lnTo>
                    <a:pt x="694426" y="22869"/>
                  </a:lnTo>
                  <a:lnTo>
                    <a:pt x="697933" y="22321"/>
                  </a:lnTo>
                  <a:lnTo>
                    <a:pt x="701441" y="21772"/>
                  </a:lnTo>
                  <a:lnTo>
                    <a:pt x="704948" y="21223"/>
                  </a:lnTo>
                  <a:lnTo>
                    <a:pt x="708455" y="20674"/>
                  </a:lnTo>
                  <a:lnTo>
                    <a:pt x="711962" y="20123"/>
                  </a:lnTo>
                  <a:lnTo>
                    <a:pt x="715469" y="19572"/>
                  </a:lnTo>
                  <a:lnTo>
                    <a:pt x="718977" y="19021"/>
                  </a:lnTo>
                  <a:lnTo>
                    <a:pt x="722484" y="18468"/>
                  </a:lnTo>
                  <a:lnTo>
                    <a:pt x="725991" y="17915"/>
                  </a:lnTo>
                  <a:lnTo>
                    <a:pt x="729498" y="17362"/>
                  </a:lnTo>
                  <a:lnTo>
                    <a:pt x="733006" y="16807"/>
                  </a:lnTo>
                  <a:lnTo>
                    <a:pt x="736513" y="16252"/>
                  </a:lnTo>
                  <a:lnTo>
                    <a:pt x="740020" y="15697"/>
                  </a:lnTo>
                  <a:lnTo>
                    <a:pt x="743527" y="15141"/>
                  </a:lnTo>
                  <a:lnTo>
                    <a:pt x="747034" y="14584"/>
                  </a:lnTo>
                  <a:lnTo>
                    <a:pt x="750542" y="14026"/>
                  </a:lnTo>
                  <a:lnTo>
                    <a:pt x="754049" y="13468"/>
                  </a:lnTo>
                  <a:lnTo>
                    <a:pt x="757556" y="12909"/>
                  </a:lnTo>
                  <a:lnTo>
                    <a:pt x="761063" y="12350"/>
                  </a:lnTo>
                  <a:lnTo>
                    <a:pt x="764570" y="11790"/>
                  </a:lnTo>
                  <a:lnTo>
                    <a:pt x="768078" y="11229"/>
                  </a:lnTo>
                  <a:lnTo>
                    <a:pt x="771585" y="10668"/>
                  </a:lnTo>
                  <a:lnTo>
                    <a:pt x="775092" y="10106"/>
                  </a:lnTo>
                  <a:lnTo>
                    <a:pt x="778599" y="9544"/>
                  </a:lnTo>
                  <a:lnTo>
                    <a:pt x="782106" y="8981"/>
                  </a:lnTo>
                  <a:lnTo>
                    <a:pt x="785614" y="8417"/>
                  </a:lnTo>
                  <a:lnTo>
                    <a:pt x="789121" y="7853"/>
                  </a:lnTo>
                  <a:lnTo>
                    <a:pt x="792628" y="7288"/>
                  </a:lnTo>
                  <a:lnTo>
                    <a:pt x="796135" y="6723"/>
                  </a:lnTo>
                  <a:lnTo>
                    <a:pt x="799642" y="6158"/>
                  </a:lnTo>
                  <a:lnTo>
                    <a:pt x="803150" y="5600"/>
                  </a:lnTo>
                  <a:lnTo>
                    <a:pt x="806657" y="5042"/>
                  </a:lnTo>
                  <a:lnTo>
                    <a:pt x="810164" y="4483"/>
                  </a:lnTo>
                  <a:lnTo>
                    <a:pt x="813671" y="3924"/>
                  </a:lnTo>
                  <a:lnTo>
                    <a:pt x="817178" y="3365"/>
                  </a:lnTo>
                  <a:lnTo>
                    <a:pt x="820686" y="2805"/>
                  </a:lnTo>
                  <a:lnTo>
                    <a:pt x="824193" y="2245"/>
                  </a:lnTo>
                  <a:lnTo>
                    <a:pt x="827700" y="1684"/>
                  </a:lnTo>
                  <a:lnTo>
                    <a:pt x="831207" y="1123"/>
                  </a:lnTo>
                  <a:lnTo>
                    <a:pt x="834714" y="562"/>
                  </a:lnTo>
                  <a:lnTo>
                    <a:pt x="838222" y="0"/>
                  </a:lnTo>
                  <a:lnTo>
                    <a:pt x="838222" y="149022"/>
                  </a:lnTo>
                  <a:lnTo>
                    <a:pt x="834714" y="148577"/>
                  </a:lnTo>
                  <a:lnTo>
                    <a:pt x="831207" y="148131"/>
                  </a:lnTo>
                  <a:lnTo>
                    <a:pt x="827700" y="147684"/>
                  </a:lnTo>
                  <a:lnTo>
                    <a:pt x="824193" y="147236"/>
                  </a:lnTo>
                  <a:lnTo>
                    <a:pt x="820686" y="146787"/>
                  </a:lnTo>
                  <a:lnTo>
                    <a:pt x="817178" y="146336"/>
                  </a:lnTo>
                  <a:lnTo>
                    <a:pt x="813671" y="145884"/>
                  </a:lnTo>
                  <a:lnTo>
                    <a:pt x="810164" y="145432"/>
                  </a:lnTo>
                  <a:lnTo>
                    <a:pt x="806657" y="144977"/>
                  </a:lnTo>
                  <a:lnTo>
                    <a:pt x="803150" y="144522"/>
                  </a:lnTo>
                  <a:lnTo>
                    <a:pt x="799642" y="144066"/>
                  </a:lnTo>
                  <a:lnTo>
                    <a:pt x="796135" y="143609"/>
                  </a:lnTo>
                  <a:lnTo>
                    <a:pt x="792628" y="143150"/>
                  </a:lnTo>
                  <a:lnTo>
                    <a:pt x="789121" y="142690"/>
                  </a:lnTo>
                  <a:lnTo>
                    <a:pt x="785614" y="142229"/>
                  </a:lnTo>
                  <a:lnTo>
                    <a:pt x="782106" y="141767"/>
                  </a:lnTo>
                  <a:lnTo>
                    <a:pt x="778599" y="141304"/>
                  </a:lnTo>
                  <a:lnTo>
                    <a:pt x="775092" y="140839"/>
                  </a:lnTo>
                  <a:lnTo>
                    <a:pt x="771585" y="140374"/>
                  </a:lnTo>
                  <a:lnTo>
                    <a:pt x="768078" y="139907"/>
                  </a:lnTo>
                  <a:lnTo>
                    <a:pt x="764570" y="139439"/>
                  </a:lnTo>
                  <a:lnTo>
                    <a:pt x="761063" y="138969"/>
                  </a:lnTo>
                  <a:lnTo>
                    <a:pt x="757556" y="138499"/>
                  </a:lnTo>
                  <a:lnTo>
                    <a:pt x="754049" y="138027"/>
                  </a:lnTo>
                  <a:lnTo>
                    <a:pt x="750542" y="137555"/>
                  </a:lnTo>
                  <a:lnTo>
                    <a:pt x="747034" y="137081"/>
                  </a:lnTo>
                  <a:lnTo>
                    <a:pt x="743527" y="136606"/>
                  </a:lnTo>
                  <a:lnTo>
                    <a:pt x="740020" y="136129"/>
                  </a:lnTo>
                  <a:lnTo>
                    <a:pt x="736513" y="135652"/>
                  </a:lnTo>
                  <a:lnTo>
                    <a:pt x="733006" y="135173"/>
                  </a:lnTo>
                  <a:lnTo>
                    <a:pt x="729498" y="134695"/>
                  </a:lnTo>
                  <a:lnTo>
                    <a:pt x="725991" y="134218"/>
                  </a:lnTo>
                  <a:lnTo>
                    <a:pt x="722484" y="133740"/>
                  </a:lnTo>
                  <a:lnTo>
                    <a:pt x="718977" y="133260"/>
                  </a:lnTo>
                  <a:lnTo>
                    <a:pt x="715469" y="132780"/>
                  </a:lnTo>
                  <a:lnTo>
                    <a:pt x="711962" y="132298"/>
                  </a:lnTo>
                  <a:lnTo>
                    <a:pt x="708455" y="131815"/>
                  </a:lnTo>
                  <a:lnTo>
                    <a:pt x="704948" y="131323"/>
                  </a:lnTo>
                  <a:lnTo>
                    <a:pt x="701441" y="130830"/>
                  </a:lnTo>
                  <a:lnTo>
                    <a:pt x="697933" y="130335"/>
                  </a:lnTo>
                  <a:lnTo>
                    <a:pt x="694426" y="129840"/>
                  </a:lnTo>
                  <a:lnTo>
                    <a:pt x="690919" y="129345"/>
                  </a:lnTo>
                  <a:lnTo>
                    <a:pt x="687412" y="128856"/>
                  </a:lnTo>
                  <a:lnTo>
                    <a:pt x="683905" y="128365"/>
                  </a:lnTo>
                  <a:lnTo>
                    <a:pt x="680397" y="127872"/>
                  </a:lnTo>
                  <a:lnTo>
                    <a:pt x="676890" y="127379"/>
                  </a:lnTo>
                  <a:lnTo>
                    <a:pt x="673383" y="126884"/>
                  </a:lnTo>
                  <a:lnTo>
                    <a:pt x="669876" y="126389"/>
                  </a:lnTo>
                  <a:lnTo>
                    <a:pt x="666369" y="125891"/>
                  </a:lnTo>
                  <a:lnTo>
                    <a:pt x="662861" y="125393"/>
                  </a:lnTo>
                  <a:lnTo>
                    <a:pt x="659354" y="124893"/>
                  </a:lnTo>
                  <a:lnTo>
                    <a:pt x="655847" y="124392"/>
                  </a:lnTo>
                  <a:lnTo>
                    <a:pt x="652340" y="123890"/>
                  </a:lnTo>
                  <a:lnTo>
                    <a:pt x="648833" y="123387"/>
                  </a:lnTo>
                  <a:lnTo>
                    <a:pt x="645325" y="122882"/>
                  </a:lnTo>
                  <a:lnTo>
                    <a:pt x="641818" y="122376"/>
                  </a:lnTo>
                  <a:lnTo>
                    <a:pt x="638311" y="121869"/>
                  </a:lnTo>
                  <a:lnTo>
                    <a:pt x="634804" y="121361"/>
                  </a:lnTo>
                  <a:lnTo>
                    <a:pt x="631297" y="120851"/>
                  </a:lnTo>
                  <a:lnTo>
                    <a:pt x="627789" y="120340"/>
                  </a:lnTo>
                  <a:lnTo>
                    <a:pt x="624282" y="119828"/>
                  </a:lnTo>
                  <a:lnTo>
                    <a:pt x="620775" y="119314"/>
                  </a:lnTo>
                  <a:lnTo>
                    <a:pt x="617268" y="118799"/>
                  </a:lnTo>
                  <a:lnTo>
                    <a:pt x="613761" y="118283"/>
                  </a:lnTo>
                  <a:lnTo>
                    <a:pt x="610253" y="117766"/>
                  </a:lnTo>
                  <a:lnTo>
                    <a:pt x="606746" y="117247"/>
                  </a:lnTo>
                  <a:lnTo>
                    <a:pt x="603239" y="116727"/>
                  </a:lnTo>
                  <a:lnTo>
                    <a:pt x="599732" y="116206"/>
                  </a:lnTo>
                  <a:lnTo>
                    <a:pt x="596224" y="115684"/>
                  </a:lnTo>
                  <a:lnTo>
                    <a:pt x="592717" y="115160"/>
                  </a:lnTo>
                  <a:lnTo>
                    <a:pt x="589210" y="114635"/>
                  </a:lnTo>
                  <a:lnTo>
                    <a:pt x="585703" y="114109"/>
                  </a:lnTo>
                  <a:lnTo>
                    <a:pt x="582196" y="113581"/>
                  </a:lnTo>
                  <a:lnTo>
                    <a:pt x="578688" y="113052"/>
                  </a:lnTo>
                  <a:lnTo>
                    <a:pt x="575181" y="112522"/>
                  </a:lnTo>
                  <a:lnTo>
                    <a:pt x="571674" y="111991"/>
                  </a:lnTo>
                  <a:lnTo>
                    <a:pt x="568167" y="111458"/>
                  </a:lnTo>
                  <a:lnTo>
                    <a:pt x="564660" y="110924"/>
                  </a:lnTo>
                  <a:lnTo>
                    <a:pt x="561152" y="110389"/>
                  </a:lnTo>
                  <a:lnTo>
                    <a:pt x="557645" y="109852"/>
                  </a:lnTo>
                  <a:lnTo>
                    <a:pt x="554138" y="109314"/>
                  </a:lnTo>
                  <a:lnTo>
                    <a:pt x="550631" y="108775"/>
                  </a:lnTo>
                  <a:lnTo>
                    <a:pt x="547124" y="108234"/>
                  </a:lnTo>
                  <a:lnTo>
                    <a:pt x="543616" y="107693"/>
                  </a:lnTo>
                  <a:lnTo>
                    <a:pt x="540109" y="107149"/>
                  </a:lnTo>
                  <a:lnTo>
                    <a:pt x="536602" y="106605"/>
                  </a:lnTo>
                  <a:lnTo>
                    <a:pt x="533095" y="106059"/>
                  </a:lnTo>
                  <a:lnTo>
                    <a:pt x="529588" y="105512"/>
                  </a:lnTo>
                  <a:lnTo>
                    <a:pt x="526080" y="104964"/>
                  </a:lnTo>
                  <a:lnTo>
                    <a:pt x="522573" y="104414"/>
                  </a:lnTo>
                  <a:lnTo>
                    <a:pt x="519066" y="103863"/>
                  </a:lnTo>
                  <a:lnTo>
                    <a:pt x="515559" y="103311"/>
                  </a:lnTo>
                  <a:lnTo>
                    <a:pt x="512052" y="102757"/>
                  </a:lnTo>
                  <a:lnTo>
                    <a:pt x="508544" y="102203"/>
                  </a:lnTo>
                  <a:lnTo>
                    <a:pt x="505037" y="101646"/>
                  </a:lnTo>
                  <a:lnTo>
                    <a:pt x="501530" y="101089"/>
                  </a:lnTo>
                  <a:lnTo>
                    <a:pt x="498023" y="100530"/>
                  </a:lnTo>
                  <a:lnTo>
                    <a:pt x="494516" y="99970"/>
                  </a:lnTo>
                  <a:lnTo>
                    <a:pt x="491008" y="99408"/>
                  </a:lnTo>
                  <a:lnTo>
                    <a:pt x="487501" y="98846"/>
                  </a:lnTo>
                  <a:lnTo>
                    <a:pt x="483994" y="98281"/>
                  </a:lnTo>
                  <a:lnTo>
                    <a:pt x="480487" y="97716"/>
                  </a:lnTo>
                  <a:lnTo>
                    <a:pt x="476979" y="97149"/>
                  </a:lnTo>
                  <a:lnTo>
                    <a:pt x="473472" y="96581"/>
                  </a:lnTo>
                  <a:lnTo>
                    <a:pt x="469965" y="96012"/>
                  </a:lnTo>
                  <a:lnTo>
                    <a:pt x="466458" y="95441"/>
                  </a:lnTo>
                  <a:lnTo>
                    <a:pt x="462951" y="94869"/>
                  </a:lnTo>
                  <a:lnTo>
                    <a:pt x="459443" y="94296"/>
                  </a:lnTo>
                  <a:lnTo>
                    <a:pt x="455936" y="93721"/>
                  </a:lnTo>
                  <a:lnTo>
                    <a:pt x="452429" y="93145"/>
                  </a:lnTo>
                  <a:lnTo>
                    <a:pt x="448922" y="92567"/>
                  </a:lnTo>
                  <a:lnTo>
                    <a:pt x="445415" y="91989"/>
                  </a:lnTo>
                  <a:lnTo>
                    <a:pt x="441907" y="91409"/>
                  </a:lnTo>
                  <a:lnTo>
                    <a:pt x="438400" y="90827"/>
                  </a:lnTo>
                  <a:lnTo>
                    <a:pt x="434893" y="90245"/>
                  </a:lnTo>
                  <a:lnTo>
                    <a:pt x="431386" y="89658"/>
                  </a:lnTo>
                  <a:lnTo>
                    <a:pt x="427879" y="89069"/>
                  </a:lnTo>
                  <a:lnTo>
                    <a:pt x="424371" y="88479"/>
                  </a:lnTo>
                  <a:lnTo>
                    <a:pt x="420864" y="87888"/>
                  </a:lnTo>
                  <a:lnTo>
                    <a:pt x="417357" y="87296"/>
                  </a:lnTo>
                  <a:lnTo>
                    <a:pt x="413850" y="86703"/>
                  </a:lnTo>
                  <a:lnTo>
                    <a:pt x="410343" y="86109"/>
                  </a:lnTo>
                  <a:lnTo>
                    <a:pt x="406835" y="85513"/>
                  </a:lnTo>
                  <a:lnTo>
                    <a:pt x="403328" y="84917"/>
                  </a:lnTo>
                  <a:lnTo>
                    <a:pt x="399821" y="84321"/>
                  </a:lnTo>
                  <a:lnTo>
                    <a:pt x="396314" y="83725"/>
                  </a:lnTo>
                  <a:lnTo>
                    <a:pt x="392807" y="83128"/>
                  </a:lnTo>
                  <a:lnTo>
                    <a:pt x="389299" y="82529"/>
                  </a:lnTo>
                  <a:lnTo>
                    <a:pt x="385792" y="81929"/>
                  </a:lnTo>
                  <a:lnTo>
                    <a:pt x="382285" y="81328"/>
                  </a:lnTo>
                  <a:lnTo>
                    <a:pt x="378778" y="80725"/>
                  </a:lnTo>
                  <a:lnTo>
                    <a:pt x="375271" y="80121"/>
                  </a:lnTo>
                  <a:lnTo>
                    <a:pt x="371763" y="79516"/>
                  </a:lnTo>
                  <a:lnTo>
                    <a:pt x="368256" y="78909"/>
                  </a:lnTo>
                  <a:lnTo>
                    <a:pt x="364749" y="78301"/>
                  </a:lnTo>
                  <a:lnTo>
                    <a:pt x="361242" y="77691"/>
                  </a:lnTo>
                  <a:lnTo>
                    <a:pt x="357734" y="77080"/>
                  </a:lnTo>
                  <a:lnTo>
                    <a:pt x="354227" y="76468"/>
                  </a:lnTo>
                  <a:lnTo>
                    <a:pt x="350720" y="75854"/>
                  </a:lnTo>
                  <a:lnTo>
                    <a:pt x="347213" y="75239"/>
                  </a:lnTo>
                  <a:lnTo>
                    <a:pt x="343706" y="74622"/>
                  </a:lnTo>
                  <a:lnTo>
                    <a:pt x="340198" y="74611"/>
                  </a:lnTo>
                  <a:lnTo>
                    <a:pt x="336691" y="75086"/>
                  </a:lnTo>
                  <a:lnTo>
                    <a:pt x="333184" y="75560"/>
                  </a:lnTo>
                  <a:lnTo>
                    <a:pt x="329677" y="76032"/>
                  </a:lnTo>
                  <a:lnTo>
                    <a:pt x="326170" y="76505"/>
                  </a:lnTo>
                  <a:lnTo>
                    <a:pt x="322662" y="76976"/>
                  </a:lnTo>
                  <a:lnTo>
                    <a:pt x="319155" y="77446"/>
                  </a:lnTo>
                  <a:lnTo>
                    <a:pt x="315648" y="77916"/>
                  </a:lnTo>
                  <a:lnTo>
                    <a:pt x="312141" y="78385"/>
                  </a:lnTo>
                  <a:lnTo>
                    <a:pt x="308634" y="78853"/>
                  </a:lnTo>
                  <a:lnTo>
                    <a:pt x="305126" y="79320"/>
                  </a:lnTo>
                  <a:lnTo>
                    <a:pt x="301619" y="79786"/>
                  </a:lnTo>
                  <a:lnTo>
                    <a:pt x="298112" y="80252"/>
                  </a:lnTo>
                  <a:lnTo>
                    <a:pt x="294605" y="80716"/>
                  </a:lnTo>
                  <a:lnTo>
                    <a:pt x="291098" y="81180"/>
                  </a:lnTo>
                  <a:lnTo>
                    <a:pt x="287590" y="81643"/>
                  </a:lnTo>
                  <a:lnTo>
                    <a:pt x="284083" y="82106"/>
                  </a:lnTo>
                  <a:lnTo>
                    <a:pt x="280576" y="82567"/>
                  </a:lnTo>
                  <a:lnTo>
                    <a:pt x="277069" y="83028"/>
                  </a:lnTo>
                  <a:lnTo>
                    <a:pt x="273562" y="83488"/>
                  </a:lnTo>
                  <a:lnTo>
                    <a:pt x="270054" y="83947"/>
                  </a:lnTo>
                  <a:lnTo>
                    <a:pt x="266547" y="84405"/>
                  </a:lnTo>
                  <a:lnTo>
                    <a:pt x="263040" y="84862"/>
                  </a:lnTo>
                  <a:lnTo>
                    <a:pt x="259533" y="85319"/>
                  </a:lnTo>
                  <a:lnTo>
                    <a:pt x="256026" y="85774"/>
                  </a:lnTo>
                  <a:lnTo>
                    <a:pt x="252518" y="86229"/>
                  </a:lnTo>
                  <a:lnTo>
                    <a:pt x="249011" y="86684"/>
                  </a:lnTo>
                  <a:lnTo>
                    <a:pt x="245504" y="87137"/>
                  </a:lnTo>
                  <a:lnTo>
                    <a:pt x="241997" y="87591"/>
                  </a:lnTo>
                  <a:lnTo>
                    <a:pt x="238489" y="88044"/>
                  </a:lnTo>
                  <a:lnTo>
                    <a:pt x="234982" y="88496"/>
                  </a:lnTo>
                  <a:lnTo>
                    <a:pt x="231475" y="88947"/>
                  </a:lnTo>
                  <a:lnTo>
                    <a:pt x="227968" y="89398"/>
                  </a:lnTo>
                  <a:lnTo>
                    <a:pt x="224461" y="89848"/>
                  </a:lnTo>
                  <a:lnTo>
                    <a:pt x="220953" y="90297"/>
                  </a:lnTo>
                  <a:lnTo>
                    <a:pt x="217446" y="90746"/>
                  </a:lnTo>
                  <a:lnTo>
                    <a:pt x="213939" y="91193"/>
                  </a:lnTo>
                  <a:lnTo>
                    <a:pt x="210432" y="91640"/>
                  </a:lnTo>
                  <a:lnTo>
                    <a:pt x="206925" y="92086"/>
                  </a:lnTo>
                  <a:lnTo>
                    <a:pt x="203417" y="92532"/>
                  </a:lnTo>
                  <a:lnTo>
                    <a:pt x="199910" y="92977"/>
                  </a:lnTo>
                  <a:lnTo>
                    <a:pt x="196403" y="93421"/>
                  </a:lnTo>
                  <a:lnTo>
                    <a:pt x="192896" y="93864"/>
                  </a:lnTo>
                  <a:lnTo>
                    <a:pt x="189389" y="94306"/>
                  </a:lnTo>
                  <a:lnTo>
                    <a:pt x="185881" y="94748"/>
                  </a:lnTo>
                  <a:lnTo>
                    <a:pt x="182374" y="95189"/>
                  </a:lnTo>
                  <a:lnTo>
                    <a:pt x="178867" y="95630"/>
                  </a:lnTo>
                  <a:lnTo>
                    <a:pt x="175360" y="96069"/>
                  </a:lnTo>
                  <a:lnTo>
                    <a:pt x="171853" y="96508"/>
                  </a:lnTo>
                  <a:lnTo>
                    <a:pt x="168345" y="96946"/>
                  </a:lnTo>
                  <a:lnTo>
                    <a:pt x="164838" y="97383"/>
                  </a:lnTo>
                  <a:lnTo>
                    <a:pt x="161331" y="97820"/>
                  </a:lnTo>
                  <a:lnTo>
                    <a:pt x="157824" y="98254"/>
                  </a:lnTo>
                  <a:lnTo>
                    <a:pt x="154317" y="98687"/>
                  </a:lnTo>
                  <a:lnTo>
                    <a:pt x="150809" y="99120"/>
                  </a:lnTo>
                  <a:lnTo>
                    <a:pt x="147302" y="99551"/>
                  </a:lnTo>
                  <a:lnTo>
                    <a:pt x="143795" y="99982"/>
                  </a:lnTo>
                  <a:lnTo>
                    <a:pt x="140288" y="100412"/>
                  </a:lnTo>
                  <a:lnTo>
                    <a:pt x="136781" y="100841"/>
                  </a:lnTo>
                  <a:lnTo>
                    <a:pt x="133273" y="101270"/>
                  </a:lnTo>
                  <a:lnTo>
                    <a:pt x="129766" y="101697"/>
                  </a:lnTo>
                  <a:lnTo>
                    <a:pt x="126259" y="102124"/>
                  </a:lnTo>
                  <a:lnTo>
                    <a:pt x="122752" y="102550"/>
                  </a:lnTo>
                  <a:lnTo>
                    <a:pt x="119244" y="102975"/>
                  </a:lnTo>
                  <a:lnTo>
                    <a:pt x="115737" y="103400"/>
                  </a:lnTo>
                  <a:lnTo>
                    <a:pt x="112230" y="103823"/>
                  </a:lnTo>
                  <a:lnTo>
                    <a:pt x="108723" y="104246"/>
                  </a:lnTo>
                  <a:lnTo>
                    <a:pt x="105216" y="104668"/>
                  </a:lnTo>
                  <a:lnTo>
                    <a:pt x="101708" y="105090"/>
                  </a:lnTo>
                  <a:lnTo>
                    <a:pt x="98201" y="105510"/>
                  </a:lnTo>
                  <a:lnTo>
                    <a:pt x="94694" y="105930"/>
                  </a:lnTo>
                  <a:lnTo>
                    <a:pt x="91187" y="106349"/>
                  </a:lnTo>
                  <a:lnTo>
                    <a:pt x="87680" y="106767"/>
                  </a:lnTo>
                  <a:lnTo>
                    <a:pt x="84172" y="107184"/>
                  </a:lnTo>
                  <a:lnTo>
                    <a:pt x="80665" y="107601"/>
                  </a:lnTo>
                  <a:lnTo>
                    <a:pt x="77158" y="108017"/>
                  </a:lnTo>
                  <a:lnTo>
                    <a:pt x="73651" y="108432"/>
                  </a:lnTo>
                  <a:lnTo>
                    <a:pt x="70144" y="108846"/>
                  </a:lnTo>
                  <a:lnTo>
                    <a:pt x="66636" y="109259"/>
                  </a:lnTo>
                  <a:lnTo>
                    <a:pt x="63129" y="109672"/>
                  </a:lnTo>
                  <a:lnTo>
                    <a:pt x="59622" y="110084"/>
                  </a:lnTo>
                  <a:lnTo>
                    <a:pt x="56115" y="110495"/>
                  </a:lnTo>
                  <a:lnTo>
                    <a:pt x="52608" y="110905"/>
                  </a:lnTo>
                  <a:lnTo>
                    <a:pt x="49100" y="111315"/>
                  </a:lnTo>
                  <a:lnTo>
                    <a:pt x="45593" y="111724"/>
                  </a:lnTo>
                  <a:lnTo>
                    <a:pt x="42086" y="112132"/>
                  </a:lnTo>
                  <a:lnTo>
                    <a:pt x="38579" y="112542"/>
                  </a:lnTo>
                  <a:lnTo>
                    <a:pt x="35072" y="112953"/>
                  </a:lnTo>
                  <a:lnTo>
                    <a:pt x="31564" y="113362"/>
                  </a:lnTo>
                  <a:lnTo>
                    <a:pt x="28057" y="113771"/>
                  </a:lnTo>
                  <a:lnTo>
                    <a:pt x="24550" y="114179"/>
                  </a:lnTo>
                  <a:lnTo>
                    <a:pt x="21043" y="114586"/>
                  </a:lnTo>
                  <a:lnTo>
                    <a:pt x="17536" y="114993"/>
                  </a:lnTo>
                  <a:lnTo>
                    <a:pt x="14028" y="115399"/>
                  </a:lnTo>
                  <a:lnTo>
                    <a:pt x="10521" y="115804"/>
                  </a:lnTo>
                  <a:lnTo>
                    <a:pt x="7014" y="116209"/>
                  </a:lnTo>
                  <a:lnTo>
                    <a:pt x="3507" y="116613"/>
                  </a:lnTo>
                  <a:lnTo>
                    <a:pt x="0" y="117016"/>
                  </a:lnTo>
                  <a:close/>
                </a:path>
              </a:pathLst>
            </a:custGeom>
            <a:solidFill>
              <a:srgbClr val="009E73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71183" y="4144952"/>
              <a:ext cx="838222" cy="74136"/>
            </a:xfrm>
            <a:custGeom>
              <a:avLst/>
              <a:pathLst>
                <a:path w="838222" h="74136">
                  <a:moveTo>
                    <a:pt x="0" y="7636"/>
                  </a:moveTo>
                  <a:lnTo>
                    <a:pt x="3507" y="8388"/>
                  </a:lnTo>
                  <a:lnTo>
                    <a:pt x="7014" y="9139"/>
                  </a:lnTo>
                  <a:lnTo>
                    <a:pt x="10521" y="9889"/>
                  </a:lnTo>
                  <a:lnTo>
                    <a:pt x="14028" y="10637"/>
                  </a:lnTo>
                  <a:lnTo>
                    <a:pt x="17536" y="11384"/>
                  </a:lnTo>
                  <a:lnTo>
                    <a:pt x="21043" y="12129"/>
                  </a:lnTo>
                  <a:lnTo>
                    <a:pt x="24550" y="12873"/>
                  </a:lnTo>
                  <a:lnTo>
                    <a:pt x="28057" y="13616"/>
                  </a:lnTo>
                  <a:lnTo>
                    <a:pt x="31564" y="14357"/>
                  </a:lnTo>
                  <a:lnTo>
                    <a:pt x="35072" y="15097"/>
                  </a:lnTo>
                  <a:lnTo>
                    <a:pt x="38579" y="15835"/>
                  </a:lnTo>
                  <a:lnTo>
                    <a:pt x="42086" y="16572"/>
                  </a:lnTo>
                  <a:lnTo>
                    <a:pt x="45593" y="17307"/>
                  </a:lnTo>
                  <a:lnTo>
                    <a:pt x="49100" y="18041"/>
                  </a:lnTo>
                  <a:lnTo>
                    <a:pt x="52608" y="18774"/>
                  </a:lnTo>
                  <a:lnTo>
                    <a:pt x="56115" y="19505"/>
                  </a:lnTo>
                  <a:lnTo>
                    <a:pt x="59622" y="20234"/>
                  </a:lnTo>
                  <a:lnTo>
                    <a:pt x="63129" y="20963"/>
                  </a:lnTo>
                  <a:lnTo>
                    <a:pt x="66636" y="21689"/>
                  </a:lnTo>
                  <a:lnTo>
                    <a:pt x="70144" y="22415"/>
                  </a:lnTo>
                  <a:lnTo>
                    <a:pt x="73651" y="23139"/>
                  </a:lnTo>
                  <a:lnTo>
                    <a:pt x="77158" y="23861"/>
                  </a:lnTo>
                  <a:lnTo>
                    <a:pt x="80665" y="24583"/>
                  </a:lnTo>
                  <a:lnTo>
                    <a:pt x="84172" y="25302"/>
                  </a:lnTo>
                  <a:lnTo>
                    <a:pt x="87680" y="26021"/>
                  </a:lnTo>
                  <a:lnTo>
                    <a:pt x="91187" y="26737"/>
                  </a:lnTo>
                  <a:lnTo>
                    <a:pt x="94694" y="27453"/>
                  </a:lnTo>
                  <a:lnTo>
                    <a:pt x="98201" y="28167"/>
                  </a:lnTo>
                  <a:lnTo>
                    <a:pt x="101708" y="28879"/>
                  </a:lnTo>
                  <a:lnTo>
                    <a:pt x="105216" y="29591"/>
                  </a:lnTo>
                  <a:lnTo>
                    <a:pt x="108723" y="30300"/>
                  </a:lnTo>
                  <a:lnTo>
                    <a:pt x="112230" y="31009"/>
                  </a:lnTo>
                  <a:lnTo>
                    <a:pt x="115737" y="31715"/>
                  </a:lnTo>
                  <a:lnTo>
                    <a:pt x="119244" y="32421"/>
                  </a:lnTo>
                  <a:lnTo>
                    <a:pt x="122752" y="33125"/>
                  </a:lnTo>
                  <a:lnTo>
                    <a:pt x="126259" y="33827"/>
                  </a:lnTo>
                  <a:lnTo>
                    <a:pt x="129766" y="34524"/>
                  </a:lnTo>
                  <a:lnTo>
                    <a:pt x="133273" y="35215"/>
                  </a:lnTo>
                  <a:lnTo>
                    <a:pt x="136781" y="35905"/>
                  </a:lnTo>
                  <a:lnTo>
                    <a:pt x="140288" y="36595"/>
                  </a:lnTo>
                  <a:lnTo>
                    <a:pt x="143795" y="37283"/>
                  </a:lnTo>
                  <a:lnTo>
                    <a:pt x="147302" y="37970"/>
                  </a:lnTo>
                  <a:lnTo>
                    <a:pt x="150809" y="38656"/>
                  </a:lnTo>
                  <a:lnTo>
                    <a:pt x="154317" y="39340"/>
                  </a:lnTo>
                  <a:lnTo>
                    <a:pt x="157824" y="40024"/>
                  </a:lnTo>
                  <a:lnTo>
                    <a:pt x="161331" y="40707"/>
                  </a:lnTo>
                  <a:lnTo>
                    <a:pt x="164838" y="41388"/>
                  </a:lnTo>
                  <a:lnTo>
                    <a:pt x="168345" y="42068"/>
                  </a:lnTo>
                  <a:lnTo>
                    <a:pt x="171853" y="42748"/>
                  </a:lnTo>
                  <a:lnTo>
                    <a:pt x="175360" y="43426"/>
                  </a:lnTo>
                  <a:lnTo>
                    <a:pt x="178867" y="44103"/>
                  </a:lnTo>
                  <a:lnTo>
                    <a:pt x="182374" y="44779"/>
                  </a:lnTo>
                  <a:lnTo>
                    <a:pt x="185881" y="45453"/>
                  </a:lnTo>
                  <a:lnTo>
                    <a:pt x="189389" y="46127"/>
                  </a:lnTo>
                  <a:lnTo>
                    <a:pt x="192896" y="46800"/>
                  </a:lnTo>
                  <a:lnTo>
                    <a:pt x="196403" y="47471"/>
                  </a:lnTo>
                  <a:lnTo>
                    <a:pt x="199910" y="48141"/>
                  </a:lnTo>
                  <a:lnTo>
                    <a:pt x="203417" y="48814"/>
                  </a:lnTo>
                  <a:lnTo>
                    <a:pt x="206925" y="49486"/>
                  </a:lnTo>
                  <a:lnTo>
                    <a:pt x="210432" y="50156"/>
                  </a:lnTo>
                  <a:lnTo>
                    <a:pt x="213939" y="50825"/>
                  </a:lnTo>
                  <a:lnTo>
                    <a:pt x="217446" y="51494"/>
                  </a:lnTo>
                  <a:lnTo>
                    <a:pt x="220953" y="52161"/>
                  </a:lnTo>
                  <a:lnTo>
                    <a:pt x="224461" y="52823"/>
                  </a:lnTo>
                  <a:lnTo>
                    <a:pt x="227968" y="53486"/>
                  </a:lnTo>
                  <a:lnTo>
                    <a:pt x="231475" y="54149"/>
                  </a:lnTo>
                  <a:lnTo>
                    <a:pt x="234982" y="54811"/>
                  </a:lnTo>
                  <a:lnTo>
                    <a:pt x="238489" y="55471"/>
                  </a:lnTo>
                  <a:lnTo>
                    <a:pt x="241997" y="56130"/>
                  </a:lnTo>
                  <a:lnTo>
                    <a:pt x="245504" y="56787"/>
                  </a:lnTo>
                  <a:lnTo>
                    <a:pt x="249011" y="57443"/>
                  </a:lnTo>
                  <a:lnTo>
                    <a:pt x="252518" y="58098"/>
                  </a:lnTo>
                  <a:lnTo>
                    <a:pt x="256026" y="58751"/>
                  </a:lnTo>
                  <a:lnTo>
                    <a:pt x="259533" y="59403"/>
                  </a:lnTo>
                  <a:lnTo>
                    <a:pt x="263040" y="60053"/>
                  </a:lnTo>
                  <a:lnTo>
                    <a:pt x="266547" y="60702"/>
                  </a:lnTo>
                  <a:lnTo>
                    <a:pt x="270054" y="61350"/>
                  </a:lnTo>
                  <a:lnTo>
                    <a:pt x="273562" y="61996"/>
                  </a:lnTo>
                  <a:lnTo>
                    <a:pt x="277069" y="62641"/>
                  </a:lnTo>
                  <a:lnTo>
                    <a:pt x="280576" y="63284"/>
                  </a:lnTo>
                  <a:lnTo>
                    <a:pt x="284083" y="63926"/>
                  </a:lnTo>
                  <a:lnTo>
                    <a:pt x="287590" y="64566"/>
                  </a:lnTo>
                  <a:lnTo>
                    <a:pt x="291098" y="65205"/>
                  </a:lnTo>
                  <a:lnTo>
                    <a:pt x="294605" y="65843"/>
                  </a:lnTo>
                  <a:lnTo>
                    <a:pt x="298112" y="66479"/>
                  </a:lnTo>
                  <a:lnTo>
                    <a:pt x="301619" y="67114"/>
                  </a:lnTo>
                  <a:lnTo>
                    <a:pt x="305126" y="67748"/>
                  </a:lnTo>
                  <a:lnTo>
                    <a:pt x="308634" y="68380"/>
                  </a:lnTo>
                  <a:lnTo>
                    <a:pt x="312141" y="69010"/>
                  </a:lnTo>
                  <a:lnTo>
                    <a:pt x="315648" y="69639"/>
                  </a:lnTo>
                  <a:lnTo>
                    <a:pt x="319155" y="70267"/>
                  </a:lnTo>
                  <a:lnTo>
                    <a:pt x="322662" y="70893"/>
                  </a:lnTo>
                  <a:lnTo>
                    <a:pt x="326170" y="71518"/>
                  </a:lnTo>
                  <a:lnTo>
                    <a:pt x="329677" y="72142"/>
                  </a:lnTo>
                  <a:lnTo>
                    <a:pt x="333184" y="72764"/>
                  </a:lnTo>
                  <a:lnTo>
                    <a:pt x="336691" y="73385"/>
                  </a:lnTo>
                  <a:lnTo>
                    <a:pt x="340198" y="74004"/>
                  </a:lnTo>
                  <a:lnTo>
                    <a:pt x="343706" y="74136"/>
                  </a:lnTo>
                  <a:lnTo>
                    <a:pt x="347213" y="73660"/>
                  </a:lnTo>
                  <a:lnTo>
                    <a:pt x="350720" y="73183"/>
                  </a:lnTo>
                  <a:lnTo>
                    <a:pt x="354227" y="72705"/>
                  </a:lnTo>
                  <a:lnTo>
                    <a:pt x="357734" y="72227"/>
                  </a:lnTo>
                  <a:lnTo>
                    <a:pt x="361242" y="71748"/>
                  </a:lnTo>
                  <a:lnTo>
                    <a:pt x="364749" y="71268"/>
                  </a:lnTo>
                  <a:lnTo>
                    <a:pt x="368256" y="70788"/>
                  </a:lnTo>
                  <a:lnTo>
                    <a:pt x="371763" y="70307"/>
                  </a:lnTo>
                  <a:lnTo>
                    <a:pt x="375271" y="69825"/>
                  </a:lnTo>
                  <a:lnTo>
                    <a:pt x="378778" y="69343"/>
                  </a:lnTo>
                  <a:lnTo>
                    <a:pt x="382285" y="68860"/>
                  </a:lnTo>
                  <a:lnTo>
                    <a:pt x="385792" y="68376"/>
                  </a:lnTo>
                  <a:lnTo>
                    <a:pt x="389299" y="67892"/>
                  </a:lnTo>
                  <a:lnTo>
                    <a:pt x="392807" y="67407"/>
                  </a:lnTo>
                  <a:lnTo>
                    <a:pt x="396314" y="66922"/>
                  </a:lnTo>
                  <a:lnTo>
                    <a:pt x="399821" y="66435"/>
                  </a:lnTo>
                  <a:lnTo>
                    <a:pt x="403328" y="65948"/>
                  </a:lnTo>
                  <a:lnTo>
                    <a:pt x="406835" y="65461"/>
                  </a:lnTo>
                  <a:lnTo>
                    <a:pt x="410343" y="64972"/>
                  </a:lnTo>
                  <a:lnTo>
                    <a:pt x="413850" y="64484"/>
                  </a:lnTo>
                  <a:lnTo>
                    <a:pt x="417357" y="63994"/>
                  </a:lnTo>
                  <a:lnTo>
                    <a:pt x="420864" y="63504"/>
                  </a:lnTo>
                  <a:lnTo>
                    <a:pt x="424371" y="63013"/>
                  </a:lnTo>
                  <a:lnTo>
                    <a:pt x="427879" y="62521"/>
                  </a:lnTo>
                  <a:lnTo>
                    <a:pt x="431386" y="62029"/>
                  </a:lnTo>
                  <a:lnTo>
                    <a:pt x="434893" y="61536"/>
                  </a:lnTo>
                  <a:lnTo>
                    <a:pt x="438400" y="61043"/>
                  </a:lnTo>
                  <a:lnTo>
                    <a:pt x="441907" y="60547"/>
                  </a:lnTo>
                  <a:lnTo>
                    <a:pt x="445415" y="60051"/>
                  </a:lnTo>
                  <a:lnTo>
                    <a:pt x="448922" y="59554"/>
                  </a:lnTo>
                  <a:lnTo>
                    <a:pt x="452429" y="59056"/>
                  </a:lnTo>
                  <a:lnTo>
                    <a:pt x="455936" y="58557"/>
                  </a:lnTo>
                  <a:lnTo>
                    <a:pt x="459443" y="58057"/>
                  </a:lnTo>
                  <a:lnTo>
                    <a:pt x="462951" y="57557"/>
                  </a:lnTo>
                  <a:lnTo>
                    <a:pt x="466458" y="57056"/>
                  </a:lnTo>
                  <a:lnTo>
                    <a:pt x="469965" y="56554"/>
                  </a:lnTo>
                  <a:lnTo>
                    <a:pt x="473472" y="56052"/>
                  </a:lnTo>
                  <a:lnTo>
                    <a:pt x="476979" y="55548"/>
                  </a:lnTo>
                  <a:lnTo>
                    <a:pt x="480487" y="55044"/>
                  </a:lnTo>
                  <a:lnTo>
                    <a:pt x="483994" y="54539"/>
                  </a:lnTo>
                  <a:lnTo>
                    <a:pt x="487501" y="54034"/>
                  </a:lnTo>
                  <a:lnTo>
                    <a:pt x="491008" y="53527"/>
                  </a:lnTo>
                  <a:lnTo>
                    <a:pt x="494516" y="53020"/>
                  </a:lnTo>
                  <a:lnTo>
                    <a:pt x="498023" y="52512"/>
                  </a:lnTo>
                  <a:lnTo>
                    <a:pt x="501530" y="52003"/>
                  </a:lnTo>
                  <a:lnTo>
                    <a:pt x="505037" y="51494"/>
                  </a:lnTo>
                  <a:lnTo>
                    <a:pt x="508544" y="50984"/>
                  </a:lnTo>
                  <a:lnTo>
                    <a:pt x="512052" y="50473"/>
                  </a:lnTo>
                  <a:lnTo>
                    <a:pt x="515559" y="49961"/>
                  </a:lnTo>
                  <a:lnTo>
                    <a:pt x="519066" y="49449"/>
                  </a:lnTo>
                  <a:lnTo>
                    <a:pt x="522573" y="48935"/>
                  </a:lnTo>
                  <a:lnTo>
                    <a:pt x="526080" y="48421"/>
                  </a:lnTo>
                  <a:lnTo>
                    <a:pt x="529588" y="47906"/>
                  </a:lnTo>
                  <a:lnTo>
                    <a:pt x="533095" y="47391"/>
                  </a:lnTo>
                  <a:lnTo>
                    <a:pt x="536602" y="46875"/>
                  </a:lnTo>
                  <a:lnTo>
                    <a:pt x="540109" y="46357"/>
                  </a:lnTo>
                  <a:lnTo>
                    <a:pt x="543616" y="45840"/>
                  </a:lnTo>
                  <a:lnTo>
                    <a:pt x="547124" y="45321"/>
                  </a:lnTo>
                  <a:lnTo>
                    <a:pt x="550631" y="44802"/>
                  </a:lnTo>
                  <a:lnTo>
                    <a:pt x="554138" y="44282"/>
                  </a:lnTo>
                  <a:lnTo>
                    <a:pt x="557645" y="43761"/>
                  </a:lnTo>
                  <a:lnTo>
                    <a:pt x="561152" y="43239"/>
                  </a:lnTo>
                  <a:lnTo>
                    <a:pt x="564660" y="42717"/>
                  </a:lnTo>
                  <a:lnTo>
                    <a:pt x="568167" y="42193"/>
                  </a:lnTo>
                  <a:lnTo>
                    <a:pt x="571674" y="41670"/>
                  </a:lnTo>
                  <a:lnTo>
                    <a:pt x="575181" y="41145"/>
                  </a:lnTo>
                  <a:lnTo>
                    <a:pt x="578688" y="40619"/>
                  </a:lnTo>
                  <a:lnTo>
                    <a:pt x="582196" y="40093"/>
                  </a:lnTo>
                  <a:lnTo>
                    <a:pt x="585703" y="39566"/>
                  </a:lnTo>
                  <a:lnTo>
                    <a:pt x="589210" y="39039"/>
                  </a:lnTo>
                  <a:lnTo>
                    <a:pt x="592717" y="38510"/>
                  </a:lnTo>
                  <a:lnTo>
                    <a:pt x="596224" y="37981"/>
                  </a:lnTo>
                  <a:lnTo>
                    <a:pt x="599732" y="37451"/>
                  </a:lnTo>
                  <a:lnTo>
                    <a:pt x="603239" y="36920"/>
                  </a:lnTo>
                  <a:lnTo>
                    <a:pt x="606746" y="36389"/>
                  </a:lnTo>
                  <a:lnTo>
                    <a:pt x="610253" y="35857"/>
                  </a:lnTo>
                  <a:lnTo>
                    <a:pt x="613761" y="35324"/>
                  </a:lnTo>
                  <a:lnTo>
                    <a:pt x="617268" y="34790"/>
                  </a:lnTo>
                  <a:lnTo>
                    <a:pt x="620775" y="34255"/>
                  </a:lnTo>
                  <a:lnTo>
                    <a:pt x="624282" y="33720"/>
                  </a:lnTo>
                  <a:lnTo>
                    <a:pt x="627789" y="33184"/>
                  </a:lnTo>
                  <a:lnTo>
                    <a:pt x="631297" y="32647"/>
                  </a:lnTo>
                  <a:lnTo>
                    <a:pt x="634804" y="32110"/>
                  </a:lnTo>
                  <a:lnTo>
                    <a:pt x="638311" y="31572"/>
                  </a:lnTo>
                  <a:lnTo>
                    <a:pt x="641818" y="31033"/>
                  </a:lnTo>
                  <a:lnTo>
                    <a:pt x="645325" y="30493"/>
                  </a:lnTo>
                  <a:lnTo>
                    <a:pt x="648833" y="29953"/>
                  </a:lnTo>
                  <a:lnTo>
                    <a:pt x="652340" y="29411"/>
                  </a:lnTo>
                  <a:lnTo>
                    <a:pt x="655847" y="28869"/>
                  </a:lnTo>
                  <a:lnTo>
                    <a:pt x="659354" y="28327"/>
                  </a:lnTo>
                  <a:lnTo>
                    <a:pt x="662861" y="27783"/>
                  </a:lnTo>
                  <a:lnTo>
                    <a:pt x="666369" y="27239"/>
                  </a:lnTo>
                  <a:lnTo>
                    <a:pt x="669876" y="26694"/>
                  </a:lnTo>
                  <a:lnTo>
                    <a:pt x="673383" y="26148"/>
                  </a:lnTo>
                  <a:lnTo>
                    <a:pt x="676890" y="25602"/>
                  </a:lnTo>
                  <a:lnTo>
                    <a:pt x="680397" y="25055"/>
                  </a:lnTo>
                  <a:lnTo>
                    <a:pt x="683905" y="24508"/>
                  </a:lnTo>
                  <a:lnTo>
                    <a:pt x="687412" y="23962"/>
                  </a:lnTo>
                  <a:lnTo>
                    <a:pt x="690919" y="23416"/>
                  </a:lnTo>
                  <a:lnTo>
                    <a:pt x="694426" y="22869"/>
                  </a:lnTo>
                  <a:lnTo>
                    <a:pt x="697933" y="22321"/>
                  </a:lnTo>
                  <a:lnTo>
                    <a:pt x="701441" y="21772"/>
                  </a:lnTo>
                  <a:lnTo>
                    <a:pt x="704948" y="21223"/>
                  </a:lnTo>
                  <a:lnTo>
                    <a:pt x="708455" y="20674"/>
                  </a:lnTo>
                  <a:lnTo>
                    <a:pt x="711962" y="20123"/>
                  </a:lnTo>
                  <a:lnTo>
                    <a:pt x="715469" y="19572"/>
                  </a:lnTo>
                  <a:lnTo>
                    <a:pt x="718977" y="19021"/>
                  </a:lnTo>
                  <a:lnTo>
                    <a:pt x="722484" y="18468"/>
                  </a:lnTo>
                  <a:lnTo>
                    <a:pt x="725991" y="17915"/>
                  </a:lnTo>
                  <a:lnTo>
                    <a:pt x="729498" y="17362"/>
                  </a:lnTo>
                  <a:lnTo>
                    <a:pt x="733006" y="16807"/>
                  </a:lnTo>
                  <a:lnTo>
                    <a:pt x="736513" y="16252"/>
                  </a:lnTo>
                  <a:lnTo>
                    <a:pt x="740020" y="15697"/>
                  </a:lnTo>
                  <a:lnTo>
                    <a:pt x="743527" y="15141"/>
                  </a:lnTo>
                  <a:lnTo>
                    <a:pt x="747034" y="14584"/>
                  </a:lnTo>
                  <a:lnTo>
                    <a:pt x="750542" y="14026"/>
                  </a:lnTo>
                  <a:lnTo>
                    <a:pt x="754049" y="13468"/>
                  </a:lnTo>
                  <a:lnTo>
                    <a:pt x="757556" y="12909"/>
                  </a:lnTo>
                  <a:lnTo>
                    <a:pt x="761063" y="12350"/>
                  </a:lnTo>
                  <a:lnTo>
                    <a:pt x="764570" y="11790"/>
                  </a:lnTo>
                  <a:lnTo>
                    <a:pt x="768078" y="11229"/>
                  </a:lnTo>
                  <a:lnTo>
                    <a:pt x="771585" y="10668"/>
                  </a:lnTo>
                  <a:lnTo>
                    <a:pt x="775092" y="10106"/>
                  </a:lnTo>
                  <a:lnTo>
                    <a:pt x="778599" y="9544"/>
                  </a:lnTo>
                  <a:lnTo>
                    <a:pt x="782106" y="8981"/>
                  </a:lnTo>
                  <a:lnTo>
                    <a:pt x="785614" y="8417"/>
                  </a:lnTo>
                  <a:lnTo>
                    <a:pt x="789121" y="7853"/>
                  </a:lnTo>
                  <a:lnTo>
                    <a:pt x="792628" y="7288"/>
                  </a:lnTo>
                  <a:lnTo>
                    <a:pt x="796135" y="6723"/>
                  </a:lnTo>
                  <a:lnTo>
                    <a:pt x="799642" y="6158"/>
                  </a:lnTo>
                  <a:lnTo>
                    <a:pt x="803150" y="5600"/>
                  </a:lnTo>
                  <a:lnTo>
                    <a:pt x="806657" y="5042"/>
                  </a:lnTo>
                  <a:lnTo>
                    <a:pt x="810164" y="4483"/>
                  </a:lnTo>
                  <a:lnTo>
                    <a:pt x="813671" y="3924"/>
                  </a:lnTo>
                  <a:lnTo>
                    <a:pt x="817178" y="3365"/>
                  </a:lnTo>
                  <a:lnTo>
                    <a:pt x="820686" y="2805"/>
                  </a:lnTo>
                  <a:lnTo>
                    <a:pt x="824193" y="2245"/>
                  </a:lnTo>
                  <a:lnTo>
                    <a:pt x="827700" y="1684"/>
                  </a:lnTo>
                  <a:lnTo>
                    <a:pt x="831207" y="1123"/>
                  </a:lnTo>
                  <a:lnTo>
                    <a:pt x="834714" y="562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71183" y="4219564"/>
              <a:ext cx="838222" cy="74410"/>
            </a:xfrm>
            <a:custGeom>
              <a:avLst/>
              <a:pathLst>
                <a:path w="838222" h="74410">
                  <a:moveTo>
                    <a:pt x="838222" y="74410"/>
                  </a:moveTo>
                  <a:lnTo>
                    <a:pt x="834714" y="73966"/>
                  </a:lnTo>
                  <a:lnTo>
                    <a:pt x="831207" y="73520"/>
                  </a:lnTo>
                  <a:lnTo>
                    <a:pt x="827700" y="73072"/>
                  </a:lnTo>
                  <a:lnTo>
                    <a:pt x="824193" y="72624"/>
                  </a:lnTo>
                  <a:lnTo>
                    <a:pt x="820686" y="72175"/>
                  </a:lnTo>
                  <a:lnTo>
                    <a:pt x="817178" y="71724"/>
                  </a:lnTo>
                  <a:lnTo>
                    <a:pt x="813671" y="71272"/>
                  </a:lnTo>
                  <a:lnTo>
                    <a:pt x="810164" y="70820"/>
                  </a:lnTo>
                  <a:lnTo>
                    <a:pt x="806657" y="70366"/>
                  </a:lnTo>
                  <a:lnTo>
                    <a:pt x="803150" y="69910"/>
                  </a:lnTo>
                  <a:lnTo>
                    <a:pt x="799642" y="69454"/>
                  </a:lnTo>
                  <a:lnTo>
                    <a:pt x="796135" y="68997"/>
                  </a:lnTo>
                  <a:lnTo>
                    <a:pt x="792628" y="68538"/>
                  </a:lnTo>
                  <a:lnTo>
                    <a:pt x="789121" y="68078"/>
                  </a:lnTo>
                  <a:lnTo>
                    <a:pt x="785614" y="67617"/>
                  </a:lnTo>
                  <a:lnTo>
                    <a:pt x="782106" y="67155"/>
                  </a:lnTo>
                  <a:lnTo>
                    <a:pt x="778599" y="66692"/>
                  </a:lnTo>
                  <a:lnTo>
                    <a:pt x="775092" y="66228"/>
                  </a:lnTo>
                  <a:lnTo>
                    <a:pt x="771585" y="65762"/>
                  </a:lnTo>
                  <a:lnTo>
                    <a:pt x="768078" y="65295"/>
                  </a:lnTo>
                  <a:lnTo>
                    <a:pt x="764570" y="64827"/>
                  </a:lnTo>
                  <a:lnTo>
                    <a:pt x="761063" y="64358"/>
                  </a:lnTo>
                  <a:lnTo>
                    <a:pt x="757556" y="63887"/>
                  </a:lnTo>
                  <a:lnTo>
                    <a:pt x="754049" y="63415"/>
                  </a:lnTo>
                  <a:lnTo>
                    <a:pt x="750542" y="62943"/>
                  </a:lnTo>
                  <a:lnTo>
                    <a:pt x="747034" y="62469"/>
                  </a:lnTo>
                  <a:lnTo>
                    <a:pt x="743527" y="61994"/>
                  </a:lnTo>
                  <a:lnTo>
                    <a:pt x="740020" y="61517"/>
                  </a:lnTo>
                  <a:lnTo>
                    <a:pt x="736513" y="61040"/>
                  </a:lnTo>
                  <a:lnTo>
                    <a:pt x="733006" y="60561"/>
                  </a:lnTo>
                  <a:lnTo>
                    <a:pt x="729498" y="60083"/>
                  </a:lnTo>
                  <a:lnTo>
                    <a:pt x="725991" y="59606"/>
                  </a:lnTo>
                  <a:lnTo>
                    <a:pt x="722484" y="59128"/>
                  </a:lnTo>
                  <a:lnTo>
                    <a:pt x="718977" y="58649"/>
                  </a:lnTo>
                  <a:lnTo>
                    <a:pt x="715469" y="58168"/>
                  </a:lnTo>
                  <a:lnTo>
                    <a:pt x="711962" y="57686"/>
                  </a:lnTo>
                  <a:lnTo>
                    <a:pt x="708455" y="57203"/>
                  </a:lnTo>
                  <a:lnTo>
                    <a:pt x="704948" y="56711"/>
                  </a:lnTo>
                  <a:lnTo>
                    <a:pt x="701441" y="56218"/>
                  </a:lnTo>
                  <a:lnTo>
                    <a:pt x="697933" y="55724"/>
                  </a:lnTo>
                  <a:lnTo>
                    <a:pt x="694426" y="55228"/>
                  </a:lnTo>
                  <a:lnTo>
                    <a:pt x="690919" y="54733"/>
                  </a:lnTo>
                  <a:lnTo>
                    <a:pt x="687412" y="54244"/>
                  </a:lnTo>
                  <a:lnTo>
                    <a:pt x="683905" y="53753"/>
                  </a:lnTo>
                  <a:lnTo>
                    <a:pt x="680397" y="53261"/>
                  </a:lnTo>
                  <a:lnTo>
                    <a:pt x="676890" y="52767"/>
                  </a:lnTo>
                  <a:lnTo>
                    <a:pt x="673383" y="52273"/>
                  </a:lnTo>
                  <a:lnTo>
                    <a:pt x="669876" y="51777"/>
                  </a:lnTo>
                  <a:lnTo>
                    <a:pt x="666369" y="51280"/>
                  </a:lnTo>
                  <a:lnTo>
                    <a:pt x="662861" y="50781"/>
                  </a:lnTo>
                  <a:lnTo>
                    <a:pt x="659354" y="50281"/>
                  </a:lnTo>
                  <a:lnTo>
                    <a:pt x="655847" y="49781"/>
                  </a:lnTo>
                  <a:lnTo>
                    <a:pt x="652340" y="49278"/>
                  </a:lnTo>
                  <a:lnTo>
                    <a:pt x="648833" y="48775"/>
                  </a:lnTo>
                  <a:lnTo>
                    <a:pt x="645325" y="48270"/>
                  </a:lnTo>
                  <a:lnTo>
                    <a:pt x="641818" y="47764"/>
                  </a:lnTo>
                  <a:lnTo>
                    <a:pt x="638311" y="47257"/>
                  </a:lnTo>
                  <a:lnTo>
                    <a:pt x="634804" y="46749"/>
                  </a:lnTo>
                  <a:lnTo>
                    <a:pt x="631297" y="46239"/>
                  </a:lnTo>
                  <a:lnTo>
                    <a:pt x="627789" y="45728"/>
                  </a:lnTo>
                  <a:lnTo>
                    <a:pt x="624282" y="45216"/>
                  </a:lnTo>
                  <a:lnTo>
                    <a:pt x="620775" y="44702"/>
                  </a:lnTo>
                  <a:lnTo>
                    <a:pt x="617268" y="44187"/>
                  </a:lnTo>
                  <a:lnTo>
                    <a:pt x="613761" y="43671"/>
                  </a:lnTo>
                  <a:lnTo>
                    <a:pt x="610253" y="43154"/>
                  </a:lnTo>
                  <a:lnTo>
                    <a:pt x="606746" y="42635"/>
                  </a:lnTo>
                  <a:lnTo>
                    <a:pt x="603239" y="42116"/>
                  </a:lnTo>
                  <a:lnTo>
                    <a:pt x="599732" y="41594"/>
                  </a:lnTo>
                  <a:lnTo>
                    <a:pt x="596224" y="41072"/>
                  </a:lnTo>
                  <a:lnTo>
                    <a:pt x="592717" y="40548"/>
                  </a:lnTo>
                  <a:lnTo>
                    <a:pt x="589210" y="40023"/>
                  </a:lnTo>
                  <a:lnTo>
                    <a:pt x="585703" y="39497"/>
                  </a:lnTo>
                  <a:lnTo>
                    <a:pt x="582196" y="38969"/>
                  </a:lnTo>
                  <a:lnTo>
                    <a:pt x="578688" y="38440"/>
                  </a:lnTo>
                  <a:lnTo>
                    <a:pt x="575181" y="37910"/>
                  </a:lnTo>
                  <a:lnTo>
                    <a:pt x="571674" y="37379"/>
                  </a:lnTo>
                  <a:lnTo>
                    <a:pt x="568167" y="36846"/>
                  </a:lnTo>
                  <a:lnTo>
                    <a:pt x="564660" y="36312"/>
                  </a:lnTo>
                  <a:lnTo>
                    <a:pt x="561152" y="35777"/>
                  </a:lnTo>
                  <a:lnTo>
                    <a:pt x="557645" y="35240"/>
                  </a:lnTo>
                  <a:lnTo>
                    <a:pt x="554138" y="34702"/>
                  </a:lnTo>
                  <a:lnTo>
                    <a:pt x="550631" y="34163"/>
                  </a:lnTo>
                  <a:lnTo>
                    <a:pt x="547124" y="33622"/>
                  </a:lnTo>
                  <a:lnTo>
                    <a:pt x="543616" y="33081"/>
                  </a:lnTo>
                  <a:lnTo>
                    <a:pt x="540109" y="32537"/>
                  </a:lnTo>
                  <a:lnTo>
                    <a:pt x="536602" y="31993"/>
                  </a:lnTo>
                  <a:lnTo>
                    <a:pt x="533095" y="31447"/>
                  </a:lnTo>
                  <a:lnTo>
                    <a:pt x="529588" y="30900"/>
                  </a:lnTo>
                  <a:lnTo>
                    <a:pt x="526080" y="30352"/>
                  </a:lnTo>
                  <a:lnTo>
                    <a:pt x="522573" y="29802"/>
                  </a:lnTo>
                  <a:lnTo>
                    <a:pt x="519066" y="29251"/>
                  </a:lnTo>
                  <a:lnTo>
                    <a:pt x="515559" y="28699"/>
                  </a:lnTo>
                  <a:lnTo>
                    <a:pt x="512052" y="28145"/>
                  </a:lnTo>
                  <a:lnTo>
                    <a:pt x="508544" y="27591"/>
                  </a:lnTo>
                  <a:lnTo>
                    <a:pt x="505037" y="27034"/>
                  </a:lnTo>
                  <a:lnTo>
                    <a:pt x="501530" y="26477"/>
                  </a:lnTo>
                  <a:lnTo>
                    <a:pt x="498023" y="25918"/>
                  </a:lnTo>
                  <a:lnTo>
                    <a:pt x="494516" y="25358"/>
                  </a:lnTo>
                  <a:lnTo>
                    <a:pt x="491008" y="24796"/>
                  </a:lnTo>
                  <a:lnTo>
                    <a:pt x="487501" y="24234"/>
                  </a:lnTo>
                  <a:lnTo>
                    <a:pt x="483994" y="23670"/>
                  </a:lnTo>
                  <a:lnTo>
                    <a:pt x="480487" y="23104"/>
                  </a:lnTo>
                  <a:lnTo>
                    <a:pt x="476979" y="22537"/>
                  </a:lnTo>
                  <a:lnTo>
                    <a:pt x="473472" y="21969"/>
                  </a:lnTo>
                  <a:lnTo>
                    <a:pt x="469965" y="21400"/>
                  </a:lnTo>
                  <a:lnTo>
                    <a:pt x="466458" y="20829"/>
                  </a:lnTo>
                  <a:lnTo>
                    <a:pt x="462951" y="20257"/>
                  </a:lnTo>
                  <a:lnTo>
                    <a:pt x="459443" y="19684"/>
                  </a:lnTo>
                  <a:lnTo>
                    <a:pt x="455936" y="19109"/>
                  </a:lnTo>
                  <a:lnTo>
                    <a:pt x="452429" y="18533"/>
                  </a:lnTo>
                  <a:lnTo>
                    <a:pt x="448922" y="17956"/>
                  </a:lnTo>
                  <a:lnTo>
                    <a:pt x="445415" y="17377"/>
                  </a:lnTo>
                  <a:lnTo>
                    <a:pt x="441907" y="16797"/>
                  </a:lnTo>
                  <a:lnTo>
                    <a:pt x="438400" y="16215"/>
                  </a:lnTo>
                  <a:lnTo>
                    <a:pt x="434893" y="15633"/>
                  </a:lnTo>
                  <a:lnTo>
                    <a:pt x="431386" y="15046"/>
                  </a:lnTo>
                  <a:lnTo>
                    <a:pt x="427879" y="14457"/>
                  </a:lnTo>
                  <a:lnTo>
                    <a:pt x="424371" y="13867"/>
                  </a:lnTo>
                  <a:lnTo>
                    <a:pt x="420864" y="13276"/>
                  </a:lnTo>
                  <a:lnTo>
                    <a:pt x="417357" y="12684"/>
                  </a:lnTo>
                  <a:lnTo>
                    <a:pt x="413850" y="12091"/>
                  </a:lnTo>
                  <a:lnTo>
                    <a:pt x="410343" y="11497"/>
                  </a:lnTo>
                  <a:lnTo>
                    <a:pt x="406835" y="10901"/>
                  </a:lnTo>
                  <a:lnTo>
                    <a:pt x="403328" y="10305"/>
                  </a:lnTo>
                  <a:lnTo>
                    <a:pt x="399821" y="9709"/>
                  </a:lnTo>
                  <a:lnTo>
                    <a:pt x="396314" y="9113"/>
                  </a:lnTo>
                  <a:lnTo>
                    <a:pt x="392807" y="8516"/>
                  </a:lnTo>
                  <a:lnTo>
                    <a:pt x="389299" y="7917"/>
                  </a:lnTo>
                  <a:lnTo>
                    <a:pt x="385792" y="7317"/>
                  </a:lnTo>
                  <a:lnTo>
                    <a:pt x="382285" y="6716"/>
                  </a:lnTo>
                  <a:lnTo>
                    <a:pt x="378778" y="6113"/>
                  </a:lnTo>
                  <a:lnTo>
                    <a:pt x="375271" y="5509"/>
                  </a:lnTo>
                  <a:lnTo>
                    <a:pt x="371763" y="4904"/>
                  </a:lnTo>
                  <a:lnTo>
                    <a:pt x="368256" y="4297"/>
                  </a:lnTo>
                  <a:lnTo>
                    <a:pt x="364749" y="3689"/>
                  </a:lnTo>
                  <a:lnTo>
                    <a:pt x="361242" y="3079"/>
                  </a:lnTo>
                  <a:lnTo>
                    <a:pt x="357734" y="2468"/>
                  </a:lnTo>
                  <a:lnTo>
                    <a:pt x="354227" y="1856"/>
                  </a:lnTo>
                  <a:lnTo>
                    <a:pt x="350720" y="1242"/>
                  </a:lnTo>
                  <a:lnTo>
                    <a:pt x="347213" y="627"/>
                  </a:lnTo>
                  <a:lnTo>
                    <a:pt x="343706" y="10"/>
                  </a:lnTo>
                  <a:lnTo>
                    <a:pt x="340198" y="0"/>
                  </a:lnTo>
                  <a:lnTo>
                    <a:pt x="336691" y="474"/>
                  </a:lnTo>
                  <a:lnTo>
                    <a:pt x="333184" y="948"/>
                  </a:lnTo>
                  <a:lnTo>
                    <a:pt x="329677" y="1421"/>
                  </a:lnTo>
                  <a:lnTo>
                    <a:pt x="326170" y="1893"/>
                  </a:lnTo>
                  <a:lnTo>
                    <a:pt x="322662" y="2364"/>
                  </a:lnTo>
                  <a:lnTo>
                    <a:pt x="319155" y="2834"/>
                  </a:lnTo>
                  <a:lnTo>
                    <a:pt x="315648" y="3304"/>
                  </a:lnTo>
                  <a:lnTo>
                    <a:pt x="312141" y="3773"/>
                  </a:lnTo>
                  <a:lnTo>
                    <a:pt x="308634" y="4241"/>
                  </a:lnTo>
                  <a:lnTo>
                    <a:pt x="305126" y="4708"/>
                  </a:lnTo>
                  <a:lnTo>
                    <a:pt x="301619" y="5174"/>
                  </a:lnTo>
                  <a:lnTo>
                    <a:pt x="298112" y="5640"/>
                  </a:lnTo>
                  <a:lnTo>
                    <a:pt x="294605" y="6104"/>
                  </a:lnTo>
                  <a:lnTo>
                    <a:pt x="291098" y="6568"/>
                  </a:lnTo>
                  <a:lnTo>
                    <a:pt x="287590" y="7031"/>
                  </a:lnTo>
                  <a:lnTo>
                    <a:pt x="284083" y="7494"/>
                  </a:lnTo>
                  <a:lnTo>
                    <a:pt x="280576" y="7955"/>
                  </a:lnTo>
                  <a:lnTo>
                    <a:pt x="277069" y="8416"/>
                  </a:lnTo>
                  <a:lnTo>
                    <a:pt x="273562" y="8876"/>
                  </a:lnTo>
                  <a:lnTo>
                    <a:pt x="270054" y="9335"/>
                  </a:lnTo>
                  <a:lnTo>
                    <a:pt x="266547" y="9793"/>
                  </a:lnTo>
                  <a:lnTo>
                    <a:pt x="263040" y="10250"/>
                  </a:lnTo>
                  <a:lnTo>
                    <a:pt x="259533" y="10707"/>
                  </a:lnTo>
                  <a:lnTo>
                    <a:pt x="256026" y="11163"/>
                  </a:lnTo>
                  <a:lnTo>
                    <a:pt x="252518" y="11618"/>
                  </a:lnTo>
                  <a:lnTo>
                    <a:pt x="249011" y="12072"/>
                  </a:lnTo>
                  <a:lnTo>
                    <a:pt x="245504" y="12526"/>
                  </a:lnTo>
                  <a:lnTo>
                    <a:pt x="241997" y="12979"/>
                  </a:lnTo>
                  <a:lnTo>
                    <a:pt x="238489" y="13432"/>
                  </a:lnTo>
                  <a:lnTo>
                    <a:pt x="234982" y="13884"/>
                  </a:lnTo>
                  <a:lnTo>
                    <a:pt x="231475" y="14336"/>
                  </a:lnTo>
                  <a:lnTo>
                    <a:pt x="227968" y="14786"/>
                  </a:lnTo>
                  <a:lnTo>
                    <a:pt x="224461" y="15236"/>
                  </a:lnTo>
                  <a:lnTo>
                    <a:pt x="220953" y="15685"/>
                  </a:lnTo>
                  <a:lnTo>
                    <a:pt x="217446" y="16134"/>
                  </a:lnTo>
                  <a:lnTo>
                    <a:pt x="213939" y="16581"/>
                  </a:lnTo>
                  <a:lnTo>
                    <a:pt x="210432" y="17028"/>
                  </a:lnTo>
                  <a:lnTo>
                    <a:pt x="206925" y="17475"/>
                  </a:lnTo>
                  <a:lnTo>
                    <a:pt x="203417" y="17920"/>
                  </a:lnTo>
                  <a:lnTo>
                    <a:pt x="199910" y="18365"/>
                  </a:lnTo>
                  <a:lnTo>
                    <a:pt x="196403" y="18809"/>
                  </a:lnTo>
                  <a:lnTo>
                    <a:pt x="192896" y="19252"/>
                  </a:lnTo>
                  <a:lnTo>
                    <a:pt x="189389" y="19695"/>
                  </a:lnTo>
                  <a:lnTo>
                    <a:pt x="185881" y="20136"/>
                  </a:lnTo>
                  <a:lnTo>
                    <a:pt x="182374" y="20577"/>
                  </a:lnTo>
                  <a:lnTo>
                    <a:pt x="178867" y="21018"/>
                  </a:lnTo>
                  <a:lnTo>
                    <a:pt x="175360" y="21457"/>
                  </a:lnTo>
                  <a:lnTo>
                    <a:pt x="171853" y="21896"/>
                  </a:lnTo>
                  <a:lnTo>
                    <a:pt x="168345" y="22334"/>
                  </a:lnTo>
                  <a:lnTo>
                    <a:pt x="164838" y="22772"/>
                  </a:lnTo>
                  <a:lnTo>
                    <a:pt x="161331" y="23208"/>
                  </a:lnTo>
                  <a:lnTo>
                    <a:pt x="157824" y="23642"/>
                  </a:lnTo>
                  <a:lnTo>
                    <a:pt x="154317" y="24075"/>
                  </a:lnTo>
                  <a:lnTo>
                    <a:pt x="150809" y="24508"/>
                  </a:lnTo>
                  <a:lnTo>
                    <a:pt x="147302" y="24939"/>
                  </a:lnTo>
                  <a:lnTo>
                    <a:pt x="143795" y="25370"/>
                  </a:lnTo>
                  <a:lnTo>
                    <a:pt x="140288" y="25800"/>
                  </a:lnTo>
                  <a:lnTo>
                    <a:pt x="136781" y="26229"/>
                  </a:lnTo>
                  <a:lnTo>
                    <a:pt x="133273" y="26658"/>
                  </a:lnTo>
                  <a:lnTo>
                    <a:pt x="129766" y="27085"/>
                  </a:lnTo>
                  <a:lnTo>
                    <a:pt x="126259" y="27512"/>
                  </a:lnTo>
                  <a:lnTo>
                    <a:pt x="122752" y="27938"/>
                  </a:lnTo>
                  <a:lnTo>
                    <a:pt x="119244" y="28363"/>
                  </a:lnTo>
                  <a:lnTo>
                    <a:pt x="115737" y="28788"/>
                  </a:lnTo>
                  <a:lnTo>
                    <a:pt x="112230" y="29211"/>
                  </a:lnTo>
                  <a:lnTo>
                    <a:pt x="108723" y="29634"/>
                  </a:lnTo>
                  <a:lnTo>
                    <a:pt x="105216" y="30056"/>
                  </a:lnTo>
                  <a:lnTo>
                    <a:pt x="101708" y="30478"/>
                  </a:lnTo>
                  <a:lnTo>
                    <a:pt x="98201" y="30898"/>
                  </a:lnTo>
                  <a:lnTo>
                    <a:pt x="94694" y="31318"/>
                  </a:lnTo>
                  <a:lnTo>
                    <a:pt x="91187" y="31737"/>
                  </a:lnTo>
                  <a:lnTo>
                    <a:pt x="87680" y="32155"/>
                  </a:lnTo>
                  <a:lnTo>
                    <a:pt x="84172" y="32572"/>
                  </a:lnTo>
                  <a:lnTo>
                    <a:pt x="80665" y="32989"/>
                  </a:lnTo>
                  <a:lnTo>
                    <a:pt x="77158" y="33405"/>
                  </a:lnTo>
                  <a:lnTo>
                    <a:pt x="73651" y="33820"/>
                  </a:lnTo>
                  <a:lnTo>
                    <a:pt x="70144" y="34234"/>
                  </a:lnTo>
                  <a:lnTo>
                    <a:pt x="66636" y="34647"/>
                  </a:lnTo>
                  <a:lnTo>
                    <a:pt x="63129" y="35060"/>
                  </a:lnTo>
                  <a:lnTo>
                    <a:pt x="59622" y="35472"/>
                  </a:lnTo>
                  <a:lnTo>
                    <a:pt x="56115" y="35883"/>
                  </a:lnTo>
                  <a:lnTo>
                    <a:pt x="52608" y="36293"/>
                  </a:lnTo>
                  <a:lnTo>
                    <a:pt x="49100" y="36703"/>
                  </a:lnTo>
                  <a:lnTo>
                    <a:pt x="45593" y="37112"/>
                  </a:lnTo>
                  <a:lnTo>
                    <a:pt x="42086" y="37520"/>
                  </a:lnTo>
                  <a:lnTo>
                    <a:pt x="38579" y="37930"/>
                  </a:lnTo>
                  <a:lnTo>
                    <a:pt x="35072" y="38341"/>
                  </a:lnTo>
                  <a:lnTo>
                    <a:pt x="31564" y="38750"/>
                  </a:lnTo>
                  <a:lnTo>
                    <a:pt x="28057" y="39159"/>
                  </a:lnTo>
                  <a:lnTo>
                    <a:pt x="24550" y="39567"/>
                  </a:lnTo>
                  <a:lnTo>
                    <a:pt x="21043" y="39975"/>
                  </a:lnTo>
                  <a:lnTo>
                    <a:pt x="17536" y="40381"/>
                  </a:lnTo>
                  <a:lnTo>
                    <a:pt x="14028" y="40787"/>
                  </a:lnTo>
                  <a:lnTo>
                    <a:pt x="10521" y="41192"/>
                  </a:lnTo>
                  <a:lnTo>
                    <a:pt x="7014" y="41597"/>
                  </a:lnTo>
                  <a:lnTo>
                    <a:pt x="3507" y="42001"/>
                  </a:lnTo>
                  <a:lnTo>
                    <a:pt x="0" y="424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271183" y="4210562"/>
              <a:ext cx="838222" cy="16788"/>
            </a:xfrm>
            <a:custGeom>
              <a:avLst/>
              <a:pathLst>
                <a:path w="838222" h="16788">
                  <a:moveTo>
                    <a:pt x="0" y="0"/>
                  </a:moveTo>
                  <a:lnTo>
                    <a:pt x="3507" y="102"/>
                  </a:lnTo>
                  <a:lnTo>
                    <a:pt x="7014" y="204"/>
                  </a:lnTo>
                  <a:lnTo>
                    <a:pt x="10521" y="306"/>
                  </a:lnTo>
                  <a:lnTo>
                    <a:pt x="14028" y="408"/>
                  </a:lnTo>
                  <a:lnTo>
                    <a:pt x="17536" y="509"/>
                  </a:lnTo>
                  <a:lnTo>
                    <a:pt x="21043" y="610"/>
                  </a:lnTo>
                  <a:lnTo>
                    <a:pt x="24550" y="711"/>
                  </a:lnTo>
                  <a:lnTo>
                    <a:pt x="28057" y="812"/>
                  </a:lnTo>
                  <a:lnTo>
                    <a:pt x="31564" y="912"/>
                  </a:lnTo>
                  <a:lnTo>
                    <a:pt x="35072" y="1012"/>
                  </a:lnTo>
                  <a:lnTo>
                    <a:pt x="38579" y="1112"/>
                  </a:lnTo>
                  <a:lnTo>
                    <a:pt x="42086" y="1212"/>
                  </a:lnTo>
                  <a:lnTo>
                    <a:pt x="45593" y="1311"/>
                  </a:lnTo>
                  <a:lnTo>
                    <a:pt x="49100" y="1410"/>
                  </a:lnTo>
                  <a:lnTo>
                    <a:pt x="52608" y="1509"/>
                  </a:lnTo>
                  <a:lnTo>
                    <a:pt x="56115" y="1608"/>
                  </a:lnTo>
                  <a:lnTo>
                    <a:pt x="59622" y="1706"/>
                  </a:lnTo>
                  <a:lnTo>
                    <a:pt x="63129" y="1804"/>
                  </a:lnTo>
                  <a:lnTo>
                    <a:pt x="66636" y="1902"/>
                  </a:lnTo>
                  <a:lnTo>
                    <a:pt x="70144" y="1999"/>
                  </a:lnTo>
                  <a:lnTo>
                    <a:pt x="73651" y="2096"/>
                  </a:lnTo>
                  <a:lnTo>
                    <a:pt x="77158" y="2193"/>
                  </a:lnTo>
                  <a:lnTo>
                    <a:pt x="80665" y="2290"/>
                  </a:lnTo>
                  <a:lnTo>
                    <a:pt x="84172" y="2386"/>
                  </a:lnTo>
                  <a:lnTo>
                    <a:pt x="87680" y="2483"/>
                  </a:lnTo>
                  <a:lnTo>
                    <a:pt x="91187" y="2578"/>
                  </a:lnTo>
                  <a:lnTo>
                    <a:pt x="94694" y="2674"/>
                  </a:lnTo>
                  <a:lnTo>
                    <a:pt x="98201" y="2769"/>
                  </a:lnTo>
                  <a:lnTo>
                    <a:pt x="101708" y="2865"/>
                  </a:lnTo>
                  <a:lnTo>
                    <a:pt x="105216" y="2959"/>
                  </a:lnTo>
                  <a:lnTo>
                    <a:pt x="108723" y="3054"/>
                  </a:lnTo>
                  <a:lnTo>
                    <a:pt x="112230" y="3148"/>
                  </a:lnTo>
                  <a:lnTo>
                    <a:pt x="115737" y="3242"/>
                  </a:lnTo>
                  <a:lnTo>
                    <a:pt x="119244" y="3336"/>
                  </a:lnTo>
                  <a:lnTo>
                    <a:pt x="122752" y="3429"/>
                  </a:lnTo>
                  <a:lnTo>
                    <a:pt x="126259" y="3523"/>
                  </a:lnTo>
                  <a:lnTo>
                    <a:pt x="129766" y="3616"/>
                  </a:lnTo>
                  <a:lnTo>
                    <a:pt x="133273" y="3708"/>
                  </a:lnTo>
                  <a:lnTo>
                    <a:pt x="136781" y="3801"/>
                  </a:lnTo>
                  <a:lnTo>
                    <a:pt x="140288" y="3893"/>
                  </a:lnTo>
                  <a:lnTo>
                    <a:pt x="143795" y="3985"/>
                  </a:lnTo>
                  <a:lnTo>
                    <a:pt x="147302" y="4076"/>
                  </a:lnTo>
                  <a:lnTo>
                    <a:pt x="150809" y="4168"/>
                  </a:lnTo>
                  <a:lnTo>
                    <a:pt x="154317" y="4259"/>
                  </a:lnTo>
                  <a:lnTo>
                    <a:pt x="157824" y="4349"/>
                  </a:lnTo>
                  <a:lnTo>
                    <a:pt x="161331" y="4440"/>
                  </a:lnTo>
                  <a:lnTo>
                    <a:pt x="164838" y="4530"/>
                  </a:lnTo>
                  <a:lnTo>
                    <a:pt x="168345" y="4620"/>
                  </a:lnTo>
                  <a:lnTo>
                    <a:pt x="171853" y="4710"/>
                  </a:lnTo>
                  <a:lnTo>
                    <a:pt x="175360" y="4799"/>
                  </a:lnTo>
                  <a:lnTo>
                    <a:pt x="178867" y="4889"/>
                  </a:lnTo>
                  <a:lnTo>
                    <a:pt x="182374" y="4977"/>
                  </a:lnTo>
                  <a:lnTo>
                    <a:pt x="185881" y="5066"/>
                  </a:lnTo>
                  <a:lnTo>
                    <a:pt x="189389" y="5154"/>
                  </a:lnTo>
                  <a:lnTo>
                    <a:pt x="192896" y="5242"/>
                  </a:lnTo>
                  <a:lnTo>
                    <a:pt x="196403" y="5330"/>
                  </a:lnTo>
                  <a:lnTo>
                    <a:pt x="199910" y="5418"/>
                  </a:lnTo>
                  <a:lnTo>
                    <a:pt x="203417" y="5505"/>
                  </a:lnTo>
                  <a:lnTo>
                    <a:pt x="206925" y="5592"/>
                  </a:lnTo>
                  <a:lnTo>
                    <a:pt x="210432" y="5679"/>
                  </a:lnTo>
                  <a:lnTo>
                    <a:pt x="213939" y="5765"/>
                  </a:lnTo>
                  <a:lnTo>
                    <a:pt x="217446" y="5851"/>
                  </a:lnTo>
                  <a:lnTo>
                    <a:pt x="220953" y="5937"/>
                  </a:lnTo>
                  <a:lnTo>
                    <a:pt x="224461" y="6023"/>
                  </a:lnTo>
                  <a:lnTo>
                    <a:pt x="227968" y="6108"/>
                  </a:lnTo>
                  <a:lnTo>
                    <a:pt x="231475" y="6193"/>
                  </a:lnTo>
                  <a:lnTo>
                    <a:pt x="234982" y="6278"/>
                  </a:lnTo>
                  <a:lnTo>
                    <a:pt x="238489" y="6363"/>
                  </a:lnTo>
                  <a:lnTo>
                    <a:pt x="241997" y="6447"/>
                  </a:lnTo>
                  <a:lnTo>
                    <a:pt x="245504" y="6531"/>
                  </a:lnTo>
                  <a:lnTo>
                    <a:pt x="249011" y="6615"/>
                  </a:lnTo>
                  <a:lnTo>
                    <a:pt x="252518" y="6698"/>
                  </a:lnTo>
                  <a:lnTo>
                    <a:pt x="256026" y="6781"/>
                  </a:lnTo>
                  <a:lnTo>
                    <a:pt x="259533" y="6864"/>
                  </a:lnTo>
                  <a:lnTo>
                    <a:pt x="263040" y="6947"/>
                  </a:lnTo>
                  <a:lnTo>
                    <a:pt x="266547" y="7029"/>
                  </a:lnTo>
                  <a:lnTo>
                    <a:pt x="270054" y="7111"/>
                  </a:lnTo>
                  <a:lnTo>
                    <a:pt x="273562" y="7193"/>
                  </a:lnTo>
                  <a:lnTo>
                    <a:pt x="277069" y="7274"/>
                  </a:lnTo>
                  <a:lnTo>
                    <a:pt x="280576" y="7356"/>
                  </a:lnTo>
                  <a:lnTo>
                    <a:pt x="284083" y="7437"/>
                  </a:lnTo>
                  <a:lnTo>
                    <a:pt x="287590" y="7517"/>
                  </a:lnTo>
                  <a:lnTo>
                    <a:pt x="291098" y="7598"/>
                  </a:lnTo>
                  <a:lnTo>
                    <a:pt x="294605" y="7678"/>
                  </a:lnTo>
                  <a:lnTo>
                    <a:pt x="298112" y="7758"/>
                  </a:lnTo>
                  <a:lnTo>
                    <a:pt x="301619" y="7837"/>
                  </a:lnTo>
                  <a:lnTo>
                    <a:pt x="305126" y="7917"/>
                  </a:lnTo>
                  <a:lnTo>
                    <a:pt x="308634" y="7996"/>
                  </a:lnTo>
                  <a:lnTo>
                    <a:pt x="312141" y="8074"/>
                  </a:lnTo>
                  <a:lnTo>
                    <a:pt x="315648" y="8153"/>
                  </a:lnTo>
                  <a:lnTo>
                    <a:pt x="319155" y="8231"/>
                  </a:lnTo>
                  <a:lnTo>
                    <a:pt x="322662" y="8309"/>
                  </a:lnTo>
                  <a:lnTo>
                    <a:pt x="326170" y="8387"/>
                  </a:lnTo>
                  <a:lnTo>
                    <a:pt x="329677" y="8464"/>
                  </a:lnTo>
                  <a:lnTo>
                    <a:pt x="333184" y="8541"/>
                  </a:lnTo>
                  <a:lnTo>
                    <a:pt x="336691" y="8618"/>
                  </a:lnTo>
                  <a:lnTo>
                    <a:pt x="340198" y="8695"/>
                  </a:lnTo>
                  <a:lnTo>
                    <a:pt x="343706" y="8771"/>
                  </a:lnTo>
                  <a:lnTo>
                    <a:pt x="347213" y="8847"/>
                  </a:lnTo>
                  <a:lnTo>
                    <a:pt x="350720" y="8923"/>
                  </a:lnTo>
                  <a:lnTo>
                    <a:pt x="354227" y="8998"/>
                  </a:lnTo>
                  <a:lnTo>
                    <a:pt x="357734" y="9073"/>
                  </a:lnTo>
                  <a:lnTo>
                    <a:pt x="361242" y="9148"/>
                  </a:lnTo>
                  <a:lnTo>
                    <a:pt x="364749" y="9223"/>
                  </a:lnTo>
                  <a:lnTo>
                    <a:pt x="368256" y="9297"/>
                  </a:lnTo>
                  <a:lnTo>
                    <a:pt x="371763" y="9371"/>
                  </a:lnTo>
                  <a:lnTo>
                    <a:pt x="375271" y="9445"/>
                  </a:lnTo>
                  <a:lnTo>
                    <a:pt x="378778" y="9519"/>
                  </a:lnTo>
                  <a:lnTo>
                    <a:pt x="382285" y="9592"/>
                  </a:lnTo>
                  <a:lnTo>
                    <a:pt x="385792" y="9665"/>
                  </a:lnTo>
                  <a:lnTo>
                    <a:pt x="389299" y="9737"/>
                  </a:lnTo>
                  <a:lnTo>
                    <a:pt x="392807" y="9810"/>
                  </a:lnTo>
                  <a:lnTo>
                    <a:pt x="396314" y="9882"/>
                  </a:lnTo>
                  <a:lnTo>
                    <a:pt x="399821" y="9954"/>
                  </a:lnTo>
                  <a:lnTo>
                    <a:pt x="403328" y="10025"/>
                  </a:lnTo>
                  <a:lnTo>
                    <a:pt x="406835" y="10097"/>
                  </a:lnTo>
                  <a:lnTo>
                    <a:pt x="410343" y="10168"/>
                  </a:lnTo>
                  <a:lnTo>
                    <a:pt x="413850" y="10238"/>
                  </a:lnTo>
                  <a:lnTo>
                    <a:pt x="417357" y="10309"/>
                  </a:lnTo>
                  <a:lnTo>
                    <a:pt x="420864" y="10379"/>
                  </a:lnTo>
                  <a:lnTo>
                    <a:pt x="424371" y="10449"/>
                  </a:lnTo>
                  <a:lnTo>
                    <a:pt x="427879" y="10519"/>
                  </a:lnTo>
                  <a:lnTo>
                    <a:pt x="431386" y="10588"/>
                  </a:lnTo>
                  <a:lnTo>
                    <a:pt x="434893" y="10657"/>
                  </a:lnTo>
                  <a:lnTo>
                    <a:pt x="438400" y="10726"/>
                  </a:lnTo>
                  <a:lnTo>
                    <a:pt x="441907" y="10795"/>
                  </a:lnTo>
                  <a:lnTo>
                    <a:pt x="445415" y="10863"/>
                  </a:lnTo>
                  <a:lnTo>
                    <a:pt x="448922" y="10931"/>
                  </a:lnTo>
                  <a:lnTo>
                    <a:pt x="452429" y="10999"/>
                  </a:lnTo>
                  <a:lnTo>
                    <a:pt x="455936" y="11066"/>
                  </a:lnTo>
                  <a:lnTo>
                    <a:pt x="459443" y="11133"/>
                  </a:lnTo>
                  <a:lnTo>
                    <a:pt x="462951" y="11200"/>
                  </a:lnTo>
                  <a:lnTo>
                    <a:pt x="466458" y="11267"/>
                  </a:lnTo>
                  <a:lnTo>
                    <a:pt x="469965" y="11333"/>
                  </a:lnTo>
                  <a:lnTo>
                    <a:pt x="473472" y="11399"/>
                  </a:lnTo>
                  <a:lnTo>
                    <a:pt x="476979" y="11465"/>
                  </a:lnTo>
                  <a:lnTo>
                    <a:pt x="480487" y="11530"/>
                  </a:lnTo>
                  <a:lnTo>
                    <a:pt x="483994" y="11596"/>
                  </a:lnTo>
                  <a:lnTo>
                    <a:pt x="487501" y="11661"/>
                  </a:lnTo>
                  <a:lnTo>
                    <a:pt x="491008" y="11725"/>
                  </a:lnTo>
                  <a:lnTo>
                    <a:pt x="494516" y="11790"/>
                  </a:lnTo>
                  <a:lnTo>
                    <a:pt x="498023" y="11854"/>
                  </a:lnTo>
                  <a:lnTo>
                    <a:pt x="501530" y="11918"/>
                  </a:lnTo>
                  <a:lnTo>
                    <a:pt x="505037" y="11981"/>
                  </a:lnTo>
                  <a:lnTo>
                    <a:pt x="508544" y="12045"/>
                  </a:lnTo>
                  <a:lnTo>
                    <a:pt x="512052" y="12108"/>
                  </a:lnTo>
                  <a:lnTo>
                    <a:pt x="515559" y="12170"/>
                  </a:lnTo>
                  <a:lnTo>
                    <a:pt x="519066" y="12233"/>
                  </a:lnTo>
                  <a:lnTo>
                    <a:pt x="522573" y="12295"/>
                  </a:lnTo>
                  <a:lnTo>
                    <a:pt x="526080" y="12357"/>
                  </a:lnTo>
                  <a:lnTo>
                    <a:pt x="529588" y="12419"/>
                  </a:lnTo>
                  <a:lnTo>
                    <a:pt x="533095" y="12480"/>
                  </a:lnTo>
                  <a:lnTo>
                    <a:pt x="536602" y="12541"/>
                  </a:lnTo>
                  <a:lnTo>
                    <a:pt x="540109" y="12602"/>
                  </a:lnTo>
                  <a:lnTo>
                    <a:pt x="543616" y="12663"/>
                  </a:lnTo>
                  <a:lnTo>
                    <a:pt x="547124" y="12723"/>
                  </a:lnTo>
                  <a:lnTo>
                    <a:pt x="550631" y="12783"/>
                  </a:lnTo>
                  <a:lnTo>
                    <a:pt x="554138" y="12843"/>
                  </a:lnTo>
                  <a:lnTo>
                    <a:pt x="557645" y="12902"/>
                  </a:lnTo>
                  <a:lnTo>
                    <a:pt x="561152" y="12961"/>
                  </a:lnTo>
                  <a:lnTo>
                    <a:pt x="564660" y="13020"/>
                  </a:lnTo>
                  <a:lnTo>
                    <a:pt x="568167" y="13079"/>
                  </a:lnTo>
                  <a:lnTo>
                    <a:pt x="571674" y="13137"/>
                  </a:lnTo>
                  <a:lnTo>
                    <a:pt x="575181" y="13195"/>
                  </a:lnTo>
                  <a:lnTo>
                    <a:pt x="578688" y="13253"/>
                  </a:lnTo>
                  <a:lnTo>
                    <a:pt x="582196" y="13311"/>
                  </a:lnTo>
                  <a:lnTo>
                    <a:pt x="585703" y="13368"/>
                  </a:lnTo>
                  <a:lnTo>
                    <a:pt x="589210" y="13425"/>
                  </a:lnTo>
                  <a:lnTo>
                    <a:pt x="592717" y="13482"/>
                  </a:lnTo>
                  <a:lnTo>
                    <a:pt x="596224" y="13538"/>
                  </a:lnTo>
                  <a:lnTo>
                    <a:pt x="599732" y="13595"/>
                  </a:lnTo>
                  <a:lnTo>
                    <a:pt x="603239" y="13651"/>
                  </a:lnTo>
                  <a:lnTo>
                    <a:pt x="606746" y="13706"/>
                  </a:lnTo>
                  <a:lnTo>
                    <a:pt x="610253" y="13762"/>
                  </a:lnTo>
                  <a:lnTo>
                    <a:pt x="613761" y="13817"/>
                  </a:lnTo>
                  <a:lnTo>
                    <a:pt x="617268" y="13872"/>
                  </a:lnTo>
                  <a:lnTo>
                    <a:pt x="620775" y="13926"/>
                  </a:lnTo>
                  <a:lnTo>
                    <a:pt x="624282" y="13980"/>
                  </a:lnTo>
                  <a:lnTo>
                    <a:pt x="627789" y="14034"/>
                  </a:lnTo>
                  <a:lnTo>
                    <a:pt x="631297" y="14088"/>
                  </a:lnTo>
                  <a:lnTo>
                    <a:pt x="634804" y="14142"/>
                  </a:lnTo>
                  <a:lnTo>
                    <a:pt x="638311" y="14195"/>
                  </a:lnTo>
                  <a:lnTo>
                    <a:pt x="641818" y="14248"/>
                  </a:lnTo>
                  <a:lnTo>
                    <a:pt x="645325" y="14301"/>
                  </a:lnTo>
                  <a:lnTo>
                    <a:pt x="648833" y="14353"/>
                  </a:lnTo>
                  <a:lnTo>
                    <a:pt x="652340" y="14405"/>
                  </a:lnTo>
                  <a:lnTo>
                    <a:pt x="655847" y="14457"/>
                  </a:lnTo>
                  <a:lnTo>
                    <a:pt x="659354" y="14509"/>
                  </a:lnTo>
                  <a:lnTo>
                    <a:pt x="662861" y="14560"/>
                  </a:lnTo>
                  <a:lnTo>
                    <a:pt x="666369" y="14611"/>
                  </a:lnTo>
                  <a:lnTo>
                    <a:pt x="669876" y="14662"/>
                  </a:lnTo>
                  <a:lnTo>
                    <a:pt x="673383" y="14712"/>
                  </a:lnTo>
                  <a:lnTo>
                    <a:pt x="676890" y="14763"/>
                  </a:lnTo>
                  <a:lnTo>
                    <a:pt x="680397" y="14813"/>
                  </a:lnTo>
                  <a:lnTo>
                    <a:pt x="683905" y="14862"/>
                  </a:lnTo>
                  <a:lnTo>
                    <a:pt x="687412" y="14912"/>
                  </a:lnTo>
                  <a:lnTo>
                    <a:pt x="690919" y="14961"/>
                  </a:lnTo>
                  <a:lnTo>
                    <a:pt x="694426" y="15010"/>
                  </a:lnTo>
                  <a:lnTo>
                    <a:pt x="697933" y="15059"/>
                  </a:lnTo>
                  <a:lnTo>
                    <a:pt x="701441" y="15107"/>
                  </a:lnTo>
                  <a:lnTo>
                    <a:pt x="704948" y="15155"/>
                  </a:lnTo>
                  <a:lnTo>
                    <a:pt x="708455" y="15203"/>
                  </a:lnTo>
                  <a:lnTo>
                    <a:pt x="711962" y="15250"/>
                  </a:lnTo>
                  <a:lnTo>
                    <a:pt x="715469" y="15298"/>
                  </a:lnTo>
                  <a:lnTo>
                    <a:pt x="718977" y="15345"/>
                  </a:lnTo>
                  <a:lnTo>
                    <a:pt x="722484" y="15392"/>
                  </a:lnTo>
                  <a:lnTo>
                    <a:pt x="725991" y="15438"/>
                  </a:lnTo>
                  <a:lnTo>
                    <a:pt x="729498" y="15484"/>
                  </a:lnTo>
                  <a:lnTo>
                    <a:pt x="733006" y="15530"/>
                  </a:lnTo>
                  <a:lnTo>
                    <a:pt x="736513" y="15576"/>
                  </a:lnTo>
                  <a:lnTo>
                    <a:pt x="740020" y="15622"/>
                  </a:lnTo>
                  <a:lnTo>
                    <a:pt x="743527" y="15667"/>
                  </a:lnTo>
                  <a:lnTo>
                    <a:pt x="747034" y="15712"/>
                  </a:lnTo>
                  <a:lnTo>
                    <a:pt x="750542" y="15756"/>
                  </a:lnTo>
                  <a:lnTo>
                    <a:pt x="754049" y="15801"/>
                  </a:lnTo>
                  <a:lnTo>
                    <a:pt x="757556" y="15845"/>
                  </a:lnTo>
                  <a:lnTo>
                    <a:pt x="761063" y="15889"/>
                  </a:lnTo>
                  <a:lnTo>
                    <a:pt x="764570" y="15932"/>
                  </a:lnTo>
                  <a:lnTo>
                    <a:pt x="768078" y="15976"/>
                  </a:lnTo>
                  <a:lnTo>
                    <a:pt x="771585" y="16019"/>
                  </a:lnTo>
                  <a:lnTo>
                    <a:pt x="775092" y="16062"/>
                  </a:lnTo>
                  <a:lnTo>
                    <a:pt x="778599" y="16104"/>
                  </a:lnTo>
                  <a:lnTo>
                    <a:pt x="782106" y="16147"/>
                  </a:lnTo>
                  <a:lnTo>
                    <a:pt x="785614" y="16189"/>
                  </a:lnTo>
                  <a:lnTo>
                    <a:pt x="789121" y="16230"/>
                  </a:lnTo>
                  <a:lnTo>
                    <a:pt x="792628" y="16272"/>
                  </a:lnTo>
                  <a:lnTo>
                    <a:pt x="796135" y="16313"/>
                  </a:lnTo>
                  <a:lnTo>
                    <a:pt x="799642" y="16354"/>
                  </a:lnTo>
                  <a:lnTo>
                    <a:pt x="803150" y="16395"/>
                  </a:lnTo>
                  <a:lnTo>
                    <a:pt x="806657" y="16435"/>
                  </a:lnTo>
                  <a:lnTo>
                    <a:pt x="810164" y="16476"/>
                  </a:lnTo>
                  <a:lnTo>
                    <a:pt x="813671" y="16516"/>
                  </a:lnTo>
                  <a:lnTo>
                    <a:pt x="817178" y="16555"/>
                  </a:lnTo>
                  <a:lnTo>
                    <a:pt x="820686" y="16595"/>
                  </a:lnTo>
                  <a:lnTo>
                    <a:pt x="824193" y="16634"/>
                  </a:lnTo>
                  <a:lnTo>
                    <a:pt x="827700" y="16673"/>
                  </a:lnTo>
                  <a:lnTo>
                    <a:pt x="831207" y="16712"/>
                  </a:lnTo>
                  <a:lnTo>
                    <a:pt x="834714" y="16750"/>
                  </a:lnTo>
                  <a:lnTo>
                    <a:pt x="838222" y="16788"/>
                  </a:lnTo>
                </a:path>
              </a:pathLst>
            </a:custGeom>
            <a:ln w="28456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29272" y="4219300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229272" y="4632901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271183" y="4906254"/>
              <a:ext cx="838222" cy="293652"/>
            </a:xfrm>
            <a:custGeom>
              <a:avLst/>
              <a:pathLst>
                <a:path w="838222" h="293652">
                  <a:moveTo>
                    <a:pt x="0" y="150588"/>
                  </a:moveTo>
                  <a:lnTo>
                    <a:pt x="3507" y="150737"/>
                  </a:lnTo>
                  <a:lnTo>
                    <a:pt x="7014" y="151062"/>
                  </a:lnTo>
                  <a:lnTo>
                    <a:pt x="10521" y="151683"/>
                  </a:lnTo>
                  <a:lnTo>
                    <a:pt x="14028" y="152089"/>
                  </a:lnTo>
                  <a:lnTo>
                    <a:pt x="17536" y="151993"/>
                  </a:lnTo>
                  <a:lnTo>
                    <a:pt x="21043" y="151898"/>
                  </a:lnTo>
                  <a:lnTo>
                    <a:pt x="24550" y="151815"/>
                  </a:lnTo>
                  <a:lnTo>
                    <a:pt x="28057" y="152358"/>
                  </a:lnTo>
                  <a:lnTo>
                    <a:pt x="31564" y="152764"/>
                  </a:lnTo>
                  <a:lnTo>
                    <a:pt x="35072" y="152838"/>
                  </a:lnTo>
                  <a:lnTo>
                    <a:pt x="38579" y="152913"/>
                  </a:lnTo>
                  <a:lnTo>
                    <a:pt x="42086" y="153126"/>
                  </a:lnTo>
                  <a:lnTo>
                    <a:pt x="45593" y="153398"/>
                  </a:lnTo>
                  <a:lnTo>
                    <a:pt x="49100" y="153681"/>
                  </a:lnTo>
                  <a:lnTo>
                    <a:pt x="52608" y="153951"/>
                  </a:lnTo>
                  <a:lnTo>
                    <a:pt x="56115" y="154236"/>
                  </a:lnTo>
                  <a:lnTo>
                    <a:pt x="59622" y="154421"/>
                  </a:lnTo>
                  <a:lnTo>
                    <a:pt x="63129" y="154556"/>
                  </a:lnTo>
                  <a:lnTo>
                    <a:pt x="66636" y="154693"/>
                  </a:lnTo>
                  <a:lnTo>
                    <a:pt x="70144" y="154830"/>
                  </a:lnTo>
                  <a:lnTo>
                    <a:pt x="73651" y="155119"/>
                  </a:lnTo>
                  <a:lnTo>
                    <a:pt x="77158" y="155426"/>
                  </a:lnTo>
                  <a:lnTo>
                    <a:pt x="80665" y="155707"/>
                  </a:lnTo>
                  <a:lnTo>
                    <a:pt x="84172" y="155862"/>
                  </a:lnTo>
                  <a:lnTo>
                    <a:pt x="87680" y="156222"/>
                  </a:lnTo>
                  <a:lnTo>
                    <a:pt x="91187" y="156633"/>
                  </a:lnTo>
                  <a:lnTo>
                    <a:pt x="94694" y="156938"/>
                  </a:lnTo>
                  <a:lnTo>
                    <a:pt x="98201" y="157245"/>
                  </a:lnTo>
                  <a:lnTo>
                    <a:pt x="101708" y="157389"/>
                  </a:lnTo>
                  <a:lnTo>
                    <a:pt x="105216" y="157619"/>
                  </a:lnTo>
                  <a:lnTo>
                    <a:pt x="108723" y="157903"/>
                  </a:lnTo>
                  <a:lnTo>
                    <a:pt x="112230" y="157824"/>
                  </a:lnTo>
                  <a:lnTo>
                    <a:pt x="115737" y="158092"/>
                  </a:lnTo>
                  <a:lnTo>
                    <a:pt x="119244" y="158248"/>
                  </a:lnTo>
                  <a:lnTo>
                    <a:pt x="122752" y="158400"/>
                  </a:lnTo>
                  <a:lnTo>
                    <a:pt x="126259" y="158557"/>
                  </a:lnTo>
                  <a:lnTo>
                    <a:pt x="129766" y="158836"/>
                  </a:lnTo>
                  <a:lnTo>
                    <a:pt x="133273" y="158915"/>
                  </a:lnTo>
                  <a:lnTo>
                    <a:pt x="136781" y="159028"/>
                  </a:lnTo>
                  <a:lnTo>
                    <a:pt x="140288" y="159012"/>
                  </a:lnTo>
                  <a:lnTo>
                    <a:pt x="143795" y="158940"/>
                  </a:lnTo>
                  <a:lnTo>
                    <a:pt x="147302" y="158792"/>
                  </a:lnTo>
                  <a:lnTo>
                    <a:pt x="150809" y="158809"/>
                  </a:lnTo>
                  <a:lnTo>
                    <a:pt x="154317" y="158958"/>
                  </a:lnTo>
                  <a:lnTo>
                    <a:pt x="157824" y="159175"/>
                  </a:lnTo>
                  <a:lnTo>
                    <a:pt x="161331" y="159115"/>
                  </a:lnTo>
                  <a:lnTo>
                    <a:pt x="164838" y="159229"/>
                  </a:lnTo>
                  <a:lnTo>
                    <a:pt x="168345" y="159426"/>
                  </a:lnTo>
                  <a:lnTo>
                    <a:pt x="171853" y="159597"/>
                  </a:lnTo>
                  <a:lnTo>
                    <a:pt x="175360" y="159929"/>
                  </a:lnTo>
                  <a:lnTo>
                    <a:pt x="178867" y="160078"/>
                  </a:lnTo>
                  <a:lnTo>
                    <a:pt x="182374" y="160121"/>
                  </a:lnTo>
                  <a:lnTo>
                    <a:pt x="185881" y="159928"/>
                  </a:lnTo>
                  <a:lnTo>
                    <a:pt x="189389" y="159909"/>
                  </a:lnTo>
                  <a:lnTo>
                    <a:pt x="192896" y="160063"/>
                  </a:lnTo>
                  <a:lnTo>
                    <a:pt x="196403" y="160111"/>
                  </a:lnTo>
                  <a:lnTo>
                    <a:pt x="199910" y="160311"/>
                  </a:lnTo>
                  <a:lnTo>
                    <a:pt x="203417" y="160235"/>
                  </a:lnTo>
                  <a:lnTo>
                    <a:pt x="206925" y="160404"/>
                  </a:lnTo>
                  <a:lnTo>
                    <a:pt x="210432" y="160480"/>
                  </a:lnTo>
                  <a:lnTo>
                    <a:pt x="213939" y="160296"/>
                  </a:lnTo>
                  <a:lnTo>
                    <a:pt x="217446" y="160117"/>
                  </a:lnTo>
                  <a:lnTo>
                    <a:pt x="220953" y="160131"/>
                  </a:lnTo>
                  <a:lnTo>
                    <a:pt x="224461" y="160152"/>
                  </a:lnTo>
                  <a:lnTo>
                    <a:pt x="227968" y="159913"/>
                  </a:lnTo>
                  <a:lnTo>
                    <a:pt x="231475" y="159755"/>
                  </a:lnTo>
                  <a:lnTo>
                    <a:pt x="234982" y="159592"/>
                  </a:lnTo>
                  <a:lnTo>
                    <a:pt x="238489" y="159566"/>
                  </a:lnTo>
                  <a:lnTo>
                    <a:pt x="241997" y="159746"/>
                  </a:lnTo>
                  <a:lnTo>
                    <a:pt x="245504" y="159697"/>
                  </a:lnTo>
                  <a:lnTo>
                    <a:pt x="249011" y="159450"/>
                  </a:lnTo>
                  <a:lnTo>
                    <a:pt x="252518" y="159225"/>
                  </a:lnTo>
                  <a:lnTo>
                    <a:pt x="256026" y="158952"/>
                  </a:lnTo>
                  <a:lnTo>
                    <a:pt x="259533" y="158703"/>
                  </a:lnTo>
                  <a:lnTo>
                    <a:pt x="263040" y="158662"/>
                  </a:lnTo>
                  <a:lnTo>
                    <a:pt x="266547" y="158330"/>
                  </a:lnTo>
                  <a:lnTo>
                    <a:pt x="270054" y="158233"/>
                  </a:lnTo>
                  <a:lnTo>
                    <a:pt x="273562" y="158187"/>
                  </a:lnTo>
                  <a:lnTo>
                    <a:pt x="277069" y="158101"/>
                  </a:lnTo>
                  <a:lnTo>
                    <a:pt x="280576" y="157856"/>
                  </a:lnTo>
                  <a:lnTo>
                    <a:pt x="284083" y="157735"/>
                  </a:lnTo>
                  <a:lnTo>
                    <a:pt x="287590" y="157702"/>
                  </a:lnTo>
                  <a:lnTo>
                    <a:pt x="291098" y="157596"/>
                  </a:lnTo>
                  <a:lnTo>
                    <a:pt x="294605" y="157325"/>
                  </a:lnTo>
                  <a:lnTo>
                    <a:pt x="298112" y="157119"/>
                  </a:lnTo>
                  <a:lnTo>
                    <a:pt x="301619" y="156931"/>
                  </a:lnTo>
                  <a:lnTo>
                    <a:pt x="305126" y="156747"/>
                  </a:lnTo>
                  <a:lnTo>
                    <a:pt x="308634" y="156569"/>
                  </a:lnTo>
                  <a:lnTo>
                    <a:pt x="312141" y="156661"/>
                  </a:lnTo>
                  <a:lnTo>
                    <a:pt x="315648" y="156597"/>
                  </a:lnTo>
                  <a:lnTo>
                    <a:pt x="319155" y="156235"/>
                  </a:lnTo>
                  <a:lnTo>
                    <a:pt x="322662" y="155655"/>
                  </a:lnTo>
                  <a:lnTo>
                    <a:pt x="326170" y="155359"/>
                  </a:lnTo>
                  <a:lnTo>
                    <a:pt x="329677" y="154898"/>
                  </a:lnTo>
                  <a:lnTo>
                    <a:pt x="333184" y="154313"/>
                  </a:lnTo>
                  <a:lnTo>
                    <a:pt x="336691" y="153598"/>
                  </a:lnTo>
                  <a:lnTo>
                    <a:pt x="340198" y="153400"/>
                  </a:lnTo>
                  <a:lnTo>
                    <a:pt x="343706" y="153204"/>
                  </a:lnTo>
                  <a:lnTo>
                    <a:pt x="347213" y="152569"/>
                  </a:lnTo>
                  <a:lnTo>
                    <a:pt x="350720" y="152154"/>
                  </a:lnTo>
                  <a:lnTo>
                    <a:pt x="354227" y="151689"/>
                  </a:lnTo>
                  <a:lnTo>
                    <a:pt x="357734" y="151259"/>
                  </a:lnTo>
                  <a:lnTo>
                    <a:pt x="361242" y="150682"/>
                  </a:lnTo>
                  <a:lnTo>
                    <a:pt x="364749" y="150080"/>
                  </a:lnTo>
                  <a:lnTo>
                    <a:pt x="368256" y="149441"/>
                  </a:lnTo>
                  <a:lnTo>
                    <a:pt x="371763" y="148820"/>
                  </a:lnTo>
                  <a:lnTo>
                    <a:pt x="375271" y="148137"/>
                  </a:lnTo>
                  <a:lnTo>
                    <a:pt x="378778" y="147415"/>
                  </a:lnTo>
                  <a:lnTo>
                    <a:pt x="382285" y="146772"/>
                  </a:lnTo>
                  <a:lnTo>
                    <a:pt x="385792" y="146119"/>
                  </a:lnTo>
                  <a:lnTo>
                    <a:pt x="389299" y="145328"/>
                  </a:lnTo>
                  <a:lnTo>
                    <a:pt x="392807" y="144594"/>
                  </a:lnTo>
                  <a:lnTo>
                    <a:pt x="396314" y="143634"/>
                  </a:lnTo>
                  <a:lnTo>
                    <a:pt x="399821" y="143360"/>
                  </a:lnTo>
                  <a:lnTo>
                    <a:pt x="403328" y="142234"/>
                  </a:lnTo>
                  <a:lnTo>
                    <a:pt x="406835" y="141603"/>
                  </a:lnTo>
                  <a:lnTo>
                    <a:pt x="410343" y="140603"/>
                  </a:lnTo>
                  <a:lnTo>
                    <a:pt x="413850" y="139665"/>
                  </a:lnTo>
                  <a:lnTo>
                    <a:pt x="417357" y="138607"/>
                  </a:lnTo>
                  <a:lnTo>
                    <a:pt x="420864" y="137702"/>
                  </a:lnTo>
                  <a:lnTo>
                    <a:pt x="424371" y="136952"/>
                  </a:lnTo>
                  <a:lnTo>
                    <a:pt x="427879" y="135745"/>
                  </a:lnTo>
                  <a:lnTo>
                    <a:pt x="431386" y="134677"/>
                  </a:lnTo>
                  <a:lnTo>
                    <a:pt x="434893" y="133786"/>
                  </a:lnTo>
                  <a:lnTo>
                    <a:pt x="438400" y="132754"/>
                  </a:lnTo>
                  <a:lnTo>
                    <a:pt x="441907" y="131818"/>
                  </a:lnTo>
                  <a:lnTo>
                    <a:pt x="445415" y="130951"/>
                  </a:lnTo>
                  <a:lnTo>
                    <a:pt x="448922" y="129965"/>
                  </a:lnTo>
                  <a:lnTo>
                    <a:pt x="452429" y="128955"/>
                  </a:lnTo>
                  <a:lnTo>
                    <a:pt x="455936" y="128091"/>
                  </a:lnTo>
                  <a:lnTo>
                    <a:pt x="459443" y="127102"/>
                  </a:lnTo>
                  <a:lnTo>
                    <a:pt x="462951" y="126290"/>
                  </a:lnTo>
                  <a:lnTo>
                    <a:pt x="466458" y="125527"/>
                  </a:lnTo>
                  <a:lnTo>
                    <a:pt x="469965" y="124644"/>
                  </a:lnTo>
                  <a:lnTo>
                    <a:pt x="473472" y="123782"/>
                  </a:lnTo>
                  <a:lnTo>
                    <a:pt x="476979" y="122906"/>
                  </a:lnTo>
                  <a:lnTo>
                    <a:pt x="480487" y="121762"/>
                  </a:lnTo>
                  <a:lnTo>
                    <a:pt x="483994" y="120613"/>
                  </a:lnTo>
                  <a:lnTo>
                    <a:pt x="487501" y="119496"/>
                  </a:lnTo>
                  <a:lnTo>
                    <a:pt x="491008" y="118589"/>
                  </a:lnTo>
                  <a:lnTo>
                    <a:pt x="494516" y="117493"/>
                  </a:lnTo>
                  <a:lnTo>
                    <a:pt x="498023" y="116304"/>
                  </a:lnTo>
                  <a:lnTo>
                    <a:pt x="501530" y="115030"/>
                  </a:lnTo>
                  <a:lnTo>
                    <a:pt x="505037" y="114200"/>
                  </a:lnTo>
                  <a:lnTo>
                    <a:pt x="508544" y="112956"/>
                  </a:lnTo>
                  <a:lnTo>
                    <a:pt x="512052" y="111823"/>
                  </a:lnTo>
                  <a:lnTo>
                    <a:pt x="515559" y="110774"/>
                  </a:lnTo>
                  <a:lnTo>
                    <a:pt x="519066" y="109660"/>
                  </a:lnTo>
                  <a:lnTo>
                    <a:pt x="522573" y="108596"/>
                  </a:lnTo>
                  <a:lnTo>
                    <a:pt x="526080" y="107643"/>
                  </a:lnTo>
                  <a:lnTo>
                    <a:pt x="529588" y="106584"/>
                  </a:lnTo>
                  <a:lnTo>
                    <a:pt x="533095" y="105644"/>
                  </a:lnTo>
                  <a:lnTo>
                    <a:pt x="536602" y="104585"/>
                  </a:lnTo>
                  <a:lnTo>
                    <a:pt x="540109" y="103681"/>
                  </a:lnTo>
                  <a:lnTo>
                    <a:pt x="543616" y="102567"/>
                  </a:lnTo>
                  <a:lnTo>
                    <a:pt x="547124" y="101092"/>
                  </a:lnTo>
                  <a:lnTo>
                    <a:pt x="550631" y="99919"/>
                  </a:lnTo>
                  <a:lnTo>
                    <a:pt x="554138" y="98693"/>
                  </a:lnTo>
                  <a:lnTo>
                    <a:pt x="557645" y="97635"/>
                  </a:lnTo>
                  <a:lnTo>
                    <a:pt x="561152" y="96459"/>
                  </a:lnTo>
                  <a:lnTo>
                    <a:pt x="564660" y="95407"/>
                  </a:lnTo>
                  <a:lnTo>
                    <a:pt x="568167" y="94254"/>
                  </a:lnTo>
                  <a:lnTo>
                    <a:pt x="571674" y="93179"/>
                  </a:lnTo>
                  <a:lnTo>
                    <a:pt x="575181" y="92111"/>
                  </a:lnTo>
                  <a:lnTo>
                    <a:pt x="578688" y="90905"/>
                  </a:lnTo>
                  <a:lnTo>
                    <a:pt x="582196" y="89736"/>
                  </a:lnTo>
                  <a:lnTo>
                    <a:pt x="585703" y="88728"/>
                  </a:lnTo>
                  <a:lnTo>
                    <a:pt x="589210" y="87544"/>
                  </a:lnTo>
                  <a:lnTo>
                    <a:pt x="592717" y="86144"/>
                  </a:lnTo>
                  <a:lnTo>
                    <a:pt x="596224" y="84933"/>
                  </a:lnTo>
                  <a:lnTo>
                    <a:pt x="599732" y="83495"/>
                  </a:lnTo>
                  <a:lnTo>
                    <a:pt x="603239" y="82172"/>
                  </a:lnTo>
                  <a:lnTo>
                    <a:pt x="606746" y="81077"/>
                  </a:lnTo>
                  <a:lnTo>
                    <a:pt x="610253" y="79916"/>
                  </a:lnTo>
                  <a:lnTo>
                    <a:pt x="613761" y="78604"/>
                  </a:lnTo>
                  <a:lnTo>
                    <a:pt x="617268" y="77561"/>
                  </a:lnTo>
                  <a:lnTo>
                    <a:pt x="620775" y="76302"/>
                  </a:lnTo>
                  <a:lnTo>
                    <a:pt x="624282" y="75032"/>
                  </a:lnTo>
                  <a:lnTo>
                    <a:pt x="627789" y="73464"/>
                  </a:lnTo>
                  <a:lnTo>
                    <a:pt x="631297" y="72276"/>
                  </a:lnTo>
                  <a:lnTo>
                    <a:pt x="634804" y="71140"/>
                  </a:lnTo>
                  <a:lnTo>
                    <a:pt x="638311" y="69970"/>
                  </a:lnTo>
                  <a:lnTo>
                    <a:pt x="641818" y="68705"/>
                  </a:lnTo>
                  <a:lnTo>
                    <a:pt x="645325" y="67728"/>
                  </a:lnTo>
                  <a:lnTo>
                    <a:pt x="648833" y="66454"/>
                  </a:lnTo>
                  <a:lnTo>
                    <a:pt x="652340" y="65274"/>
                  </a:lnTo>
                  <a:lnTo>
                    <a:pt x="655847" y="64283"/>
                  </a:lnTo>
                  <a:lnTo>
                    <a:pt x="659354" y="63109"/>
                  </a:lnTo>
                  <a:lnTo>
                    <a:pt x="662861" y="61854"/>
                  </a:lnTo>
                  <a:lnTo>
                    <a:pt x="666369" y="60639"/>
                  </a:lnTo>
                  <a:lnTo>
                    <a:pt x="669876" y="59218"/>
                  </a:lnTo>
                  <a:lnTo>
                    <a:pt x="673383" y="57797"/>
                  </a:lnTo>
                  <a:lnTo>
                    <a:pt x="676890" y="56649"/>
                  </a:lnTo>
                  <a:lnTo>
                    <a:pt x="680397" y="55251"/>
                  </a:lnTo>
                  <a:lnTo>
                    <a:pt x="683905" y="54028"/>
                  </a:lnTo>
                  <a:lnTo>
                    <a:pt x="687412" y="52765"/>
                  </a:lnTo>
                  <a:lnTo>
                    <a:pt x="690919" y="51400"/>
                  </a:lnTo>
                  <a:lnTo>
                    <a:pt x="694426" y="50192"/>
                  </a:lnTo>
                  <a:lnTo>
                    <a:pt x="697933" y="48874"/>
                  </a:lnTo>
                  <a:lnTo>
                    <a:pt x="701441" y="47693"/>
                  </a:lnTo>
                  <a:lnTo>
                    <a:pt x="704948" y="46556"/>
                  </a:lnTo>
                  <a:lnTo>
                    <a:pt x="708455" y="45344"/>
                  </a:lnTo>
                  <a:lnTo>
                    <a:pt x="711962" y="44135"/>
                  </a:lnTo>
                  <a:lnTo>
                    <a:pt x="715469" y="42922"/>
                  </a:lnTo>
                  <a:lnTo>
                    <a:pt x="718977" y="41704"/>
                  </a:lnTo>
                  <a:lnTo>
                    <a:pt x="722484" y="40484"/>
                  </a:lnTo>
                  <a:lnTo>
                    <a:pt x="725991" y="39267"/>
                  </a:lnTo>
                  <a:lnTo>
                    <a:pt x="729498" y="38050"/>
                  </a:lnTo>
                  <a:lnTo>
                    <a:pt x="733006" y="36668"/>
                  </a:lnTo>
                  <a:lnTo>
                    <a:pt x="736513" y="35252"/>
                  </a:lnTo>
                  <a:lnTo>
                    <a:pt x="740020" y="34018"/>
                  </a:lnTo>
                  <a:lnTo>
                    <a:pt x="743527" y="32799"/>
                  </a:lnTo>
                  <a:lnTo>
                    <a:pt x="747034" y="31500"/>
                  </a:lnTo>
                  <a:lnTo>
                    <a:pt x="750542" y="30173"/>
                  </a:lnTo>
                  <a:lnTo>
                    <a:pt x="754049" y="28847"/>
                  </a:lnTo>
                  <a:lnTo>
                    <a:pt x="757556" y="27653"/>
                  </a:lnTo>
                  <a:lnTo>
                    <a:pt x="761063" y="26494"/>
                  </a:lnTo>
                  <a:lnTo>
                    <a:pt x="764570" y="25335"/>
                  </a:lnTo>
                  <a:lnTo>
                    <a:pt x="768078" y="24179"/>
                  </a:lnTo>
                  <a:lnTo>
                    <a:pt x="771585" y="23025"/>
                  </a:lnTo>
                  <a:lnTo>
                    <a:pt x="775092" y="21853"/>
                  </a:lnTo>
                  <a:lnTo>
                    <a:pt x="778599" y="20637"/>
                  </a:lnTo>
                  <a:lnTo>
                    <a:pt x="782106" y="19422"/>
                  </a:lnTo>
                  <a:lnTo>
                    <a:pt x="785614" y="18206"/>
                  </a:lnTo>
                  <a:lnTo>
                    <a:pt x="789121" y="17008"/>
                  </a:lnTo>
                  <a:lnTo>
                    <a:pt x="792628" y="15896"/>
                  </a:lnTo>
                  <a:lnTo>
                    <a:pt x="796135" y="14761"/>
                  </a:lnTo>
                  <a:lnTo>
                    <a:pt x="799642" y="13528"/>
                  </a:lnTo>
                  <a:lnTo>
                    <a:pt x="803150" y="12294"/>
                  </a:lnTo>
                  <a:lnTo>
                    <a:pt x="806657" y="11059"/>
                  </a:lnTo>
                  <a:lnTo>
                    <a:pt x="810164" y="9823"/>
                  </a:lnTo>
                  <a:lnTo>
                    <a:pt x="813671" y="8448"/>
                  </a:lnTo>
                  <a:lnTo>
                    <a:pt x="817178" y="7250"/>
                  </a:lnTo>
                  <a:lnTo>
                    <a:pt x="820686" y="6084"/>
                  </a:lnTo>
                  <a:lnTo>
                    <a:pt x="824193" y="4875"/>
                  </a:lnTo>
                  <a:lnTo>
                    <a:pt x="827700" y="3658"/>
                  </a:lnTo>
                  <a:lnTo>
                    <a:pt x="831207" y="2464"/>
                  </a:lnTo>
                  <a:lnTo>
                    <a:pt x="834714" y="1232"/>
                  </a:lnTo>
                  <a:lnTo>
                    <a:pt x="838222" y="0"/>
                  </a:lnTo>
                  <a:lnTo>
                    <a:pt x="838222" y="231635"/>
                  </a:lnTo>
                  <a:lnTo>
                    <a:pt x="834714" y="231401"/>
                  </a:lnTo>
                  <a:lnTo>
                    <a:pt x="831207" y="231165"/>
                  </a:lnTo>
                  <a:lnTo>
                    <a:pt x="827700" y="230845"/>
                  </a:lnTo>
                  <a:lnTo>
                    <a:pt x="824193" y="230702"/>
                  </a:lnTo>
                  <a:lnTo>
                    <a:pt x="820686" y="230476"/>
                  </a:lnTo>
                  <a:lnTo>
                    <a:pt x="817178" y="230388"/>
                  </a:lnTo>
                  <a:lnTo>
                    <a:pt x="813671" y="230327"/>
                  </a:lnTo>
                  <a:lnTo>
                    <a:pt x="810164" y="230265"/>
                  </a:lnTo>
                  <a:lnTo>
                    <a:pt x="806657" y="230014"/>
                  </a:lnTo>
                  <a:lnTo>
                    <a:pt x="803150" y="229513"/>
                  </a:lnTo>
                  <a:lnTo>
                    <a:pt x="799642" y="229186"/>
                  </a:lnTo>
                  <a:lnTo>
                    <a:pt x="796135" y="229051"/>
                  </a:lnTo>
                  <a:lnTo>
                    <a:pt x="792628" y="228915"/>
                  </a:lnTo>
                  <a:lnTo>
                    <a:pt x="789121" y="228780"/>
                  </a:lnTo>
                  <a:lnTo>
                    <a:pt x="785614" y="228644"/>
                  </a:lnTo>
                  <a:lnTo>
                    <a:pt x="782106" y="228508"/>
                  </a:lnTo>
                  <a:lnTo>
                    <a:pt x="778599" y="228372"/>
                  </a:lnTo>
                  <a:lnTo>
                    <a:pt x="775092" y="228236"/>
                  </a:lnTo>
                  <a:lnTo>
                    <a:pt x="771585" y="228099"/>
                  </a:lnTo>
                  <a:lnTo>
                    <a:pt x="768078" y="227667"/>
                  </a:lnTo>
                  <a:lnTo>
                    <a:pt x="764570" y="227505"/>
                  </a:lnTo>
                  <a:lnTo>
                    <a:pt x="761063" y="227308"/>
                  </a:lnTo>
                  <a:lnTo>
                    <a:pt x="757556" y="227147"/>
                  </a:lnTo>
                  <a:lnTo>
                    <a:pt x="754049" y="226978"/>
                  </a:lnTo>
                  <a:lnTo>
                    <a:pt x="750542" y="226679"/>
                  </a:lnTo>
                  <a:lnTo>
                    <a:pt x="747034" y="226380"/>
                  </a:lnTo>
                  <a:lnTo>
                    <a:pt x="743527" y="226075"/>
                  </a:lnTo>
                  <a:lnTo>
                    <a:pt x="740020" y="225771"/>
                  </a:lnTo>
                  <a:lnTo>
                    <a:pt x="736513" y="225463"/>
                  </a:lnTo>
                  <a:lnTo>
                    <a:pt x="733006" y="225104"/>
                  </a:lnTo>
                  <a:lnTo>
                    <a:pt x="729498" y="224855"/>
                  </a:lnTo>
                  <a:lnTo>
                    <a:pt x="725991" y="224603"/>
                  </a:lnTo>
                  <a:lnTo>
                    <a:pt x="722484" y="224464"/>
                  </a:lnTo>
                  <a:lnTo>
                    <a:pt x="718977" y="224254"/>
                  </a:lnTo>
                  <a:lnTo>
                    <a:pt x="715469" y="224152"/>
                  </a:lnTo>
                  <a:lnTo>
                    <a:pt x="711962" y="224155"/>
                  </a:lnTo>
                  <a:lnTo>
                    <a:pt x="708455" y="224154"/>
                  </a:lnTo>
                  <a:lnTo>
                    <a:pt x="704948" y="224015"/>
                  </a:lnTo>
                  <a:lnTo>
                    <a:pt x="701441" y="223587"/>
                  </a:lnTo>
                  <a:lnTo>
                    <a:pt x="697933" y="223588"/>
                  </a:lnTo>
                  <a:lnTo>
                    <a:pt x="694426" y="223518"/>
                  </a:lnTo>
                  <a:lnTo>
                    <a:pt x="690919" y="223449"/>
                  </a:lnTo>
                  <a:lnTo>
                    <a:pt x="687412" y="223311"/>
                  </a:lnTo>
                  <a:lnTo>
                    <a:pt x="683905" y="223081"/>
                  </a:lnTo>
                  <a:lnTo>
                    <a:pt x="680397" y="222899"/>
                  </a:lnTo>
                  <a:lnTo>
                    <a:pt x="676890" y="222432"/>
                  </a:lnTo>
                  <a:lnTo>
                    <a:pt x="673383" y="221930"/>
                  </a:lnTo>
                  <a:lnTo>
                    <a:pt x="669876" y="221688"/>
                  </a:lnTo>
                  <a:lnTo>
                    <a:pt x="666369" y="221588"/>
                  </a:lnTo>
                  <a:lnTo>
                    <a:pt x="662861" y="221396"/>
                  </a:lnTo>
                  <a:lnTo>
                    <a:pt x="659354" y="221032"/>
                  </a:lnTo>
                  <a:lnTo>
                    <a:pt x="655847" y="220904"/>
                  </a:lnTo>
                  <a:lnTo>
                    <a:pt x="652340" y="220717"/>
                  </a:lnTo>
                  <a:lnTo>
                    <a:pt x="648833" y="220690"/>
                  </a:lnTo>
                  <a:lnTo>
                    <a:pt x="645325" y="220630"/>
                  </a:lnTo>
                  <a:lnTo>
                    <a:pt x="641818" y="220415"/>
                  </a:lnTo>
                  <a:lnTo>
                    <a:pt x="638311" y="220006"/>
                  </a:lnTo>
                  <a:lnTo>
                    <a:pt x="634804" y="219955"/>
                  </a:lnTo>
                  <a:lnTo>
                    <a:pt x="631297" y="219695"/>
                  </a:lnTo>
                  <a:lnTo>
                    <a:pt x="627789" y="219430"/>
                  </a:lnTo>
                  <a:lnTo>
                    <a:pt x="624282" y="219185"/>
                  </a:lnTo>
                  <a:lnTo>
                    <a:pt x="620775" y="219261"/>
                  </a:lnTo>
                  <a:lnTo>
                    <a:pt x="617268" y="218937"/>
                  </a:lnTo>
                  <a:lnTo>
                    <a:pt x="613761" y="218601"/>
                  </a:lnTo>
                  <a:lnTo>
                    <a:pt x="610253" y="218427"/>
                  </a:lnTo>
                  <a:lnTo>
                    <a:pt x="606746" y="218253"/>
                  </a:lnTo>
                  <a:lnTo>
                    <a:pt x="603239" y="218080"/>
                  </a:lnTo>
                  <a:lnTo>
                    <a:pt x="599732" y="217906"/>
                  </a:lnTo>
                  <a:lnTo>
                    <a:pt x="596224" y="217674"/>
                  </a:lnTo>
                  <a:lnTo>
                    <a:pt x="592717" y="217469"/>
                  </a:lnTo>
                  <a:lnTo>
                    <a:pt x="589210" y="217319"/>
                  </a:lnTo>
                  <a:lnTo>
                    <a:pt x="585703" y="217146"/>
                  </a:lnTo>
                  <a:lnTo>
                    <a:pt x="582196" y="216889"/>
                  </a:lnTo>
                  <a:lnTo>
                    <a:pt x="578688" y="216769"/>
                  </a:lnTo>
                  <a:lnTo>
                    <a:pt x="575181" y="216586"/>
                  </a:lnTo>
                  <a:lnTo>
                    <a:pt x="571674" y="216483"/>
                  </a:lnTo>
                  <a:lnTo>
                    <a:pt x="568167" y="216342"/>
                  </a:lnTo>
                  <a:lnTo>
                    <a:pt x="564660" y="216396"/>
                  </a:lnTo>
                  <a:lnTo>
                    <a:pt x="561152" y="216078"/>
                  </a:lnTo>
                  <a:lnTo>
                    <a:pt x="557645" y="215757"/>
                  </a:lnTo>
                  <a:lnTo>
                    <a:pt x="554138" y="215656"/>
                  </a:lnTo>
                  <a:lnTo>
                    <a:pt x="550631" y="215497"/>
                  </a:lnTo>
                  <a:lnTo>
                    <a:pt x="547124" y="215415"/>
                  </a:lnTo>
                  <a:lnTo>
                    <a:pt x="543616" y="215219"/>
                  </a:lnTo>
                  <a:lnTo>
                    <a:pt x="540109" y="215049"/>
                  </a:lnTo>
                  <a:lnTo>
                    <a:pt x="536602" y="214994"/>
                  </a:lnTo>
                  <a:lnTo>
                    <a:pt x="533095" y="214899"/>
                  </a:lnTo>
                  <a:lnTo>
                    <a:pt x="529588" y="214817"/>
                  </a:lnTo>
                  <a:lnTo>
                    <a:pt x="526080" y="214750"/>
                  </a:lnTo>
                  <a:lnTo>
                    <a:pt x="522573" y="214702"/>
                  </a:lnTo>
                  <a:lnTo>
                    <a:pt x="519066" y="214483"/>
                  </a:lnTo>
                  <a:lnTo>
                    <a:pt x="515559" y="214313"/>
                  </a:lnTo>
                  <a:lnTo>
                    <a:pt x="512052" y="214108"/>
                  </a:lnTo>
                  <a:lnTo>
                    <a:pt x="508544" y="213851"/>
                  </a:lnTo>
                  <a:lnTo>
                    <a:pt x="505037" y="213720"/>
                  </a:lnTo>
                  <a:lnTo>
                    <a:pt x="501530" y="213681"/>
                  </a:lnTo>
                  <a:lnTo>
                    <a:pt x="498023" y="213487"/>
                  </a:lnTo>
                  <a:lnTo>
                    <a:pt x="494516" y="213524"/>
                  </a:lnTo>
                  <a:lnTo>
                    <a:pt x="491008" y="213484"/>
                  </a:lnTo>
                  <a:lnTo>
                    <a:pt x="487501" y="213442"/>
                  </a:lnTo>
                  <a:lnTo>
                    <a:pt x="483994" y="213356"/>
                  </a:lnTo>
                  <a:lnTo>
                    <a:pt x="480487" y="213403"/>
                  </a:lnTo>
                  <a:lnTo>
                    <a:pt x="476979" y="213287"/>
                  </a:lnTo>
                  <a:lnTo>
                    <a:pt x="473472" y="213145"/>
                  </a:lnTo>
                  <a:lnTo>
                    <a:pt x="469965" y="213194"/>
                  </a:lnTo>
                  <a:lnTo>
                    <a:pt x="466458" y="213007"/>
                  </a:lnTo>
                  <a:lnTo>
                    <a:pt x="462951" y="213112"/>
                  </a:lnTo>
                  <a:lnTo>
                    <a:pt x="459443" y="213144"/>
                  </a:lnTo>
                  <a:lnTo>
                    <a:pt x="455936" y="213103"/>
                  </a:lnTo>
                  <a:lnTo>
                    <a:pt x="452429" y="213275"/>
                  </a:lnTo>
                  <a:lnTo>
                    <a:pt x="448922" y="213304"/>
                  </a:lnTo>
                  <a:lnTo>
                    <a:pt x="445415" y="213601"/>
                  </a:lnTo>
                  <a:lnTo>
                    <a:pt x="441907" y="213647"/>
                  </a:lnTo>
                  <a:lnTo>
                    <a:pt x="438400" y="213781"/>
                  </a:lnTo>
                  <a:lnTo>
                    <a:pt x="434893" y="213699"/>
                  </a:lnTo>
                  <a:lnTo>
                    <a:pt x="431386" y="213574"/>
                  </a:lnTo>
                  <a:lnTo>
                    <a:pt x="427879" y="213684"/>
                  </a:lnTo>
                  <a:lnTo>
                    <a:pt x="424371" y="213656"/>
                  </a:lnTo>
                  <a:lnTo>
                    <a:pt x="420864" y="213929"/>
                  </a:lnTo>
                  <a:lnTo>
                    <a:pt x="417357" y="214022"/>
                  </a:lnTo>
                  <a:lnTo>
                    <a:pt x="413850" y="214096"/>
                  </a:lnTo>
                  <a:lnTo>
                    <a:pt x="410343" y="214248"/>
                  </a:lnTo>
                  <a:lnTo>
                    <a:pt x="406835" y="214480"/>
                  </a:lnTo>
                  <a:lnTo>
                    <a:pt x="403328" y="214590"/>
                  </a:lnTo>
                  <a:lnTo>
                    <a:pt x="399821" y="214550"/>
                  </a:lnTo>
                  <a:lnTo>
                    <a:pt x="396314" y="214594"/>
                  </a:lnTo>
                  <a:lnTo>
                    <a:pt x="392807" y="214863"/>
                  </a:lnTo>
                  <a:lnTo>
                    <a:pt x="389299" y="215178"/>
                  </a:lnTo>
                  <a:lnTo>
                    <a:pt x="385792" y="215452"/>
                  </a:lnTo>
                  <a:lnTo>
                    <a:pt x="382285" y="215725"/>
                  </a:lnTo>
                  <a:lnTo>
                    <a:pt x="378778" y="215914"/>
                  </a:lnTo>
                  <a:lnTo>
                    <a:pt x="375271" y="216263"/>
                  </a:lnTo>
                  <a:lnTo>
                    <a:pt x="371763" y="216469"/>
                  </a:lnTo>
                  <a:lnTo>
                    <a:pt x="368256" y="216443"/>
                  </a:lnTo>
                  <a:lnTo>
                    <a:pt x="364749" y="216688"/>
                  </a:lnTo>
                  <a:lnTo>
                    <a:pt x="361242" y="217114"/>
                  </a:lnTo>
                  <a:lnTo>
                    <a:pt x="357734" y="217264"/>
                  </a:lnTo>
                  <a:lnTo>
                    <a:pt x="354227" y="217644"/>
                  </a:lnTo>
                  <a:lnTo>
                    <a:pt x="350720" y="217851"/>
                  </a:lnTo>
                  <a:lnTo>
                    <a:pt x="347213" y="218244"/>
                  </a:lnTo>
                  <a:lnTo>
                    <a:pt x="343706" y="218458"/>
                  </a:lnTo>
                  <a:lnTo>
                    <a:pt x="340198" y="218930"/>
                  </a:lnTo>
                  <a:lnTo>
                    <a:pt x="336691" y="219462"/>
                  </a:lnTo>
                  <a:lnTo>
                    <a:pt x="333184" y="219989"/>
                  </a:lnTo>
                  <a:lnTo>
                    <a:pt x="329677" y="220693"/>
                  </a:lnTo>
                  <a:lnTo>
                    <a:pt x="326170" y="221123"/>
                  </a:lnTo>
                  <a:lnTo>
                    <a:pt x="322662" y="221510"/>
                  </a:lnTo>
                  <a:lnTo>
                    <a:pt x="319155" y="221999"/>
                  </a:lnTo>
                  <a:lnTo>
                    <a:pt x="315648" y="222476"/>
                  </a:lnTo>
                  <a:lnTo>
                    <a:pt x="312141" y="223068"/>
                  </a:lnTo>
                  <a:lnTo>
                    <a:pt x="308634" y="223502"/>
                  </a:lnTo>
                  <a:lnTo>
                    <a:pt x="305126" y="223975"/>
                  </a:lnTo>
                  <a:lnTo>
                    <a:pt x="301619" y="224508"/>
                  </a:lnTo>
                  <a:lnTo>
                    <a:pt x="298112" y="225035"/>
                  </a:lnTo>
                  <a:lnTo>
                    <a:pt x="294605" y="225756"/>
                  </a:lnTo>
                  <a:lnTo>
                    <a:pt x="291098" y="226280"/>
                  </a:lnTo>
                  <a:lnTo>
                    <a:pt x="287590" y="226968"/>
                  </a:lnTo>
                  <a:lnTo>
                    <a:pt x="284083" y="227779"/>
                  </a:lnTo>
                  <a:lnTo>
                    <a:pt x="280576" y="228539"/>
                  </a:lnTo>
                  <a:lnTo>
                    <a:pt x="277069" y="229167"/>
                  </a:lnTo>
                  <a:lnTo>
                    <a:pt x="273562" y="229916"/>
                  </a:lnTo>
                  <a:lnTo>
                    <a:pt x="270054" y="230556"/>
                  </a:lnTo>
                  <a:lnTo>
                    <a:pt x="266547" y="231431"/>
                  </a:lnTo>
                  <a:lnTo>
                    <a:pt x="263040" y="232087"/>
                  </a:lnTo>
                  <a:lnTo>
                    <a:pt x="259533" y="232832"/>
                  </a:lnTo>
                  <a:lnTo>
                    <a:pt x="256026" y="233765"/>
                  </a:lnTo>
                  <a:lnTo>
                    <a:pt x="252518" y="234307"/>
                  </a:lnTo>
                  <a:lnTo>
                    <a:pt x="249011" y="234899"/>
                  </a:lnTo>
                  <a:lnTo>
                    <a:pt x="245504" y="235663"/>
                  </a:lnTo>
                  <a:lnTo>
                    <a:pt x="241997" y="236244"/>
                  </a:lnTo>
                  <a:lnTo>
                    <a:pt x="238489" y="237028"/>
                  </a:lnTo>
                  <a:lnTo>
                    <a:pt x="234982" y="237582"/>
                  </a:lnTo>
                  <a:lnTo>
                    <a:pt x="231475" y="238224"/>
                  </a:lnTo>
                  <a:lnTo>
                    <a:pt x="227968" y="239091"/>
                  </a:lnTo>
                  <a:lnTo>
                    <a:pt x="224461" y="239765"/>
                  </a:lnTo>
                  <a:lnTo>
                    <a:pt x="220953" y="240609"/>
                  </a:lnTo>
                  <a:lnTo>
                    <a:pt x="217446" y="241264"/>
                  </a:lnTo>
                  <a:lnTo>
                    <a:pt x="213939" y="242055"/>
                  </a:lnTo>
                  <a:lnTo>
                    <a:pt x="210432" y="242888"/>
                  </a:lnTo>
                  <a:lnTo>
                    <a:pt x="206925" y="243665"/>
                  </a:lnTo>
                  <a:lnTo>
                    <a:pt x="203417" y="244205"/>
                  </a:lnTo>
                  <a:lnTo>
                    <a:pt x="199910" y="245111"/>
                  </a:lnTo>
                  <a:lnTo>
                    <a:pt x="196403" y="245935"/>
                  </a:lnTo>
                  <a:lnTo>
                    <a:pt x="192896" y="246567"/>
                  </a:lnTo>
                  <a:lnTo>
                    <a:pt x="189389" y="247421"/>
                  </a:lnTo>
                  <a:lnTo>
                    <a:pt x="185881" y="248199"/>
                  </a:lnTo>
                  <a:lnTo>
                    <a:pt x="182374" y="248825"/>
                  </a:lnTo>
                  <a:lnTo>
                    <a:pt x="178867" y="249690"/>
                  </a:lnTo>
                  <a:lnTo>
                    <a:pt x="175360" y="250595"/>
                  </a:lnTo>
                  <a:lnTo>
                    <a:pt x="171853" y="251436"/>
                  </a:lnTo>
                  <a:lnTo>
                    <a:pt x="168345" y="252208"/>
                  </a:lnTo>
                  <a:lnTo>
                    <a:pt x="164838" y="252955"/>
                  </a:lnTo>
                  <a:lnTo>
                    <a:pt x="161331" y="253791"/>
                  </a:lnTo>
                  <a:lnTo>
                    <a:pt x="157824" y="254744"/>
                  </a:lnTo>
                  <a:lnTo>
                    <a:pt x="154317" y="255554"/>
                  </a:lnTo>
                  <a:lnTo>
                    <a:pt x="150809" y="256347"/>
                  </a:lnTo>
                  <a:lnTo>
                    <a:pt x="147302" y="257108"/>
                  </a:lnTo>
                  <a:lnTo>
                    <a:pt x="143795" y="257964"/>
                  </a:lnTo>
                  <a:lnTo>
                    <a:pt x="140288" y="258984"/>
                  </a:lnTo>
                  <a:lnTo>
                    <a:pt x="136781" y="259858"/>
                  </a:lnTo>
                  <a:lnTo>
                    <a:pt x="133273" y="260735"/>
                  </a:lnTo>
                  <a:lnTo>
                    <a:pt x="129766" y="261797"/>
                  </a:lnTo>
                  <a:lnTo>
                    <a:pt x="126259" y="262577"/>
                  </a:lnTo>
                  <a:lnTo>
                    <a:pt x="122752" y="263475"/>
                  </a:lnTo>
                  <a:lnTo>
                    <a:pt x="119244" y="264266"/>
                  </a:lnTo>
                  <a:lnTo>
                    <a:pt x="115737" y="265140"/>
                  </a:lnTo>
                  <a:lnTo>
                    <a:pt x="112230" y="266039"/>
                  </a:lnTo>
                  <a:lnTo>
                    <a:pt x="108723" y="266922"/>
                  </a:lnTo>
                  <a:lnTo>
                    <a:pt x="105216" y="267667"/>
                  </a:lnTo>
                  <a:lnTo>
                    <a:pt x="101708" y="268507"/>
                  </a:lnTo>
                  <a:lnTo>
                    <a:pt x="98201" y="269362"/>
                  </a:lnTo>
                  <a:lnTo>
                    <a:pt x="94694" y="270217"/>
                  </a:lnTo>
                  <a:lnTo>
                    <a:pt x="91187" y="271162"/>
                  </a:lnTo>
                  <a:lnTo>
                    <a:pt x="87680" y="272045"/>
                  </a:lnTo>
                  <a:lnTo>
                    <a:pt x="84172" y="272856"/>
                  </a:lnTo>
                  <a:lnTo>
                    <a:pt x="80665" y="273677"/>
                  </a:lnTo>
                  <a:lnTo>
                    <a:pt x="77158" y="274480"/>
                  </a:lnTo>
                  <a:lnTo>
                    <a:pt x="73651" y="275270"/>
                  </a:lnTo>
                  <a:lnTo>
                    <a:pt x="70144" y="276102"/>
                  </a:lnTo>
                  <a:lnTo>
                    <a:pt x="66636" y="276847"/>
                  </a:lnTo>
                  <a:lnTo>
                    <a:pt x="63129" y="277689"/>
                  </a:lnTo>
                  <a:lnTo>
                    <a:pt x="59622" y="278626"/>
                  </a:lnTo>
                  <a:lnTo>
                    <a:pt x="56115" y="279716"/>
                  </a:lnTo>
                  <a:lnTo>
                    <a:pt x="52608" y="280805"/>
                  </a:lnTo>
                  <a:lnTo>
                    <a:pt x="49100" y="281605"/>
                  </a:lnTo>
                  <a:lnTo>
                    <a:pt x="45593" y="282409"/>
                  </a:lnTo>
                  <a:lnTo>
                    <a:pt x="42086" y="283366"/>
                  </a:lnTo>
                  <a:lnTo>
                    <a:pt x="38579" y="284071"/>
                  </a:lnTo>
                  <a:lnTo>
                    <a:pt x="35072" y="284917"/>
                  </a:lnTo>
                  <a:lnTo>
                    <a:pt x="31564" y="285938"/>
                  </a:lnTo>
                  <a:lnTo>
                    <a:pt x="28057" y="286955"/>
                  </a:lnTo>
                  <a:lnTo>
                    <a:pt x="24550" y="287746"/>
                  </a:lnTo>
                  <a:lnTo>
                    <a:pt x="21043" y="288625"/>
                  </a:lnTo>
                  <a:lnTo>
                    <a:pt x="17536" y="289483"/>
                  </a:lnTo>
                  <a:lnTo>
                    <a:pt x="14028" y="290280"/>
                  </a:lnTo>
                  <a:lnTo>
                    <a:pt x="10521" y="291130"/>
                  </a:lnTo>
                  <a:lnTo>
                    <a:pt x="7014" y="291991"/>
                  </a:lnTo>
                  <a:lnTo>
                    <a:pt x="3507" y="292767"/>
                  </a:lnTo>
                  <a:lnTo>
                    <a:pt x="0" y="293652"/>
                  </a:lnTo>
                  <a:close/>
                </a:path>
              </a:pathLst>
            </a:custGeom>
            <a:solidFill>
              <a:srgbClr val="009E73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71183" y="4906254"/>
              <a:ext cx="838222" cy="160480"/>
            </a:xfrm>
            <a:custGeom>
              <a:avLst/>
              <a:pathLst>
                <a:path w="838222" h="160480">
                  <a:moveTo>
                    <a:pt x="0" y="150588"/>
                  </a:moveTo>
                  <a:lnTo>
                    <a:pt x="3507" y="150737"/>
                  </a:lnTo>
                  <a:lnTo>
                    <a:pt x="7014" y="151062"/>
                  </a:lnTo>
                  <a:lnTo>
                    <a:pt x="10521" y="151683"/>
                  </a:lnTo>
                  <a:lnTo>
                    <a:pt x="14028" y="152089"/>
                  </a:lnTo>
                  <a:lnTo>
                    <a:pt x="17536" y="151993"/>
                  </a:lnTo>
                  <a:lnTo>
                    <a:pt x="21043" y="151898"/>
                  </a:lnTo>
                  <a:lnTo>
                    <a:pt x="24550" y="151815"/>
                  </a:lnTo>
                  <a:lnTo>
                    <a:pt x="28057" y="152358"/>
                  </a:lnTo>
                  <a:lnTo>
                    <a:pt x="31564" y="152764"/>
                  </a:lnTo>
                  <a:lnTo>
                    <a:pt x="35072" y="152838"/>
                  </a:lnTo>
                  <a:lnTo>
                    <a:pt x="38579" y="152913"/>
                  </a:lnTo>
                  <a:lnTo>
                    <a:pt x="42086" y="153126"/>
                  </a:lnTo>
                  <a:lnTo>
                    <a:pt x="45593" y="153398"/>
                  </a:lnTo>
                  <a:lnTo>
                    <a:pt x="49100" y="153681"/>
                  </a:lnTo>
                  <a:lnTo>
                    <a:pt x="52608" y="153951"/>
                  </a:lnTo>
                  <a:lnTo>
                    <a:pt x="56115" y="154236"/>
                  </a:lnTo>
                  <a:lnTo>
                    <a:pt x="59622" y="154421"/>
                  </a:lnTo>
                  <a:lnTo>
                    <a:pt x="63129" y="154556"/>
                  </a:lnTo>
                  <a:lnTo>
                    <a:pt x="66636" y="154693"/>
                  </a:lnTo>
                  <a:lnTo>
                    <a:pt x="70144" y="154830"/>
                  </a:lnTo>
                  <a:lnTo>
                    <a:pt x="73651" y="155119"/>
                  </a:lnTo>
                  <a:lnTo>
                    <a:pt x="77158" y="155426"/>
                  </a:lnTo>
                  <a:lnTo>
                    <a:pt x="80665" y="155707"/>
                  </a:lnTo>
                  <a:lnTo>
                    <a:pt x="84172" y="155862"/>
                  </a:lnTo>
                  <a:lnTo>
                    <a:pt x="87680" y="156222"/>
                  </a:lnTo>
                  <a:lnTo>
                    <a:pt x="91187" y="156633"/>
                  </a:lnTo>
                  <a:lnTo>
                    <a:pt x="94694" y="156938"/>
                  </a:lnTo>
                  <a:lnTo>
                    <a:pt x="98201" y="157245"/>
                  </a:lnTo>
                  <a:lnTo>
                    <a:pt x="101708" y="157389"/>
                  </a:lnTo>
                  <a:lnTo>
                    <a:pt x="105216" y="157619"/>
                  </a:lnTo>
                  <a:lnTo>
                    <a:pt x="108723" y="157903"/>
                  </a:lnTo>
                  <a:lnTo>
                    <a:pt x="112230" y="157824"/>
                  </a:lnTo>
                  <a:lnTo>
                    <a:pt x="115737" y="158092"/>
                  </a:lnTo>
                  <a:lnTo>
                    <a:pt x="119244" y="158248"/>
                  </a:lnTo>
                  <a:lnTo>
                    <a:pt x="122752" y="158400"/>
                  </a:lnTo>
                  <a:lnTo>
                    <a:pt x="126259" y="158557"/>
                  </a:lnTo>
                  <a:lnTo>
                    <a:pt x="129766" y="158836"/>
                  </a:lnTo>
                  <a:lnTo>
                    <a:pt x="133273" y="158915"/>
                  </a:lnTo>
                  <a:lnTo>
                    <a:pt x="136781" y="159028"/>
                  </a:lnTo>
                  <a:lnTo>
                    <a:pt x="140288" y="159012"/>
                  </a:lnTo>
                  <a:lnTo>
                    <a:pt x="143795" y="158940"/>
                  </a:lnTo>
                  <a:lnTo>
                    <a:pt x="147302" y="158792"/>
                  </a:lnTo>
                  <a:lnTo>
                    <a:pt x="150809" y="158809"/>
                  </a:lnTo>
                  <a:lnTo>
                    <a:pt x="154317" y="158958"/>
                  </a:lnTo>
                  <a:lnTo>
                    <a:pt x="157824" y="159175"/>
                  </a:lnTo>
                  <a:lnTo>
                    <a:pt x="161331" y="159115"/>
                  </a:lnTo>
                  <a:lnTo>
                    <a:pt x="164838" y="159229"/>
                  </a:lnTo>
                  <a:lnTo>
                    <a:pt x="168345" y="159426"/>
                  </a:lnTo>
                  <a:lnTo>
                    <a:pt x="171853" y="159597"/>
                  </a:lnTo>
                  <a:lnTo>
                    <a:pt x="175360" y="159929"/>
                  </a:lnTo>
                  <a:lnTo>
                    <a:pt x="178867" y="160078"/>
                  </a:lnTo>
                  <a:lnTo>
                    <a:pt x="182374" y="160121"/>
                  </a:lnTo>
                  <a:lnTo>
                    <a:pt x="185881" y="159928"/>
                  </a:lnTo>
                  <a:lnTo>
                    <a:pt x="189389" y="159909"/>
                  </a:lnTo>
                  <a:lnTo>
                    <a:pt x="192896" y="160063"/>
                  </a:lnTo>
                  <a:lnTo>
                    <a:pt x="196403" y="160111"/>
                  </a:lnTo>
                  <a:lnTo>
                    <a:pt x="199910" y="160311"/>
                  </a:lnTo>
                  <a:lnTo>
                    <a:pt x="203417" y="160235"/>
                  </a:lnTo>
                  <a:lnTo>
                    <a:pt x="206925" y="160404"/>
                  </a:lnTo>
                  <a:lnTo>
                    <a:pt x="210432" y="160480"/>
                  </a:lnTo>
                  <a:lnTo>
                    <a:pt x="213939" y="160296"/>
                  </a:lnTo>
                  <a:lnTo>
                    <a:pt x="217446" y="160117"/>
                  </a:lnTo>
                  <a:lnTo>
                    <a:pt x="220953" y="160131"/>
                  </a:lnTo>
                  <a:lnTo>
                    <a:pt x="224461" y="160152"/>
                  </a:lnTo>
                  <a:lnTo>
                    <a:pt x="227968" y="159913"/>
                  </a:lnTo>
                  <a:lnTo>
                    <a:pt x="231475" y="159755"/>
                  </a:lnTo>
                  <a:lnTo>
                    <a:pt x="234982" y="159592"/>
                  </a:lnTo>
                  <a:lnTo>
                    <a:pt x="238489" y="159566"/>
                  </a:lnTo>
                  <a:lnTo>
                    <a:pt x="241997" y="159746"/>
                  </a:lnTo>
                  <a:lnTo>
                    <a:pt x="245504" y="159697"/>
                  </a:lnTo>
                  <a:lnTo>
                    <a:pt x="249011" y="159450"/>
                  </a:lnTo>
                  <a:lnTo>
                    <a:pt x="252518" y="159225"/>
                  </a:lnTo>
                  <a:lnTo>
                    <a:pt x="256026" y="158952"/>
                  </a:lnTo>
                  <a:lnTo>
                    <a:pt x="259533" y="158703"/>
                  </a:lnTo>
                  <a:lnTo>
                    <a:pt x="263040" y="158662"/>
                  </a:lnTo>
                  <a:lnTo>
                    <a:pt x="266547" y="158330"/>
                  </a:lnTo>
                  <a:lnTo>
                    <a:pt x="270054" y="158233"/>
                  </a:lnTo>
                  <a:lnTo>
                    <a:pt x="273562" y="158187"/>
                  </a:lnTo>
                  <a:lnTo>
                    <a:pt x="277069" y="158101"/>
                  </a:lnTo>
                  <a:lnTo>
                    <a:pt x="280576" y="157856"/>
                  </a:lnTo>
                  <a:lnTo>
                    <a:pt x="284083" y="157735"/>
                  </a:lnTo>
                  <a:lnTo>
                    <a:pt x="287590" y="157702"/>
                  </a:lnTo>
                  <a:lnTo>
                    <a:pt x="291098" y="157596"/>
                  </a:lnTo>
                  <a:lnTo>
                    <a:pt x="294605" y="157325"/>
                  </a:lnTo>
                  <a:lnTo>
                    <a:pt x="298112" y="157119"/>
                  </a:lnTo>
                  <a:lnTo>
                    <a:pt x="301619" y="156931"/>
                  </a:lnTo>
                  <a:lnTo>
                    <a:pt x="305126" y="156747"/>
                  </a:lnTo>
                  <a:lnTo>
                    <a:pt x="308634" y="156569"/>
                  </a:lnTo>
                  <a:lnTo>
                    <a:pt x="312141" y="156661"/>
                  </a:lnTo>
                  <a:lnTo>
                    <a:pt x="315648" y="156597"/>
                  </a:lnTo>
                  <a:lnTo>
                    <a:pt x="319155" y="156235"/>
                  </a:lnTo>
                  <a:lnTo>
                    <a:pt x="322662" y="155655"/>
                  </a:lnTo>
                  <a:lnTo>
                    <a:pt x="326170" y="155359"/>
                  </a:lnTo>
                  <a:lnTo>
                    <a:pt x="329677" y="154898"/>
                  </a:lnTo>
                  <a:lnTo>
                    <a:pt x="333184" y="154313"/>
                  </a:lnTo>
                  <a:lnTo>
                    <a:pt x="336691" y="153598"/>
                  </a:lnTo>
                  <a:lnTo>
                    <a:pt x="340198" y="153400"/>
                  </a:lnTo>
                  <a:lnTo>
                    <a:pt x="343706" y="153204"/>
                  </a:lnTo>
                  <a:lnTo>
                    <a:pt x="347213" y="152569"/>
                  </a:lnTo>
                  <a:lnTo>
                    <a:pt x="350720" y="152154"/>
                  </a:lnTo>
                  <a:lnTo>
                    <a:pt x="354227" y="151689"/>
                  </a:lnTo>
                  <a:lnTo>
                    <a:pt x="357734" y="151259"/>
                  </a:lnTo>
                  <a:lnTo>
                    <a:pt x="361242" y="150682"/>
                  </a:lnTo>
                  <a:lnTo>
                    <a:pt x="364749" y="150080"/>
                  </a:lnTo>
                  <a:lnTo>
                    <a:pt x="368256" y="149441"/>
                  </a:lnTo>
                  <a:lnTo>
                    <a:pt x="371763" y="148820"/>
                  </a:lnTo>
                  <a:lnTo>
                    <a:pt x="375271" y="148137"/>
                  </a:lnTo>
                  <a:lnTo>
                    <a:pt x="378778" y="147415"/>
                  </a:lnTo>
                  <a:lnTo>
                    <a:pt x="382285" y="146772"/>
                  </a:lnTo>
                  <a:lnTo>
                    <a:pt x="385792" y="146119"/>
                  </a:lnTo>
                  <a:lnTo>
                    <a:pt x="389299" y="145328"/>
                  </a:lnTo>
                  <a:lnTo>
                    <a:pt x="392807" y="144594"/>
                  </a:lnTo>
                  <a:lnTo>
                    <a:pt x="396314" y="143634"/>
                  </a:lnTo>
                  <a:lnTo>
                    <a:pt x="399821" y="143360"/>
                  </a:lnTo>
                  <a:lnTo>
                    <a:pt x="403328" y="142234"/>
                  </a:lnTo>
                  <a:lnTo>
                    <a:pt x="406835" y="141603"/>
                  </a:lnTo>
                  <a:lnTo>
                    <a:pt x="410343" y="140603"/>
                  </a:lnTo>
                  <a:lnTo>
                    <a:pt x="413850" y="139665"/>
                  </a:lnTo>
                  <a:lnTo>
                    <a:pt x="417357" y="138607"/>
                  </a:lnTo>
                  <a:lnTo>
                    <a:pt x="420864" y="137702"/>
                  </a:lnTo>
                  <a:lnTo>
                    <a:pt x="424371" y="136952"/>
                  </a:lnTo>
                  <a:lnTo>
                    <a:pt x="427879" y="135745"/>
                  </a:lnTo>
                  <a:lnTo>
                    <a:pt x="431386" y="134677"/>
                  </a:lnTo>
                  <a:lnTo>
                    <a:pt x="434893" y="133786"/>
                  </a:lnTo>
                  <a:lnTo>
                    <a:pt x="438400" y="132754"/>
                  </a:lnTo>
                  <a:lnTo>
                    <a:pt x="441907" y="131818"/>
                  </a:lnTo>
                  <a:lnTo>
                    <a:pt x="445415" y="130951"/>
                  </a:lnTo>
                  <a:lnTo>
                    <a:pt x="448922" y="129965"/>
                  </a:lnTo>
                  <a:lnTo>
                    <a:pt x="452429" y="128955"/>
                  </a:lnTo>
                  <a:lnTo>
                    <a:pt x="455936" y="128091"/>
                  </a:lnTo>
                  <a:lnTo>
                    <a:pt x="459443" y="127102"/>
                  </a:lnTo>
                  <a:lnTo>
                    <a:pt x="462951" y="126290"/>
                  </a:lnTo>
                  <a:lnTo>
                    <a:pt x="466458" y="125527"/>
                  </a:lnTo>
                  <a:lnTo>
                    <a:pt x="469965" y="124644"/>
                  </a:lnTo>
                  <a:lnTo>
                    <a:pt x="473472" y="123782"/>
                  </a:lnTo>
                  <a:lnTo>
                    <a:pt x="476979" y="122906"/>
                  </a:lnTo>
                  <a:lnTo>
                    <a:pt x="480487" y="121762"/>
                  </a:lnTo>
                  <a:lnTo>
                    <a:pt x="483994" y="120613"/>
                  </a:lnTo>
                  <a:lnTo>
                    <a:pt x="487501" y="119496"/>
                  </a:lnTo>
                  <a:lnTo>
                    <a:pt x="491008" y="118589"/>
                  </a:lnTo>
                  <a:lnTo>
                    <a:pt x="494516" y="117493"/>
                  </a:lnTo>
                  <a:lnTo>
                    <a:pt x="498023" y="116304"/>
                  </a:lnTo>
                  <a:lnTo>
                    <a:pt x="501530" y="115030"/>
                  </a:lnTo>
                  <a:lnTo>
                    <a:pt x="505037" y="114200"/>
                  </a:lnTo>
                  <a:lnTo>
                    <a:pt x="508544" y="112956"/>
                  </a:lnTo>
                  <a:lnTo>
                    <a:pt x="512052" y="111823"/>
                  </a:lnTo>
                  <a:lnTo>
                    <a:pt x="515559" y="110774"/>
                  </a:lnTo>
                  <a:lnTo>
                    <a:pt x="519066" y="109660"/>
                  </a:lnTo>
                  <a:lnTo>
                    <a:pt x="522573" y="108596"/>
                  </a:lnTo>
                  <a:lnTo>
                    <a:pt x="526080" y="107643"/>
                  </a:lnTo>
                  <a:lnTo>
                    <a:pt x="529588" y="106584"/>
                  </a:lnTo>
                  <a:lnTo>
                    <a:pt x="533095" y="105644"/>
                  </a:lnTo>
                  <a:lnTo>
                    <a:pt x="536602" y="104585"/>
                  </a:lnTo>
                  <a:lnTo>
                    <a:pt x="540109" y="103681"/>
                  </a:lnTo>
                  <a:lnTo>
                    <a:pt x="543616" y="102567"/>
                  </a:lnTo>
                  <a:lnTo>
                    <a:pt x="547124" y="101092"/>
                  </a:lnTo>
                  <a:lnTo>
                    <a:pt x="550631" y="99919"/>
                  </a:lnTo>
                  <a:lnTo>
                    <a:pt x="554138" y="98693"/>
                  </a:lnTo>
                  <a:lnTo>
                    <a:pt x="557645" y="97635"/>
                  </a:lnTo>
                  <a:lnTo>
                    <a:pt x="561152" y="96459"/>
                  </a:lnTo>
                  <a:lnTo>
                    <a:pt x="564660" y="95407"/>
                  </a:lnTo>
                  <a:lnTo>
                    <a:pt x="568167" y="94254"/>
                  </a:lnTo>
                  <a:lnTo>
                    <a:pt x="571674" y="93179"/>
                  </a:lnTo>
                  <a:lnTo>
                    <a:pt x="575181" y="92111"/>
                  </a:lnTo>
                  <a:lnTo>
                    <a:pt x="578688" y="90905"/>
                  </a:lnTo>
                  <a:lnTo>
                    <a:pt x="582196" y="89736"/>
                  </a:lnTo>
                  <a:lnTo>
                    <a:pt x="585703" y="88728"/>
                  </a:lnTo>
                  <a:lnTo>
                    <a:pt x="589210" y="87544"/>
                  </a:lnTo>
                  <a:lnTo>
                    <a:pt x="592717" y="86144"/>
                  </a:lnTo>
                  <a:lnTo>
                    <a:pt x="596224" y="84933"/>
                  </a:lnTo>
                  <a:lnTo>
                    <a:pt x="599732" y="83495"/>
                  </a:lnTo>
                  <a:lnTo>
                    <a:pt x="603239" y="82172"/>
                  </a:lnTo>
                  <a:lnTo>
                    <a:pt x="606746" y="81077"/>
                  </a:lnTo>
                  <a:lnTo>
                    <a:pt x="610253" y="79916"/>
                  </a:lnTo>
                  <a:lnTo>
                    <a:pt x="613761" y="78604"/>
                  </a:lnTo>
                  <a:lnTo>
                    <a:pt x="617268" y="77561"/>
                  </a:lnTo>
                  <a:lnTo>
                    <a:pt x="620775" y="76302"/>
                  </a:lnTo>
                  <a:lnTo>
                    <a:pt x="624282" y="75032"/>
                  </a:lnTo>
                  <a:lnTo>
                    <a:pt x="627789" y="73464"/>
                  </a:lnTo>
                  <a:lnTo>
                    <a:pt x="631297" y="72276"/>
                  </a:lnTo>
                  <a:lnTo>
                    <a:pt x="634804" y="71140"/>
                  </a:lnTo>
                  <a:lnTo>
                    <a:pt x="638311" y="69970"/>
                  </a:lnTo>
                  <a:lnTo>
                    <a:pt x="641818" y="68705"/>
                  </a:lnTo>
                  <a:lnTo>
                    <a:pt x="645325" y="67728"/>
                  </a:lnTo>
                  <a:lnTo>
                    <a:pt x="648833" y="66454"/>
                  </a:lnTo>
                  <a:lnTo>
                    <a:pt x="652340" y="65274"/>
                  </a:lnTo>
                  <a:lnTo>
                    <a:pt x="655847" y="64283"/>
                  </a:lnTo>
                  <a:lnTo>
                    <a:pt x="659354" y="63109"/>
                  </a:lnTo>
                  <a:lnTo>
                    <a:pt x="662861" y="61854"/>
                  </a:lnTo>
                  <a:lnTo>
                    <a:pt x="666369" y="60639"/>
                  </a:lnTo>
                  <a:lnTo>
                    <a:pt x="669876" y="59218"/>
                  </a:lnTo>
                  <a:lnTo>
                    <a:pt x="673383" y="57797"/>
                  </a:lnTo>
                  <a:lnTo>
                    <a:pt x="676890" y="56649"/>
                  </a:lnTo>
                  <a:lnTo>
                    <a:pt x="680397" y="55251"/>
                  </a:lnTo>
                  <a:lnTo>
                    <a:pt x="683905" y="54028"/>
                  </a:lnTo>
                  <a:lnTo>
                    <a:pt x="687412" y="52765"/>
                  </a:lnTo>
                  <a:lnTo>
                    <a:pt x="690919" y="51400"/>
                  </a:lnTo>
                  <a:lnTo>
                    <a:pt x="694426" y="50192"/>
                  </a:lnTo>
                  <a:lnTo>
                    <a:pt x="697933" y="48874"/>
                  </a:lnTo>
                  <a:lnTo>
                    <a:pt x="701441" y="47693"/>
                  </a:lnTo>
                  <a:lnTo>
                    <a:pt x="704948" y="46556"/>
                  </a:lnTo>
                  <a:lnTo>
                    <a:pt x="708455" y="45344"/>
                  </a:lnTo>
                  <a:lnTo>
                    <a:pt x="711962" y="44135"/>
                  </a:lnTo>
                  <a:lnTo>
                    <a:pt x="715469" y="42922"/>
                  </a:lnTo>
                  <a:lnTo>
                    <a:pt x="718977" y="41704"/>
                  </a:lnTo>
                  <a:lnTo>
                    <a:pt x="722484" y="40484"/>
                  </a:lnTo>
                  <a:lnTo>
                    <a:pt x="725991" y="39267"/>
                  </a:lnTo>
                  <a:lnTo>
                    <a:pt x="729498" y="38050"/>
                  </a:lnTo>
                  <a:lnTo>
                    <a:pt x="733006" y="36668"/>
                  </a:lnTo>
                  <a:lnTo>
                    <a:pt x="736513" y="35252"/>
                  </a:lnTo>
                  <a:lnTo>
                    <a:pt x="740020" y="34018"/>
                  </a:lnTo>
                  <a:lnTo>
                    <a:pt x="743527" y="32799"/>
                  </a:lnTo>
                  <a:lnTo>
                    <a:pt x="747034" y="31500"/>
                  </a:lnTo>
                  <a:lnTo>
                    <a:pt x="750542" y="30173"/>
                  </a:lnTo>
                  <a:lnTo>
                    <a:pt x="754049" y="28847"/>
                  </a:lnTo>
                  <a:lnTo>
                    <a:pt x="757556" y="27653"/>
                  </a:lnTo>
                  <a:lnTo>
                    <a:pt x="761063" y="26494"/>
                  </a:lnTo>
                  <a:lnTo>
                    <a:pt x="764570" y="25335"/>
                  </a:lnTo>
                  <a:lnTo>
                    <a:pt x="768078" y="24179"/>
                  </a:lnTo>
                  <a:lnTo>
                    <a:pt x="771585" y="23025"/>
                  </a:lnTo>
                  <a:lnTo>
                    <a:pt x="775092" y="21853"/>
                  </a:lnTo>
                  <a:lnTo>
                    <a:pt x="778599" y="20637"/>
                  </a:lnTo>
                  <a:lnTo>
                    <a:pt x="782106" y="19422"/>
                  </a:lnTo>
                  <a:lnTo>
                    <a:pt x="785614" y="18206"/>
                  </a:lnTo>
                  <a:lnTo>
                    <a:pt x="789121" y="17008"/>
                  </a:lnTo>
                  <a:lnTo>
                    <a:pt x="792628" y="15896"/>
                  </a:lnTo>
                  <a:lnTo>
                    <a:pt x="796135" y="14761"/>
                  </a:lnTo>
                  <a:lnTo>
                    <a:pt x="799642" y="13528"/>
                  </a:lnTo>
                  <a:lnTo>
                    <a:pt x="803150" y="12294"/>
                  </a:lnTo>
                  <a:lnTo>
                    <a:pt x="806657" y="11059"/>
                  </a:lnTo>
                  <a:lnTo>
                    <a:pt x="810164" y="9823"/>
                  </a:lnTo>
                  <a:lnTo>
                    <a:pt x="813671" y="8448"/>
                  </a:lnTo>
                  <a:lnTo>
                    <a:pt x="817178" y="7250"/>
                  </a:lnTo>
                  <a:lnTo>
                    <a:pt x="820686" y="6084"/>
                  </a:lnTo>
                  <a:lnTo>
                    <a:pt x="824193" y="4875"/>
                  </a:lnTo>
                  <a:lnTo>
                    <a:pt x="827700" y="3658"/>
                  </a:lnTo>
                  <a:lnTo>
                    <a:pt x="831207" y="2464"/>
                  </a:lnTo>
                  <a:lnTo>
                    <a:pt x="834714" y="1232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71183" y="5119262"/>
              <a:ext cx="838222" cy="80644"/>
            </a:xfrm>
            <a:custGeom>
              <a:avLst/>
              <a:pathLst>
                <a:path w="838222" h="80644">
                  <a:moveTo>
                    <a:pt x="838222" y="18628"/>
                  </a:moveTo>
                  <a:lnTo>
                    <a:pt x="834714" y="18393"/>
                  </a:lnTo>
                  <a:lnTo>
                    <a:pt x="831207" y="18158"/>
                  </a:lnTo>
                  <a:lnTo>
                    <a:pt x="827700" y="17837"/>
                  </a:lnTo>
                  <a:lnTo>
                    <a:pt x="824193" y="17694"/>
                  </a:lnTo>
                  <a:lnTo>
                    <a:pt x="820686" y="17468"/>
                  </a:lnTo>
                  <a:lnTo>
                    <a:pt x="817178" y="17380"/>
                  </a:lnTo>
                  <a:lnTo>
                    <a:pt x="813671" y="17319"/>
                  </a:lnTo>
                  <a:lnTo>
                    <a:pt x="810164" y="17257"/>
                  </a:lnTo>
                  <a:lnTo>
                    <a:pt x="806657" y="17007"/>
                  </a:lnTo>
                  <a:lnTo>
                    <a:pt x="803150" y="16506"/>
                  </a:lnTo>
                  <a:lnTo>
                    <a:pt x="799642" y="16179"/>
                  </a:lnTo>
                  <a:lnTo>
                    <a:pt x="796135" y="16043"/>
                  </a:lnTo>
                  <a:lnTo>
                    <a:pt x="792628" y="15908"/>
                  </a:lnTo>
                  <a:lnTo>
                    <a:pt x="789121" y="15772"/>
                  </a:lnTo>
                  <a:lnTo>
                    <a:pt x="785614" y="15636"/>
                  </a:lnTo>
                  <a:lnTo>
                    <a:pt x="782106" y="15500"/>
                  </a:lnTo>
                  <a:lnTo>
                    <a:pt x="778599" y="15365"/>
                  </a:lnTo>
                  <a:lnTo>
                    <a:pt x="775092" y="15229"/>
                  </a:lnTo>
                  <a:lnTo>
                    <a:pt x="771585" y="15091"/>
                  </a:lnTo>
                  <a:lnTo>
                    <a:pt x="768078" y="14659"/>
                  </a:lnTo>
                  <a:lnTo>
                    <a:pt x="764570" y="14497"/>
                  </a:lnTo>
                  <a:lnTo>
                    <a:pt x="761063" y="14300"/>
                  </a:lnTo>
                  <a:lnTo>
                    <a:pt x="757556" y="14139"/>
                  </a:lnTo>
                  <a:lnTo>
                    <a:pt x="754049" y="13971"/>
                  </a:lnTo>
                  <a:lnTo>
                    <a:pt x="750542" y="13671"/>
                  </a:lnTo>
                  <a:lnTo>
                    <a:pt x="747034" y="13373"/>
                  </a:lnTo>
                  <a:lnTo>
                    <a:pt x="743527" y="13067"/>
                  </a:lnTo>
                  <a:lnTo>
                    <a:pt x="740020" y="12763"/>
                  </a:lnTo>
                  <a:lnTo>
                    <a:pt x="736513" y="12455"/>
                  </a:lnTo>
                  <a:lnTo>
                    <a:pt x="733006" y="12096"/>
                  </a:lnTo>
                  <a:lnTo>
                    <a:pt x="729498" y="11847"/>
                  </a:lnTo>
                  <a:lnTo>
                    <a:pt x="725991" y="11595"/>
                  </a:lnTo>
                  <a:lnTo>
                    <a:pt x="722484" y="11456"/>
                  </a:lnTo>
                  <a:lnTo>
                    <a:pt x="718977" y="11246"/>
                  </a:lnTo>
                  <a:lnTo>
                    <a:pt x="715469" y="11145"/>
                  </a:lnTo>
                  <a:lnTo>
                    <a:pt x="711962" y="11148"/>
                  </a:lnTo>
                  <a:lnTo>
                    <a:pt x="708455" y="11146"/>
                  </a:lnTo>
                  <a:lnTo>
                    <a:pt x="704948" y="11007"/>
                  </a:lnTo>
                  <a:lnTo>
                    <a:pt x="701441" y="10579"/>
                  </a:lnTo>
                  <a:lnTo>
                    <a:pt x="697933" y="10581"/>
                  </a:lnTo>
                  <a:lnTo>
                    <a:pt x="694426" y="10511"/>
                  </a:lnTo>
                  <a:lnTo>
                    <a:pt x="690919" y="10442"/>
                  </a:lnTo>
                  <a:lnTo>
                    <a:pt x="687412" y="10303"/>
                  </a:lnTo>
                  <a:lnTo>
                    <a:pt x="683905" y="10073"/>
                  </a:lnTo>
                  <a:lnTo>
                    <a:pt x="680397" y="9891"/>
                  </a:lnTo>
                  <a:lnTo>
                    <a:pt x="676890" y="9424"/>
                  </a:lnTo>
                  <a:lnTo>
                    <a:pt x="673383" y="8922"/>
                  </a:lnTo>
                  <a:lnTo>
                    <a:pt x="669876" y="8680"/>
                  </a:lnTo>
                  <a:lnTo>
                    <a:pt x="666369" y="8580"/>
                  </a:lnTo>
                  <a:lnTo>
                    <a:pt x="662861" y="8388"/>
                  </a:lnTo>
                  <a:lnTo>
                    <a:pt x="659354" y="8024"/>
                  </a:lnTo>
                  <a:lnTo>
                    <a:pt x="655847" y="7896"/>
                  </a:lnTo>
                  <a:lnTo>
                    <a:pt x="652340" y="7710"/>
                  </a:lnTo>
                  <a:lnTo>
                    <a:pt x="648833" y="7683"/>
                  </a:lnTo>
                  <a:lnTo>
                    <a:pt x="645325" y="7622"/>
                  </a:lnTo>
                  <a:lnTo>
                    <a:pt x="641818" y="7408"/>
                  </a:lnTo>
                  <a:lnTo>
                    <a:pt x="638311" y="6999"/>
                  </a:lnTo>
                  <a:lnTo>
                    <a:pt x="634804" y="6947"/>
                  </a:lnTo>
                  <a:lnTo>
                    <a:pt x="631297" y="6687"/>
                  </a:lnTo>
                  <a:lnTo>
                    <a:pt x="627789" y="6423"/>
                  </a:lnTo>
                  <a:lnTo>
                    <a:pt x="624282" y="6178"/>
                  </a:lnTo>
                  <a:lnTo>
                    <a:pt x="620775" y="6253"/>
                  </a:lnTo>
                  <a:lnTo>
                    <a:pt x="617268" y="5929"/>
                  </a:lnTo>
                  <a:lnTo>
                    <a:pt x="613761" y="5593"/>
                  </a:lnTo>
                  <a:lnTo>
                    <a:pt x="610253" y="5419"/>
                  </a:lnTo>
                  <a:lnTo>
                    <a:pt x="606746" y="5246"/>
                  </a:lnTo>
                  <a:lnTo>
                    <a:pt x="603239" y="5073"/>
                  </a:lnTo>
                  <a:lnTo>
                    <a:pt x="599732" y="4898"/>
                  </a:lnTo>
                  <a:lnTo>
                    <a:pt x="596224" y="4666"/>
                  </a:lnTo>
                  <a:lnTo>
                    <a:pt x="592717" y="4461"/>
                  </a:lnTo>
                  <a:lnTo>
                    <a:pt x="589210" y="4311"/>
                  </a:lnTo>
                  <a:lnTo>
                    <a:pt x="585703" y="4138"/>
                  </a:lnTo>
                  <a:lnTo>
                    <a:pt x="582196" y="3881"/>
                  </a:lnTo>
                  <a:lnTo>
                    <a:pt x="578688" y="3762"/>
                  </a:lnTo>
                  <a:lnTo>
                    <a:pt x="575181" y="3578"/>
                  </a:lnTo>
                  <a:lnTo>
                    <a:pt x="571674" y="3476"/>
                  </a:lnTo>
                  <a:lnTo>
                    <a:pt x="568167" y="3334"/>
                  </a:lnTo>
                  <a:lnTo>
                    <a:pt x="564660" y="3388"/>
                  </a:lnTo>
                  <a:lnTo>
                    <a:pt x="561152" y="3070"/>
                  </a:lnTo>
                  <a:lnTo>
                    <a:pt x="557645" y="2749"/>
                  </a:lnTo>
                  <a:lnTo>
                    <a:pt x="554138" y="2648"/>
                  </a:lnTo>
                  <a:lnTo>
                    <a:pt x="550631" y="2489"/>
                  </a:lnTo>
                  <a:lnTo>
                    <a:pt x="547124" y="2407"/>
                  </a:lnTo>
                  <a:lnTo>
                    <a:pt x="543616" y="2211"/>
                  </a:lnTo>
                  <a:lnTo>
                    <a:pt x="540109" y="2042"/>
                  </a:lnTo>
                  <a:lnTo>
                    <a:pt x="536602" y="1987"/>
                  </a:lnTo>
                  <a:lnTo>
                    <a:pt x="533095" y="1891"/>
                  </a:lnTo>
                  <a:lnTo>
                    <a:pt x="529588" y="1810"/>
                  </a:lnTo>
                  <a:lnTo>
                    <a:pt x="526080" y="1743"/>
                  </a:lnTo>
                  <a:lnTo>
                    <a:pt x="522573" y="1695"/>
                  </a:lnTo>
                  <a:lnTo>
                    <a:pt x="519066" y="1476"/>
                  </a:lnTo>
                  <a:lnTo>
                    <a:pt x="515559" y="1305"/>
                  </a:lnTo>
                  <a:lnTo>
                    <a:pt x="512052" y="1101"/>
                  </a:lnTo>
                  <a:lnTo>
                    <a:pt x="508544" y="843"/>
                  </a:lnTo>
                  <a:lnTo>
                    <a:pt x="505037" y="713"/>
                  </a:lnTo>
                  <a:lnTo>
                    <a:pt x="501530" y="673"/>
                  </a:lnTo>
                  <a:lnTo>
                    <a:pt x="498023" y="480"/>
                  </a:lnTo>
                  <a:lnTo>
                    <a:pt x="494516" y="517"/>
                  </a:lnTo>
                  <a:lnTo>
                    <a:pt x="491008" y="477"/>
                  </a:lnTo>
                  <a:lnTo>
                    <a:pt x="487501" y="435"/>
                  </a:lnTo>
                  <a:lnTo>
                    <a:pt x="483994" y="348"/>
                  </a:lnTo>
                  <a:lnTo>
                    <a:pt x="480487" y="395"/>
                  </a:lnTo>
                  <a:lnTo>
                    <a:pt x="476979" y="280"/>
                  </a:lnTo>
                  <a:lnTo>
                    <a:pt x="473472" y="138"/>
                  </a:lnTo>
                  <a:lnTo>
                    <a:pt x="469965" y="186"/>
                  </a:lnTo>
                  <a:lnTo>
                    <a:pt x="466458" y="0"/>
                  </a:lnTo>
                  <a:lnTo>
                    <a:pt x="462951" y="105"/>
                  </a:lnTo>
                  <a:lnTo>
                    <a:pt x="459443" y="136"/>
                  </a:lnTo>
                  <a:lnTo>
                    <a:pt x="455936" y="96"/>
                  </a:lnTo>
                  <a:lnTo>
                    <a:pt x="452429" y="268"/>
                  </a:lnTo>
                  <a:lnTo>
                    <a:pt x="448922" y="296"/>
                  </a:lnTo>
                  <a:lnTo>
                    <a:pt x="445415" y="594"/>
                  </a:lnTo>
                  <a:lnTo>
                    <a:pt x="441907" y="640"/>
                  </a:lnTo>
                  <a:lnTo>
                    <a:pt x="438400" y="773"/>
                  </a:lnTo>
                  <a:lnTo>
                    <a:pt x="434893" y="692"/>
                  </a:lnTo>
                  <a:lnTo>
                    <a:pt x="431386" y="567"/>
                  </a:lnTo>
                  <a:lnTo>
                    <a:pt x="427879" y="676"/>
                  </a:lnTo>
                  <a:lnTo>
                    <a:pt x="424371" y="649"/>
                  </a:lnTo>
                  <a:lnTo>
                    <a:pt x="420864" y="922"/>
                  </a:lnTo>
                  <a:lnTo>
                    <a:pt x="417357" y="1014"/>
                  </a:lnTo>
                  <a:lnTo>
                    <a:pt x="413850" y="1089"/>
                  </a:lnTo>
                  <a:lnTo>
                    <a:pt x="410343" y="1240"/>
                  </a:lnTo>
                  <a:lnTo>
                    <a:pt x="406835" y="1473"/>
                  </a:lnTo>
                  <a:lnTo>
                    <a:pt x="403328" y="1582"/>
                  </a:lnTo>
                  <a:lnTo>
                    <a:pt x="399821" y="1542"/>
                  </a:lnTo>
                  <a:lnTo>
                    <a:pt x="396314" y="1586"/>
                  </a:lnTo>
                  <a:lnTo>
                    <a:pt x="392807" y="1855"/>
                  </a:lnTo>
                  <a:lnTo>
                    <a:pt x="389299" y="2170"/>
                  </a:lnTo>
                  <a:lnTo>
                    <a:pt x="385792" y="2444"/>
                  </a:lnTo>
                  <a:lnTo>
                    <a:pt x="382285" y="2718"/>
                  </a:lnTo>
                  <a:lnTo>
                    <a:pt x="378778" y="2906"/>
                  </a:lnTo>
                  <a:lnTo>
                    <a:pt x="375271" y="3255"/>
                  </a:lnTo>
                  <a:lnTo>
                    <a:pt x="371763" y="3461"/>
                  </a:lnTo>
                  <a:lnTo>
                    <a:pt x="368256" y="3435"/>
                  </a:lnTo>
                  <a:lnTo>
                    <a:pt x="364749" y="3681"/>
                  </a:lnTo>
                  <a:lnTo>
                    <a:pt x="361242" y="4106"/>
                  </a:lnTo>
                  <a:lnTo>
                    <a:pt x="357734" y="4256"/>
                  </a:lnTo>
                  <a:lnTo>
                    <a:pt x="354227" y="4636"/>
                  </a:lnTo>
                  <a:lnTo>
                    <a:pt x="350720" y="4843"/>
                  </a:lnTo>
                  <a:lnTo>
                    <a:pt x="347213" y="5236"/>
                  </a:lnTo>
                  <a:lnTo>
                    <a:pt x="343706" y="5450"/>
                  </a:lnTo>
                  <a:lnTo>
                    <a:pt x="340198" y="5922"/>
                  </a:lnTo>
                  <a:lnTo>
                    <a:pt x="336691" y="6454"/>
                  </a:lnTo>
                  <a:lnTo>
                    <a:pt x="333184" y="6981"/>
                  </a:lnTo>
                  <a:lnTo>
                    <a:pt x="329677" y="7686"/>
                  </a:lnTo>
                  <a:lnTo>
                    <a:pt x="326170" y="8116"/>
                  </a:lnTo>
                  <a:lnTo>
                    <a:pt x="322662" y="8502"/>
                  </a:lnTo>
                  <a:lnTo>
                    <a:pt x="319155" y="8991"/>
                  </a:lnTo>
                  <a:lnTo>
                    <a:pt x="315648" y="9469"/>
                  </a:lnTo>
                  <a:lnTo>
                    <a:pt x="312141" y="10060"/>
                  </a:lnTo>
                  <a:lnTo>
                    <a:pt x="308634" y="10495"/>
                  </a:lnTo>
                  <a:lnTo>
                    <a:pt x="305126" y="10967"/>
                  </a:lnTo>
                  <a:lnTo>
                    <a:pt x="301619" y="11501"/>
                  </a:lnTo>
                  <a:lnTo>
                    <a:pt x="298112" y="12028"/>
                  </a:lnTo>
                  <a:lnTo>
                    <a:pt x="294605" y="12748"/>
                  </a:lnTo>
                  <a:lnTo>
                    <a:pt x="291098" y="13273"/>
                  </a:lnTo>
                  <a:lnTo>
                    <a:pt x="287590" y="13960"/>
                  </a:lnTo>
                  <a:lnTo>
                    <a:pt x="284083" y="14771"/>
                  </a:lnTo>
                  <a:lnTo>
                    <a:pt x="280576" y="15532"/>
                  </a:lnTo>
                  <a:lnTo>
                    <a:pt x="277069" y="16160"/>
                  </a:lnTo>
                  <a:lnTo>
                    <a:pt x="273562" y="16908"/>
                  </a:lnTo>
                  <a:lnTo>
                    <a:pt x="270054" y="17548"/>
                  </a:lnTo>
                  <a:lnTo>
                    <a:pt x="266547" y="18423"/>
                  </a:lnTo>
                  <a:lnTo>
                    <a:pt x="263040" y="19079"/>
                  </a:lnTo>
                  <a:lnTo>
                    <a:pt x="259533" y="19825"/>
                  </a:lnTo>
                  <a:lnTo>
                    <a:pt x="256026" y="20758"/>
                  </a:lnTo>
                  <a:lnTo>
                    <a:pt x="252518" y="21299"/>
                  </a:lnTo>
                  <a:lnTo>
                    <a:pt x="249011" y="21891"/>
                  </a:lnTo>
                  <a:lnTo>
                    <a:pt x="245504" y="22655"/>
                  </a:lnTo>
                  <a:lnTo>
                    <a:pt x="241997" y="23237"/>
                  </a:lnTo>
                  <a:lnTo>
                    <a:pt x="238489" y="24021"/>
                  </a:lnTo>
                  <a:lnTo>
                    <a:pt x="234982" y="24575"/>
                  </a:lnTo>
                  <a:lnTo>
                    <a:pt x="231475" y="25217"/>
                  </a:lnTo>
                  <a:lnTo>
                    <a:pt x="227968" y="26083"/>
                  </a:lnTo>
                  <a:lnTo>
                    <a:pt x="224461" y="26757"/>
                  </a:lnTo>
                  <a:lnTo>
                    <a:pt x="220953" y="27601"/>
                  </a:lnTo>
                  <a:lnTo>
                    <a:pt x="217446" y="28256"/>
                  </a:lnTo>
                  <a:lnTo>
                    <a:pt x="213939" y="29048"/>
                  </a:lnTo>
                  <a:lnTo>
                    <a:pt x="210432" y="29881"/>
                  </a:lnTo>
                  <a:lnTo>
                    <a:pt x="206925" y="30658"/>
                  </a:lnTo>
                  <a:lnTo>
                    <a:pt x="203417" y="31197"/>
                  </a:lnTo>
                  <a:lnTo>
                    <a:pt x="199910" y="32103"/>
                  </a:lnTo>
                  <a:lnTo>
                    <a:pt x="196403" y="32927"/>
                  </a:lnTo>
                  <a:lnTo>
                    <a:pt x="192896" y="33560"/>
                  </a:lnTo>
                  <a:lnTo>
                    <a:pt x="189389" y="34413"/>
                  </a:lnTo>
                  <a:lnTo>
                    <a:pt x="185881" y="35192"/>
                  </a:lnTo>
                  <a:lnTo>
                    <a:pt x="182374" y="35818"/>
                  </a:lnTo>
                  <a:lnTo>
                    <a:pt x="178867" y="36683"/>
                  </a:lnTo>
                  <a:lnTo>
                    <a:pt x="175360" y="37587"/>
                  </a:lnTo>
                  <a:lnTo>
                    <a:pt x="171853" y="38428"/>
                  </a:lnTo>
                  <a:lnTo>
                    <a:pt x="168345" y="39200"/>
                  </a:lnTo>
                  <a:lnTo>
                    <a:pt x="164838" y="39948"/>
                  </a:lnTo>
                  <a:lnTo>
                    <a:pt x="161331" y="40783"/>
                  </a:lnTo>
                  <a:lnTo>
                    <a:pt x="157824" y="41736"/>
                  </a:lnTo>
                  <a:lnTo>
                    <a:pt x="154317" y="42546"/>
                  </a:lnTo>
                  <a:lnTo>
                    <a:pt x="150809" y="43339"/>
                  </a:lnTo>
                  <a:lnTo>
                    <a:pt x="147302" y="44100"/>
                  </a:lnTo>
                  <a:lnTo>
                    <a:pt x="143795" y="44957"/>
                  </a:lnTo>
                  <a:lnTo>
                    <a:pt x="140288" y="45976"/>
                  </a:lnTo>
                  <a:lnTo>
                    <a:pt x="136781" y="46850"/>
                  </a:lnTo>
                  <a:lnTo>
                    <a:pt x="133273" y="47727"/>
                  </a:lnTo>
                  <a:lnTo>
                    <a:pt x="129766" y="48789"/>
                  </a:lnTo>
                  <a:lnTo>
                    <a:pt x="126259" y="49570"/>
                  </a:lnTo>
                  <a:lnTo>
                    <a:pt x="122752" y="50467"/>
                  </a:lnTo>
                  <a:lnTo>
                    <a:pt x="119244" y="51258"/>
                  </a:lnTo>
                  <a:lnTo>
                    <a:pt x="115737" y="52133"/>
                  </a:lnTo>
                  <a:lnTo>
                    <a:pt x="112230" y="53032"/>
                  </a:lnTo>
                  <a:lnTo>
                    <a:pt x="108723" y="53915"/>
                  </a:lnTo>
                  <a:lnTo>
                    <a:pt x="105216" y="54659"/>
                  </a:lnTo>
                  <a:lnTo>
                    <a:pt x="101708" y="55500"/>
                  </a:lnTo>
                  <a:lnTo>
                    <a:pt x="98201" y="56354"/>
                  </a:lnTo>
                  <a:lnTo>
                    <a:pt x="94694" y="57209"/>
                  </a:lnTo>
                  <a:lnTo>
                    <a:pt x="91187" y="58154"/>
                  </a:lnTo>
                  <a:lnTo>
                    <a:pt x="87680" y="59037"/>
                  </a:lnTo>
                  <a:lnTo>
                    <a:pt x="84172" y="59848"/>
                  </a:lnTo>
                  <a:lnTo>
                    <a:pt x="80665" y="60669"/>
                  </a:lnTo>
                  <a:lnTo>
                    <a:pt x="77158" y="61472"/>
                  </a:lnTo>
                  <a:lnTo>
                    <a:pt x="73651" y="62263"/>
                  </a:lnTo>
                  <a:lnTo>
                    <a:pt x="70144" y="63094"/>
                  </a:lnTo>
                  <a:lnTo>
                    <a:pt x="66636" y="63840"/>
                  </a:lnTo>
                  <a:lnTo>
                    <a:pt x="63129" y="64681"/>
                  </a:lnTo>
                  <a:lnTo>
                    <a:pt x="59622" y="65619"/>
                  </a:lnTo>
                  <a:lnTo>
                    <a:pt x="56115" y="66709"/>
                  </a:lnTo>
                  <a:lnTo>
                    <a:pt x="52608" y="67798"/>
                  </a:lnTo>
                  <a:lnTo>
                    <a:pt x="49100" y="68597"/>
                  </a:lnTo>
                  <a:lnTo>
                    <a:pt x="45593" y="69401"/>
                  </a:lnTo>
                  <a:lnTo>
                    <a:pt x="42086" y="70359"/>
                  </a:lnTo>
                  <a:lnTo>
                    <a:pt x="38579" y="71063"/>
                  </a:lnTo>
                  <a:lnTo>
                    <a:pt x="35072" y="71910"/>
                  </a:lnTo>
                  <a:lnTo>
                    <a:pt x="31564" y="72930"/>
                  </a:lnTo>
                  <a:lnTo>
                    <a:pt x="28057" y="73947"/>
                  </a:lnTo>
                  <a:lnTo>
                    <a:pt x="24550" y="74738"/>
                  </a:lnTo>
                  <a:lnTo>
                    <a:pt x="21043" y="75617"/>
                  </a:lnTo>
                  <a:lnTo>
                    <a:pt x="17536" y="76475"/>
                  </a:lnTo>
                  <a:lnTo>
                    <a:pt x="14028" y="77272"/>
                  </a:lnTo>
                  <a:lnTo>
                    <a:pt x="10521" y="78122"/>
                  </a:lnTo>
                  <a:lnTo>
                    <a:pt x="7014" y="78983"/>
                  </a:lnTo>
                  <a:lnTo>
                    <a:pt x="3507" y="79760"/>
                  </a:lnTo>
                  <a:lnTo>
                    <a:pt x="0" y="806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71183" y="5029970"/>
              <a:ext cx="838222" cy="103739"/>
            </a:xfrm>
            <a:custGeom>
              <a:avLst/>
              <a:pathLst>
                <a:path w="838222" h="103739">
                  <a:moveTo>
                    <a:pt x="0" y="103739"/>
                  </a:moveTo>
                  <a:lnTo>
                    <a:pt x="3507" y="103361"/>
                  </a:lnTo>
                  <a:lnTo>
                    <a:pt x="7014" y="102981"/>
                  </a:lnTo>
                  <a:lnTo>
                    <a:pt x="10521" y="102602"/>
                  </a:lnTo>
                  <a:lnTo>
                    <a:pt x="14028" y="102222"/>
                  </a:lnTo>
                  <a:lnTo>
                    <a:pt x="17536" y="101841"/>
                  </a:lnTo>
                  <a:lnTo>
                    <a:pt x="21043" y="101459"/>
                  </a:lnTo>
                  <a:lnTo>
                    <a:pt x="24550" y="101077"/>
                  </a:lnTo>
                  <a:lnTo>
                    <a:pt x="28057" y="100695"/>
                  </a:lnTo>
                  <a:lnTo>
                    <a:pt x="31564" y="100312"/>
                  </a:lnTo>
                  <a:lnTo>
                    <a:pt x="35072" y="99928"/>
                  </a:lnTo>
                  <a:lnTo>
                    <a:pt x="38579" y="99544"/>
                  </a:lnTo>
                  <a:lnTo>
                    <a:pt x="42086" y="99159"/>
                  </a:lnTo>
                  <a:lnTo>
                    <a:pt x="45593" y="98774"/>
                  </a:lnTo>
                  <a:lnTo>
                    <a:pt x="49100" y="98388"/>
                  </a:lnTo>
                  <a:lnTo>
                    <a:pt x="52608" y="98002"/>
                  </a:lnTo>
                  <a:lnTo>
                    <a:pt x="56115" y="97615"/>
                  </a:lnTo>
                  <a:lnTo>
                    <a:pt x="59622" y="97227"/>
                  </a:lnTo>
                  <a:lnTo>
                    <a:pt x="63129" y="96839"/>
                  </a:lnTo>
                  <a:lnTo>
                    <a:pt x="66636" y="96450"/>
                  </a:lnTo>
                  <a:lnTo>
                    <a:pt x="70144" y="96061"/>
                  </a:lnTo>
                  <a:lnTo>
                    <a:pt x="73651" y="95671"/>
                  </a:lnTo>
                  <a:lnTo>
                    <a:pt x="77158" y="95281"/>
                  </a:lnTo>
                  <a:lnTo>
                    <a:pt x="80665" y="94890"/>
                  </a:lnTo>
                  <a:lnTo>
                    <a:pt x="84172" y="94498"/>
                  </a:lnTo>
                  <a:lnTo>
                    <a:pt x="87680" y="94106"/>
                  </a:lnTo>
                  <a:lnTo>
                    <a:pt x="91187" y="93714"/>
                  </a:lnTo>
                  <a:lnTo>
                    <a:pt x="94694" y="93321"/>
                  </a:lnTo>
                  <a:lnTo>
                    <a:pt x="98201" y="92927"/>
                  </a:lnTo>
                  <a:lnTo>
                    <a:pt x="101708" y="92533"/>
                  </a:lnTo>
                  <a:lnTo>
                    <a:pt x="105216" y="92138"/>
                  </a:lnTo>
                  <a:lnTo>
                    <a:pt x="108723" y="91743"/>
                  </a:lnTo>
                  <a:lnTo>
                    <a:pt x="112230" y="91347"/>
                  </a:lnTo>
                  <a:lnTo>
                    <a:pt x="115737" y="90950"/>
                  </a:lnTo>
                  <a:lnTo>
                    <a:pt x="119244" y="90554"/>
                  </a:lnTo>
                  <a:lnTo>
                    <a:pt x="122752" y="90156"/>
                  </a:lnTo>
                  <a:lnTo>
                    <a:pt x="126259" y="89758"/>
                  </a:lnTo>
                  <a:lnTo>
                    <a:pt x="129766" y="89359"/>
                  </a:lnTo>
                  <a:lnTo>
                    <a:pt x="133273" y="88960"/>
                  </a:lnTo>
                  <a:lnTo>
                    <a:pt x="136781" y="88561"/>
                  </a:lnTo>
                  <a:lnTo>
                    <a:pt x="140288" y="88161"/>
                  </a:lnTo>
                  <a:lnTo>
                    <a:pt x="143795" y="87760"/>
                  </a:lnTo>
                  <a:lnTo>
                    <a:pt x="147302" y="87359"/>
                  </a:lnTo>
                  <a:lnTo>
                    <a:pt x="150809" y="86957"/>
                  </a:lnTo>
                  <a:lnTo>
                    <a:pt x="154317" y="86554"/>
                  </a:lnTo>
                  <a:lnTo>
                    <a:pt x="157824" y="86152"/>
                  </a:lnTo>
                  <a:lnTo>
                    <a:pt x="161331" y="85748"/>
                  </a:lnTo>
                  <a:lnTo>
                    <a:pt x="164838" y="85344"/>
                  </a:lnTo>
                  <a:lnTo>
                    <a:pt x="168345" y="84940"/>
                  </a:lnTo>
                  <a:lnTo>
                    <a:pt x="171853" y="84535"/>
                  </a:lnTo>
                  <a:lnTo>
                    <a:pt x="175360" y="84129"/>
                  </a:lnTo>
                  <a:lnTo>
                    <a:pt x="178867" y="83723"/>
                  </a:lnTo>
                  <a:lnTo>
                    <a:pt x="182374" y="83317"/>
                  </a:lnTo>
                  <a:lnTo>
                    <a:pt x="185881" y="82910"/>
                  </a:lnTo>
                  <a:lnTo>
                    <a:pt x="189389" y="82502"/>
                  </a:lnTo>
                  <a:lnTo>
                    <a:pt x="192896" y="82094"/>
                  </a:lnTo>
                  <a:lnTo>
                    <a:pt x="196403" y="81685"/>
                  </a:lnTo>
                  <a:lnTo>
                    <a:pt x="199910" y="81276"/>
                  </a:lnTo>
                  <a:lnTo>
                    <a:pt x="203417" y="80867"/>
                  </a:lnTo>
                  <a:lnTo>
                    <a:pt x="206925" y="80456"/>
                  </a:lnTo>
                  <a:lnTo>
                    <a:pt x="210432" y="80046"/>
                  </a:lnTo>
                  <a:lnTo>
                    <a:pt x="213939" y="79635"/>
                  </a:lnTo>
                  <a:lnTo>
                    <a:pt x="217446" y="79223"/>
                  </a:lnTo>
                  <a:lnTo>
                    <a:pt x="220953" y="78811"/>
                  </a:lnTo>
                  <a:lnTo>
                    <a:pt x="224461" y="78398"/>
                  </a:lnTo>
                  <a:lnTo>
                    <a:pt x="227968" y="77985"/>
                  </a:lnTo>
                  <a:lnTo>
                    <a:pt x="231475" y="77571"/>
                  </a:lnTo>
                  <a:lnTo>
                    <a:pt x="234982" y="77157"/>
                  </a:lnTo>
                  <a:lnTo>
                    <a:pt x="238489" y="76742"/>
                  </a:lnTo>
                  <a:lnTo>
                    <a:pt x="241997" y="76327"/>
                  </a:lnTo>
                  <a:lnTo>
                    <a:pt x="245504" y="75911"/>
                  </a:lnTo>
                  <a:lnTo>
                    <a:pt x="249011" y="75495"/>
                  </a:lnTo>
                  <a:lnTo>
                    <a:pt x="252518" y="75078"/>
                  </a:lnTo>
                  <a:lnTo>
                    <a:pt x="256026" y="74661"/>
                  </a:lnTo>
                  <a:lnTo>
                    <a:pt x="259533" y="74243"/>
                  </a:lnTo>
                  <a:lnTo>
                    <a:pt x="263040" y="73825"/>
                  </a:lnTo>
                  <a:lnTo>
                    <a:pt x="266547" y="73406"/>
                  </a:lnTo>
                  <a:lnTo>
                    <a:pt x="270054" y="72987"/>
                  </a:lnTo>
                  <a:lnTo>
                    <a:pt x="273562" y="72567"/>
                  </a:lnTo>
                  <a:lnTo>
                    <a:pt x="277069" y="72147"/>
                  </a:lnTo>
                  <a:lnTo>
                    <a:pt x="280576" y="71726"/>
                  </a:lnTo>
                  <a:lnTo>
                    <a:pt x="284083" y="71305"/>
                  </a:lnTo>
                  <a:lnTo>
                    <a:pt x="287590" y="70883"/>
                  </a:lnTo>
                  <a:lnTo>
                    <a:pt x="291098" y="70461"/>
                  </a:lnTo>
                  <a:lnTo>
                    <a:pt x="294605" y="70038"/>
                  </a:lnTo>
                  <a:lnTo>
                    <a:pt x="298112" y="69615"/>
                  </a:lnTo>
                  <a:lnTo>
                    <a:pt x="301619" y="69192"/>
                  </a:lnTo>
                  <a:lnTo>
                    <a:pt x="305126" y="68768"/>
                  </a:lnTo>
                  <a:lnTo>
                    <a:pt x="308634" y="68343"/>
                  </a:lnTo>
                  <a:lnTo>
                    <a:pt x="312141" y="67918"/>
                  </a:lnTo>
                  <a:lnTo>
                    <a:pt x="315648" y="67493"/>
                  </a:lnTo>
                  <a:lnTo>
                    <a:pt x="319155" y="67067"/>
                  </a:lnTo>
                  <a:lnTo>
                    <a:pt x="322662" y="66640"/>
                  </a:lnTo>
                  <a:lnTo>
                    <a:pt x="326170" y="66214"/>
                  </a:lnTo>
                  <a:lnTo>
                    <a:pt x="329677" y="65786"/>
                  </a:lnTo>
                  <a:lnTo>
                    <a:pt x="333184" y="65359"/>
                  </a:lnTo>
                  <a:lnTo>
                    <a:pt x="336691" y="64930"/>
                  </a:lnTo>
                  <a:lnTo>
                    <a:pt x="340198" y="64502"/>
                  </a:lnTo>
                  <a:lnTo>
                    <a:pt x="343706" y="64072"/>
                  </a:lnTo>
                  <a:lnTo>
                    <a:pt x="347213" y="63643"/>
                  </a:lnTo>
                  <a:lnTo>
                    <a:pt x="350720" y="63213"/>
                  </a:lnTo>
                  <a:lnTo>
                    <a:pt x="354227" y="62782"/>
                  </a:lnTo>
                  <a:lnTo>
                    <a:pt x="357734" y="62351"/>
                  </a:lnTo>
                  <a:lnTo>
                    <a:pt x="361242" y="61920"/>
                  </a:lnTo>
                  <a:lnTo>
                    <a:pt x="364749" y="61488"/>
                  </a:lnTo>
                  <a:lnTo>
                    <a:pt x="368256" y="61056"/>
                  </a:lnTo>
                  <a:lnTo>
                    <a:pt x="371763" y="60623"/>
                  </a:lnTo>
                  <a:lnTo>
                    <a:pt x="375271" y="60190"/>
                  </a:lnTo>
                  <a:lnTo>
                    <a:pt x="378778" y="59756"/>
                  </a:lnTo>
                  <a:lnTo>
                    <a:pt x="382285" y="59322"/>
                  </a:lnTo>
                  <a:lnTo>
                    <a:pt x="385792" y="58888"/>
                  </a:lnTo>
                  <a:lnTo>
                    <a:pt x="389299" y="58453"/>
                  </a:lnTo>
                  <a:lnTo>
                    <a:pt x="392807" y="58018"/>
                  </a:lnTo>
                  <a:lnTo>
                    <a:pt x="396314" y="57582"/>
                  </a:lnTo>
                  <a:lnTo>
                    <a:pt x="399821" y="57146"/>
                  </a:lnTo>
                  <a:lnTo>
                    <a:pt x="403328" y="56709"/>
                  </a:lnTo>
                  <a:lnTo>
                    <a:pt x="406835" y="56272"/>
                  </a:lnTo>
                  <a:lnTo>
                    <a:pt x="410343" y="55834"/>
                  </a:lnTo>
                  <a:lnTo>
                    <a:pt x="413850" y="55397"/>
                  </a:lnTo>
                  <a:lnTo>
                    <a:pt x="417357" y="54958"/>
                  </a:lnTo>
                  <a:lnTo>
                    <a:pt x="420864" y="54519"/>
                  </a:lnTo>
                  <a:lnTo>
                    <a:pt x="424371" y="54080"/>
                  </a:lnTo>
                  <a:lnTo>
                    <a:pt x="427879" y="53641"/>
                  </a:lnTo>
                  <a:lnTo>
                    <a:pt x="431386" y="53201"/>
                  </a:lnTo>
                  <a:lnTo>
                    <a:pt x="434893" y="52761"/>
                  </a:lnTo>
                  <a:lnTo>
                    <a:pt x="438400" y="52320"/>
                  </a:lnTo>
                  <a:lnTo>
                    <a:pt x="441907" y="51879"/>
                  </a:lnTo>
                  <a:lnTo>
                    <a:pt x="445415" y="51437"/>
                  </a:lnTo>
                  <a:lnTo>
                    <a:pt x="448922" y="50995"/>
                  </a:lnTo>
                  <a:lnTo>
                    <a:pt x="452429" y="50553"/>
                  </a:lnTo>
                  <a:lnTo>
                    <a:pt x="455936" y="50110"/>
                  </a:lnTo>
                  <a:lnTo>
                    <a:pt x="459443" y="49667"/>
                  </a:lnTo>
                  <a:lnTo>
                    <a:pt x="462951" y="49223"/>
                  </a:lnTo>
                  <a:lnTo>
                    <a:pt x="466458" y="48779"/>
                  </a:lnTo>
                  <a:lnTo>
                    <a:pt x="469965" y="48335"/>
                  </a:lnTo>
                  <a:lnTo>
                    <a:pt x="473472" y="47890"/>
                  </a:lnTo>
                  <a:lnTo>
                    <a:pt x="476979" y="47445"/>
                  </a:lnTo>
                  <a:lnTo>
                    <a:pt x="480487" y="47000"/>
                  </a:lnTo>
                  <a:lnTo>
                    <a:pt x="483994" y="46554"/>
                  </a:lnTo>
                  <a:lnTo>
                    <a:pt x="487501" y="46108"/>
                  </a:lnTo>
                  <a:lnTo>
                    <a:pt x="491008" y="45661"/>
                  </a:lnTo>
                  <a:lnTo>
                    <a:pt x="494516" y="45214"/>
                  </a:lnTo>
                  <a:lnTo>
                    <a:pt x="498023" y="44767"/>
                  </a:lnTo>
                  <a:lnTo>
                    <a:pt x="501530" y="44319"/>
                  </a:lnTo>
                  <a:lnTo>
                    <a:pt x="505037" y="43871"/>
                  </a:lnTo>
                  <a:lnTo>
                    <a:pt x="508544" y="43423"/>
                  </a:lnTo>
                  <a:lnTo>
                    <a:pt x="512052" y="42974"/>
                  </a:lnTo>
                  <a:lnTo>
                    <a:pt x="515559" y="42525"/>
                  </a:lnTo>
                  <a:lnTo>
                    <a:pt x="519066" y="42075"/>
                  </a:lnTo>
                  <a:lnTo>
                    <a:pt x="522573" y="41625"/>
                  </a:lnTo>
                  <a:lnTo>
                    <a:pt x="526080" y="41175"/>
                  </a:lnTo>
                  <a:lnTo>
                    <a:pt x="529588" y="40725"/>
                  </a:lnTo>
                  <a:lnTo>
                    <a:pt x="533095" y="40274"/>
                  </a:lnTo>
                  <a:lnTo>
                    <a:pt x="536602" y="39823"/>
                  </a:lnTo>
                  <a:lnTo>
                    <a:pt x="540109" y="39371"/>
                  </a:lnTo>
                  <a:lnTo>
                    <a:pt x="543616" y="38919"/>
                  </a:lnTo>
                  <a:lnTo>
                    <a:pt x="547124" y="38467"/>
                  </a:lnTo>
                  <a:lnTo>
                    <a:pt x="550631" y="38014"/>
                  </a:lnTo>
                  <a:lnTo>
                    <a:pt x="554138" y="37561"/>
                  </a:lnTo>
                  <a:lnTo>
                    <a:pt x="557645" y="37108"/>
                  </a:lnTo>
                  <a:lnTo>
                    <a:pt x="561152" y="36654"/>
                  </a:lnTo>
                  <a:lnTo>
                    <a:pt x="564660" y="36201"/>
                  </a:lnTo>
                  <a:lnTo>
                    <a:pt x="568167" y="35746"/>
                  </a:lnTo>
                  <a:lnTo>
                    <a:pt x="571674" y="35292"/>
                  </a:lnTo>
                  <a:lnTo>
                    <a:pt x="575181" y="34837"/>
                  </a:lnTo>
                  <a:lnTo>
                    <a:pt x="578688" y="34382"/>
                  </a:lnTo>
                  <a:lnTo>
                    <a:pt x="582196" y="33926"/>
                  </a:lnTo>
                  <a:lnTo>
                    <a:pt x="585703" y="33470"/>
                  </a:lnTo>
                  <a:lnTo>
                    <a:pt x="589210" y="33014"/>
                  </a:lnTo>
                  <a:lnTo>
                    <a:pt x="592717" y="32558"/>
                  </a:lnTo>
                  <a:lnTo>
                    <a:pt x="596224" y="32101"/>
                  </a:lnTo>
                  <a:lnTo>
                    <a:pt x="599732" y="31644"/>
                  </a:lnTo>
                  <a:lnTo>
                    <a:pt x="603239" y="31187"/>
                  </a:lnTo>
                  <a:lnTo>
                    <a:pt x="606746" y="30729"/>
                  </a:lnTo>
                  <a:lnTo>
                    <a:pt x="610253" y="30271"/>
                  </a:lnTo>
                  <a:lnTo>
                    <a:pt x="613761" y="29813"/>
                  </a:lnTo>
                  <a:lnTo>
                    <a:pt x="617268" y="29355"/>
                  </a:lnTo>
                  <a:lnTo>
                    <a:pt x="620775" y="28896"/>
                  </a:lnTo>
                  <a:lnTo>
                    <a:pt x="624282" y="28437"/>
                  </a:lnTo>
                  <a:lnTo>
                    <a:pt x="627789" y="27977"/>
                  </a:lnTo>
                  <a:lnTo>
                    <a:pt x="631297" y="27518"/>
                  </a:lnTo>
                  <a:lnTo>
                    <a:pt x="634804" y="27058"/>
                  </a:lnTo>
                  <a:lnTo>
                    <a:pt x="638311" y="26598"/>
                  </a:lnTo>
                  <a:lnTo>
                    <a:pt x="641818" y="26137"/>
                  </a:lnTo>
                  <a:lnTo>
                    <a:pt x="645325" y="25677"/>
                  </a:lnTo>
                  <a:lnTo>
                    <a:pt x="648833" y="25216"/>
                  </a:lnTo>
                  <a:lnTo>
                    <a:pt x="652340" y="24754"/>
                  </a:lnTo>
                  <a:lnTo>
                    <a:pt x="655847" y="24293"/>
                  </a:lnTo>
                  <a:lnTo>
                    <a:pt x="659354" y="23831"/>
                  </a:lnTo>
                  <a:lnTo>
                    <a:pt x="662861" y="23369"/>
                  </a:lnTo>
                  <a:lnTo>
                    <a:pt x="666369" y="22907"/>
                  </a:lnTo>
                  <a:lnTo>
                    <a:pt x="669876" y="22444"/>
                  </a:lnTo>
                  <a:lnTo>
                    <a:pt x="673383" y="21982"/>
                  </a:lnTo>
                  <a:lnTo>
                    <a:pt x="676890" y="21519"/>
                  </a:lnTo>
                  <a:lnTo>
                    <a:pt x="680397" y="21055"/>
                  </a:lnTo>
                  <a:lnTo>
                    <a:pt x="683905" y="20592"/>
                  </a:lnTo>
                  <a:lnTo>
                    <a:pt x="687412" y="20128"/>
                  </a:lnTo>
                  <a:lnTo>
                    <a:pt x="690919" y="19664"/>
                  </a:lnTo>
                  <a:lnTo>
                    <a:pt x="694426" y="19200"/>
                  </a:lnTo>
                  <a:lnTo>
                    <a:pt x="697933" y="18735"/>
                  </a:lnTo>
                  <a:lnTo>
                    <a:pt x="701441" y="18271"/>
                  </a:lnTo>
                  <a:lnTo>
                    <a:pt x="704948" y="17806"/>
                  </a:lnTo>
                  <a:lnTo>
                    <a:pt x="708455" y="17341"/>
                  </a:lnTo>
                  <a:lnTo>
                    <a:pt x="711962" y="16875"/>
                  </a:lnTo>
                  <a:lnTo>
                    <a:pt x="715469" y="16410"/>
                  </a:lnTo>
                  <a:lnTo>
                    <a:pt x="718977" y="15944"/>
                  </a:lnTo>
                  <a:lnTo>
                    <a:pt x="722484" y="15478"/>
                  </a:lnTo>
                  <a:lnTo>
                    <a:pt x="725991" y="15012"/>
                  </a:lnTo>
                  <a:lnTo>
                    <a:pt x="729498" y="14545"/>
                  </a:lnTo>
                  <a:lnTo>
                    <a:pt x="733006" y="14079"/>
                  </a:lnTo>
                  <a:lnTo>
                    <a:pt x="736513" y="13612"/>
                  </a:lnTo>
                  <a:lnTo>
                    <a:pt x="740020" y="13145"/>
                  </a:lnTo>
                  <a:lnTo>
                    <a:pt x="743527" y="12678"/>
                  </a:lnTo>
                  <a:lnTo>
                    <a:pt x="747034" y="12211"/>
                  </a:lnTo>
                  <a:lnTo>
                    <a:pt x="750542" y="11743"/>
                  </a:lnTo>
                  <a:lnTo>
                    <a:pt x="754049" y="11275"/>
                  </a:lnTo>
                  <a:lnTo>
                    <a:pt x="757556" y="10807"/>
                  </a:lnTo>
                  <a:lnTo>
                    <a:pt x="761063" y="10339"/>
                  </a:lnTo>
                  <a:lnTo>
                    <a:pt x="764570" y="9871"/>
                  </a:lnTo>
                  <a:lnTo>
                    <a:pt x="768078" y="9402"/>
                  </a:lnTo>
                  <a:lnTo>
                    <a:pt x="771585" y="8934"/>
                  </a:lnTo>
                  <a:lnTo>
                    <a:pt x="775092" y="8465"/>
                  </a:lnTo>
                  <a:lnTo>
                    <a:pt x="778599" y="7996"/>
                  </a:lnTo>
                  <a:lnTo>
                    <a:pt x="782106" y="7527"/>
                  </a:lnTo>
                  <a:lnTo>
                    <a:pt x="785614" y="7057"/>
                  </a:lnTo>
                  <a:lnTo>
                    <a:pt x="789121" y="6588"/>
                  </a:lnTo>
                  <a:lnTo>
                    <a:pt x="792628" y="6118"/>
                  </a:lnTo>
                  <a:lnTo>
                    <a:pt x="796135" y="5648"/>
                  </a:lnTo>
                  <a:lnTo>
                    <a:pt x="799642" y="5178"/>
                  </a:lnTo>
                  <a:lnTo>
                    <a:pt x="803150" y="4708"/>
                  </a:lnTo>
                  <a:lnTo>
                    <a:pt x="806657" y="4238"/>
                  </a:lnTo>
                  <a:lnTo>
                    <a:pt x="810164" y="3768"/>
                  </a:lnTo>
                  <a:lnTo>
                    <a:pt x="813671" y="3297"/>
                  </a:lnTo>
                  <a:lnTo>
                    <a:pt x="817178" y="2826"/>
                  </a:lnTo>
                  <a:lnTo>
                    <a:pt x="820686" y="2356"/>
                  </a:lnTo>
                  <a:lnTo>
                    <a:pt x="824193" y="1885"/>
                  </a:lnTo>
                  <a:lnTo>
                    <a:pt x="827700" y="1414"/>
                  </a:lnTo>
                  <a:lnTo>
                    <a:pt x="831207" y="942"/>
                  </a:lnTo>
                  <a:lnTo>
                    <a:pt x="834714" y="471"/>
                  </a:lnTo>
                  <a:lnTo>
                    <a:pt x="838222" y="0"/>
                  </a:lnTo>
                </a:path>
              </a:pathLst>
            </a:custGeom>
            <a:ln w="28456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9272" y="5213158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334197" y="2645185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376108" y="3092043"/>
              <a:ext cx="838222" cy="203064"/>
            </a:xfrm>
            <a:custGeom>
              <a:avLst/>
              <a:pathLst>
                <a:path w="838222" h="203064">
                  <a:moveTo>
                    <a:pt x="0" y="101596"/>
                  </a:moveTo>
                  <a:lnTo>
                    <a:pt x="3507" y="101953"/>
                  </a:lnTo>
                  <a:lnTo>
                    <a:pt x="7014" y="102302"/>
                  </a:lnTo>
                  <a:lnTo>
                    <a:pt x="10521" y="102650"/>
                  </a:lnTo>
                  <a:lnTo>
                    <a:pt x="14028" y="102973"/>
                  </a:lnTo>
                  <a:lnTo>
                    <a:pt x="17536" y="103291"/>
                  </a:lnTo>
                  <a:lnTo>
                    <a:pt x="21043" y="103683"/>
                  </a:lnTo>
                  <a:lnTo>
                    <a:pt x="24550" y="104047"/>
                  </a:lnTo>
                  <a:lnTo>
                    <a:pt x="28057" y="104422"/>
                  </a:lnTo>
                  <a:lnTo>
                    <a:pt x="31564" y="104816"/>
                  </a:lnTo>
                  <a:lnTo>
                    <a:pt x="35072" y="105208"/>
                  </a:lnTo>
                  <a:lnTo>
                    <a:pt x="38579" y="105601"/>
                  </a:lnTo>
                  <a:lnTo>
                    <a:pt x="42086" y="105993"/>
                  </a:lnTo>
                  <a:lnTo>
                    <a:pt x="45593" y="106384"/>
                  </a:lnTo>
                  <a:lnTo>
                    <a:pt x="49100" y="106735"/>
                  </a:lnTo>
                  <a:lnTo>
                    <a:pt x="52608" y="107021"/>
                  </a:lnTo>
                  <a:lnTo>
                    <a:pt x="56115" y="107276"/>
                  </a:lnTo>
                  <a:lnTo>
                    <a:pt x="59622" y="107537"/>
                  </a:lnTo>
                  <a:lnTo>
                    <a:pt x="63129" y="107889"/>
                  </a:lnTo>
                  <a:lnTo>
                    <a:pt x="66636" y="108260"/>
                  </a:lnTo>
                  <a:lnTo>
                    <a:pt x="70144" y="108622"/>
                  </a:lnTo>
                  <a:lnTo>
                    <a:pt x="73651" y="108983"/>
                  </a:lnTo>
                  <a:lnTo>
                    <a:pt x="77158" y="109344"/>
                  </a:lnTo>
                  <a:lnTo>
                    <a:pt x="80665" y="109644"/>
                  </a:lnTo>
                  <a:lnTo>
                    <a:pt x="84172" y="109998"/>
                  </a:lnTo>
                  <a:lnTo>
                    <a:pt x="87680" y="110366"/>
                  </a:lnTo>
                  <a:lnTo>
                    <a:pt x="91187" y="110695"/>
                  </a:lnTo>
                  <a:lnTo>
                    <a:pt x="94694" y="110979"/>
                  </a:lnTo>
                  <a:lnTo>
                    <a:pt x="98201" y="111272"/>
                  </a:lnTo>
                  <a:lnTo>
                    <a:pt x="101708" y="111600"/>
                  </a:lnTo>
                  <a:lnTo>
                    <a:pt x="105216" y="111938"/>
                  </a:lnTo>
                  <a:lnTo>
                    <a:pt x="108723" y="112289"/>
                  </a:lnTo>
                  <a:lnTo>
                    <a:pt x="112230" y="112596"/>
                  </a:lnTo>
                  <a:lnTo>
                    <a:pt x="115737" y="112831"/>
                  </a:lnTo>
                  <a:lnTo>
                    <a:pt x="119244" y="113079"/>
                  </a:lnTo>
                  <a:lnTo>
                    <a:pt x="122752" y="113336"/>
                  </a:lnTo>
                  <a:lnTo>
                    <a:pt x="126259" y="113594"/>
                  </a:lnTo>
                  <a:lnTo>
                    <a:pt x="129766" y="113672"/>
                  </a:lnTo>
                  <a:lnTo>
                    <a:pt x="133273" y="113860"/>
                  </a:lnTo>
                  <a:lnTo>
                    <a:pt x="136781" y="114217"/>
                  </a:lnTo>
                  <a:lnTo>
                    <a:pt x="140288" y="114578"/>
                  </a:lnTo>
                  <a:lnTo>
                    <a:pt x="143795" y="114886"/>
                  </a:lnTo>
                  <a:lnTo>
                    <a:pt x="147302" y="115151"/>
                  </a:lnTo>
                  <a:lnTo>
                    <a:pt x="150809" y="115409"/>
                  </a:lnTo>
                  <a:lnTo>
                    <a:pt x="154317" y="115750"/>
                  </a:lnTo>
                  <a:lnTo>
                    <a:pt x="157824" y="116051"/>
                  </a:lnTo>
                  <a:lnTo>
                    <a:pt x="161331" y="116481"/>
                  </a:lnTo>
                  <a:lnTo>
                    <a:pt x="164838" y="116840"/>
                  </a:lnTo>
                  <a:lnTo>
                    <a:pt x="168345" y="117166"/>
                  </a:lnTo>
                  <a:lnTo>
                    <a:pt x="171853" y="117375"/>
                  </a:lnTo>
                  <a:lnTo>
                    <a:pt x="175360" y="117588"/>
                  </a:lnTo>
                  <a:lnTo>
                    <a:pt x="178867" y="118022"/>
                  </a:lnTo>
                  <a:lnTo>
                    <a:pt x="182374" y="118275"/>
                  </a:lnTo>
                  <a:lnTo>
                    <a:pt x="185881" y="118502"/>
                  </a:lnTo>
                  <a:lnTo>
                    <a:pt x="189389" y="118652"/>
                  </a:lnTo>
                  <a:lnTo>
                    <a:pt x="192896" y="119068"/>
                  </a:lnTo>
                  <a:lnTo>
                    <a:pt x="196403" y="119400"/>
                  </a:lnTo>
                  <a:lnTo>
                    <a:pt x="199910" y="119817"/>
                  </a:lnTo>
                  <a:lnTo>
                    <a:pt x="203417" y="120191"/>
                  </a:lnTo>
                  <a:lnTo>
                    <a:pt x="206925" y="120499"/>
                  </a:lnTo>
                  <a:lnTo>
                    <a:pt x="210432" y="120813"/>
                  </a:lnTo>
                  <a:lnTo>
                    <a:pt x="213939" y="121139"/>
                  </a:lnTo>
                  <a:lnTo>
                    <a:pt x="217446" y="121427"/>
                  </a:lnTo>
                  <a:lnTo>
                    <a:pt x="220953" y="121634"/>
                  </a:lnTo>
                  <a:lnTo>
                    <a:pt x="224461" y="121821"/>
                  </a:lnTo>
                  <a:lnTo>
                    <a:pt x="227968" y="122086"/>
                  </a:lnTo>
                  <a:lnTo>
                    <a:pt x="231475" y="122285"/>
                  </a:lnTo>
                  <a:lnTo>
                    <a:pt x="234982" y="122503"/>
                  </a:lnTo>
                  <a:lnTo>
                    <a:pt x="238489" y="122711"/>
                  </a:lnTo>
                  <a:lnTo>
                    <a:pt x="241997" y="122921"/>
                  </a:lnTo>
                  <a:lnTo>
                    <a:pt x="245504" y="123218"/>
                  </a:lnTo>
                  <a:lnTo>
                    <a:pt x="249011" y="123515"/>
                  </a:lnTo>
                  <a:lnTo>
                    <a:pt x="252518" y="123722"/>
                  </a:lnTo>
                  <a:lnTo>
                    <a:pt x="256026" y="123854"/>
                  </a:lnTo>
                  <a:lnTo>
                    <a:pt x="259533" y="124163"/>
                  </a:lnTo>
                  <a:lnTo>
                    <a:pt x="263040" y="124304"/>
                  </a:lnTo>
                  <a:lnTo>
                    <a:pt x="266547" y="124525"/>
                  </a:lnTo>
                  <a:lnTo>
                    <a:pt x="270054" y="124761"/>
                  </a:lnTo>
                  <a:lnTo>
                    <a:pt x="273562" y="124920"/>
                  </a:lnTo>
                  <a:lnTo>
                    <a:pt x="277069" y="124997"/>
                  </a:lnTo>
                  <a:lnTo>
                    <a:pt x="280576" y="125124"/>
                  </a:lnTo>
                  <a:lnTo>
                    <a:pt x="284083" y="125322"/>
                  </a:lnTo>
                  <a:lnTo>
                    <a:pt x="287590" y="125423"/>
                  </a:lnTo>
                  <a:lnTo>
                    <a:pt x="291098" y="125562"/>
                  </a:lnTo>
                  <a:lnTo>
                    <a:pt x="294605" y="125628"/>
                  </a:lnTo>
                  <a:lnTo>
                    <a:pt x="298112" y="125638"/>
                  </a:lnTo>
                  <a:lnTo>
                    <a:pt x="301619" y="125595"/>
                  </a:lnTo>
                  <a:lnTo>
                    <a:pt x="305126" y="125556"/>
                  </a:lnTo>
                  <a:lnTo>
                    <a:pt x="308634" y="125450"/>
                  </a:lnTo>
                  <a:lnTo>
                    <a:pt x="312141" y="125322"/>
                  </a:lnTo>
                  <a:lnTo>
                    <a:pt x="315648" y="125275"/>
                  </a:lnTo>
                  <a:lnTo>
                    <a:pt x="319155" y="125180"/>
                  </a:lnTo>
                  <a:lnTo>
                    <a:pt x="322662" y="124970"/>
                  </a:lnTo>
                  <a:lnTo>
                    <a:pt x="326170" y="124855"/>
                  </a:lnTo>
                  <a:lnTo>
                    <a:pt x="329677" y="124760"/>
                  </a:lnTo>
                  <a:lnTo>
                    <a:pt x="333184" y="124504"/>
                  </a:lnTo>
                  <a:lnTo>
                    <a:pt x="336691" y="124517"/>
                  </a:lnTo>
                  <a:lnTo>
                    <a:pt x="340198" y="124245"/>
                  </a:lnTo>
                  <a:lnTo>
                    <a:pt x="343706" y="123853"/>
                  </a:lnTo>
                  <a:lnTo>
                    <a:pt x="347213" y="123559"/>
                  </a:lnTo>
                  <a:lnTo>
                    <a:pt x="350720" y="123157"/>
                  </a:lnTo>
                  <a:lnTo>
                    <a:pt x="354227" y="122726"/>
                  </a:lnTo>
                  <a:lnTo>
                    <a:pt x="357734" y="122343"/>
                  </a:lnTo>
                  <a:lnTo>
                    <a:pt x="361242" y="121882"/>
                  </a:lnTo>
                  <a:lnTo>
                    <a:pt x="364749" y="121185"/>
                  </a:lnTo>
                  <a:lnTo>
                    <a:pt x="368256" y="120459"/>
                  </a:lnTo>
                  <a:lnTo>
                    <a:pt x="371763" y="119868"/>
                  </a:lnTo>
                  <a:lnTo>
                    <a:pt x="375271" y="119369"/>
                  </a:lnTo>
                  <a:lnTo>
                    <a:pt x="378778" y="118876"/>
                  </a:lnTo>
                  <a:lnTo>
                    <a:pt x="382285" y="118402"/>
                  </a:lnTo>
                  <a:lnTo>
                    <a:pt x="385792" y="117806"/>
                  </a:lnTo>
                  <a:lnTo>
                    <a:pt x="389299" y="117180"/>
                  </a:lnTo>
                  <a:lnTo>
                    <a:pt x="392807" y="116550"/>
                  </a:lnTo>
                  <a:lnTo>
                    <a:pt x="396314" y="115781"/>
                  </a:lnTo>
                  <a:lnTo>
                    <a:pt x="399821" y="115108"/>
                  </a:lnTo>
                  <a:lnTo>
                    <a:pt x="403328" y="114307"/>
                  </a:lnTo>
                  <a:lnTo>
                    <a:pt x="406835" y="113682"/>
                  </a:lnTo>
                  <a:lnTo>
                    <a:pt x="410343" y="112910"/>
                  </a:lnTo>
                  <a:lnTo>
                    <a:pt x="413850" y="112172"/>
                  </a:lnTo>
                  <a:lnTo>
                    <a:pt x="417357" y="111436"/>
                  </a:lnTo>
                  <a:lnTo>
                    <a:pt x="420864" y="110747"/>
                  </a:lnTo>
                  <a:lnTo>
                    <a:pt x="424371" y="110157"/>
                  </a:lnTo>
                  <a:lnTo>
                    <a:pt x="427879" y="109521"/>
                  </a:lnTo>
                  <a:lnTo>
                    <a:pt x="431386" y="108857"/>
                  </a:lnTo>
                  <a:lnTo>
                    <a:pt x="434893" y="108111"/>
                  </a:lnTo>
                  <a:lnTo>
                    <a:pt x="438400" y="107265"/>
                  </a:lnTo>
                  <a:lnTo>
                    <a:pt x="441907" y="106547"/>
                  </a:lnTo>
                  <a:lnTo>
                    <a:pt x="445415" y="105835"/>
                  </a:lnTo>
                  <a:lnTo>
                    <a:pt x="448922" y="105049"/>
                  </a:lnTo>
                  <a:lnTo>
                    <a:pt x="452429" y="104203"/>
                  </a:lnTo>
                  <a:lnTo>
                    <a:pt x="455936" y="103505"/>
                  </a:lnTo>
                  <a:lnTo>
                    <a:pt x="459443" y="102788"/>
                  </a:lnTo>
                  <a:lnTo>
                    <a:pt x="462951" y="102006"/>
                  </a:lnTo>
                  <a:lnTo>
                    <a:pt x="466458" y="101319"/>
                  </a:lnTo>
                  <a:lnTo>
                    <a:pt x="469965" y="100542"/>
                  </a:lnTo>
                  <a:lnTo>
                    <a:pt x="473472" y="99722"/>
                  </a:lnTo>
                  <a:lnTo>
                    <a:pt x="476979" y="98847"/>
                  </a:lnTo>
                  <a:lnTo>
                    <a:pt x="480487" y="97937"/>
                  </a:lnTo>
                  <a:lnTo>
                    <a:pt x="483994" y="97112"/>
                  </a:lnTo>
                  <a:lnTo>
                    <a:pt x="487501" y="96420"/>
                  </a:lnTo>
                  <a:lnTo>
                    <a:pt x="491008" y="95635"/>
                  </a:lnTo>
                  <a:lnTo>
                    <a:pt x="494516" y="94898"/>
                  </a:lnTo>
                  <a:lnTo>
                    <a:pt x="498023" y="94064"/>
                  </a:lnTo>
                  <a:lnTo>
                    <a:pt x="501530" y="93129"/>
                  </a:lnTo>
                  <a:lnTo>
                    <a:pt x="505037" y="92256"/>
                  </a:lnTo>
                  <a:lnTo>
                    <a:pt x="508544" y="91339"/>
                  </a:lnTo>
                  <a:lnTo>
                    <a:pt x="512052" y="90468"/>
                  </a:lnTo>
                  <a:lnTo>
                    <a:pt x="515559" y="89658"/>
                  </a:lnTo>
                  <a:lnTo>
                    <a:pt x="519066" y="88923"/>
                  </a:lnTo>
                  <a:lnTo>
                    <a:pt x="522573" y="88147"/>
                  </a:lnTo>
                  <a:lnTo>
                    <a:pt x="526080" y="87341"/>
                  </a:lnTo>
                  <a:lnTo>
                    <a:pt x="529588" y="86528"/>
                  </a:lnTo>
                  <a:lnTo>
                    <a:pt x="533095" y="85791"/>
                  </a:lnTo>
                  <a:lnTo>
                    <a:pt x="536602" y="84886"/>
                  </a:lnTo>
                  <a:lnTo>
                    <a:pt x="540109" y="83857"/>
                  </a:lnTo>
                  <a:lnTo>
                    <a:pt x="543616" y="82876"/>
                  </a:lnTo>
                  <a:lnTo>
                    <a:pt x="547124" y="81906"/>
                  </a:lnTo>
                  <a:lnTo>
                    <a:pt x="550631" y="80938"/>
                  </a:lnTo>
                  <a:lnTo>
                    <a:pt x="554138" y="80098"/>
                  </a:lnTo>
                  <a:lnTo>
                    <a:pt x="557645" y="79216"/>
                  </a:lnTo>
                  <a:lnTo>
                    <a:pt x="561152" y="78332"/>
                  </a:lnTo>
                  <a:lnTo>
                    <a:pt x="564660" y="77510"/>
                  </a:lnTo>
                  <a:lnTo>
                    <a:pt x="568167" y="76598"/>
                  </a:lnTo>
                  <a:lnTo>
                    <a:pt x="571674" y="75706"/>
                  </a:lnTo>
                  <a:lnTo>
                    <a:pt x="575181" y="74682"/>
                  </a:lnTo>
                  <a:lnTo>
                    <a:pt x="578688" y="73718"/>
                  </a:lnTo>
                  <a:lnTo>
                    <a:pt x="582196" y="72834"/>
                  </a:lnTo>
                  <a:lnTo>
                    <a:pt x="585703" y="71949"/>
                  </a:lnTo>
                  <a:lnTo>
                    <a:pt x="589210" y="71065"/>
                  </a:lnTo>
                  <a:lnTo>
                    <a:pt x="592717" y="70180"/>
                  </a:lnTo>
                  <a:lnTo>
                    <a:pt x="596224" y="69292"/>
                  </a:lnTo>
                  <a:lnTo>
                    <a:pt x="599732" y="68403"/>
                  </a:lnTo>
                  <a:lnTo>
                    <a:pt x="603239" y="67382"/>
                  </a:lnTo>
                  <a:lnTo>
                    <a:pt x="606746" y="66454"/>
                  </a:lnTo>
                  <a:lnTo>
                    <a:pt x="610253" y="65582"/>
                  </a:lnTo>
                  <a:lnTo>
                    <a:pt x="613761" y="64709"/>
                  </a:lnTo>
                  <a:lnTo>
                    <a:pt x="617268" y="63823"/>
                  </a:lnTo>
                  <a:lnTo>
                    <a:pt x="620775" y="62943"/>
                  </a:lnTo>
                  <a:lnTo>
                    <a:pt x="624282" y="61992"/>
                  </a:lnTo>
                  <a:lnTo>
                    <a:pt x="627789" y="61090"/>
                  </a:lnTo>
                  <a:lnTo>
                    <a:pt x="631297" y="60082"/>
                  </a:lnTo>
                  <a:lnTo>
                    <a:pt x="634804" y="59072"/>
                  </a:lnTo>
                  <a:lnTo>
                    <a:pt x="638311" y="58060"/>
                  </a:lnTo>
                  <a:lnTo>
                    <a:pt x="641818" y="57053"/>
                  </a:lnTo>
                  <a:lnTo>
                    <a:pt x="645325" y="56065"/>
                  </a:lnTo>
                  <a:lnTo>
                    <a:pt x="648833" y="55101"/>
                  </a:lnTo>
                  <a:lnTo>
                    <a:pt x="652340" y="54146"/>
                  </a:lnTo>
                  <a:lnTo>
                    <a:pt x="655847" y="53209"/>
                  </a:lnTo>
                  <a:lnTo>
                    <a:pt x="659354" y="52272"/>
                  </a:lnTo>
                  <a:lnTo>
                    <a:pt x="662861" y="51283"/>
                  </a:lnTo>
                  <a:lnTo>
                    <a:pt x="666369" y="50256"/>
                  </a:lnTo>
                  <a:lnTo>
                    <a:pt x="669876" y="49228"/>
                  </a:lnTo>
                  <a:lnTo>
                    <a:pt x="673383" y="48299"/>
                  </a:lnTo>
                  <a:lnTo>
                    <a:pt x="676890" y="47321"/>
                  </a:lnTo>
                  <a:lnTo>
                    <a:pt x="680397" y="46405"/>
                  </a:lnTo>
                  <a:lnTo>
                    <a:pt x="683905" y="45428"/>
                  </a:lnTo>
                  <a:lnTo>
                    <a:pt x="687412" y="44433"/>
                  </a:lnTo>
                  <a:lnTo>
                    <a:pt x="690919" y="43423"/>
                  </a:lnTo>
                  <a:lnTo>
                    <a:pt x="694426" y="42420"/>
                  </a:lnTo>
                  <a:lnTo>
                    <a:pt x="697933" y="41369"/>
                  </a:lnTo>
                  <a:lnTo>
                    <a:pt x="701441" y="40317"/>
                  </a:lnTo>
                  <a:lnTo>
                    <a:pt x="704948" y="39304"/>
                  </a:lnTo>
                  <a:lnTo>
                    <a:pt x="708455" y="38390"/>
                  </a:lnTo>
                  <a:lnTo>
                    <a:pt x="711962" y="37353"/>
                  </a:lnTo>
                  <a:lnTo>
                    <a:pt x="715469" y="36289"/>
                  </a:lnTo>
                  <a:lnTo>
                    <a:pt x="718977" y="35223"/>
                  </a:lnTo>
                  <a:lnTo>
                    <a:pt x="722484" y="34173"/>
                  </a:lnTo>
                  <a:lnTo>
                    <a:pt x="725991" y="33207"/>
                  </a:lnTo>
                  <a:lnTo>
                    <a:pt x="729498" y="32166"/>
                  </a:lnTo>
                  <a:lnTo>
                    <a:pt x="733006" y="31123"/>
                  </a:lnTo>
                  <a:lnTo>
                    <a:pt x="736513" y="30079"/>
                  </a:lnTo>
                  <a:lnTo>
                    <a:pt x="740020" y="29034"/>
                  </a:lnTo>
                  <a:lnTo>
                    <a:pt x="743527" y="27987"/>
                  </a:lnTo>
                  <a:lnTo>
                    <a:pt x="747034" y="26939"/>
                  </a:lnTo>
                  <a:lnTo>
                    <a:pt x="750542" y="25892"/>
                  </a:lnTo>
                  <a:lnTo>
                    <a:pt x="754049" y="24869"/>
                  </a:lnTo>
                  <a:lnTo>
                    <a:pt x="757556" y="23845"/>
                  </a:lnTo>
                  <a:lnTo>
                    <a:pt x="761063" y="22819"/>
                  </a:lnTo>
                  <a:lnTo>
                    <a:pt x="764570" y="21794"/>
                  </a:lnTo>
                  <a:lnTo>
                    <a:pt x="768078" y="20768"/>
                  </a:lnTo>
                  <a:lnTo>
                    <a:pt x="771585" y="19741"/>
                  </a:lnTo>
                  <a:lnTo>
                    <a:pt x="775092" y="18713"/>
                  </a:lnTo>
                  <a:lnTo>
                    <a:pt x="778599" y="17655"/>
                  </a:lnTo>
                  <a:lnTo>
                    <a:pt x="782106" y="16631"/>
                  </a:lnTo>
                  <a:lnTo>
                    <a:pt x="785614" y="15612"/>
                  </a:lnTo>
                  <a:lnTo>
                    <a:pt x="789121" y="14586"/>
                  </a:lnTo>
                  <a:lnTo>
                    <a:pt x="792628" y="13552"/>
                  </a:lnTo>
                  <a:lnTo>
                    <a:pt x="796135" y="12517"/>
                  </a:lnTo>
                  <a:lnTo>
                    <a:pt x="799642" y="11484"/>
                  </a:lnTo>
                  <a:lnTo>
                    <a:pt x="803150" y="10451"/>
                  </a:lnTo>
                  <a:lnTo>
                    <a:pt x="806657" y="9418"/>
                  </a:lnTo>
                  <a:lnTo>
                    <a:pt x="810164" y="8384"/>
                  </a:lnTo>
                  <a:lnTo>
                    <a:pt x="813671" y="7349"/>
                  </a:lnTo>
                  <a:lnTo>
                    <a:pt x="817178" y="6338"/>
                  </a:lnTo>
                  <a:lnTo>
                    <a:pt x="820686" y="5276"/>
                  </a:lnTo>
                  <a:lnTo>
                    <a:pt x="824193" y="4234"/>
                  </a:lnTo>
                  <a:lnTo>
                    <a:pt x="827700" y="3194"/>
                  </a:lnTo>
                  <a:lnTo>
                    <a:pt x="831207" y="2153"/>
                  </a:lnTo>
                  <a:lnTo>
                    <a:pt x="834714" y="1111"/>
                  </a:lnTo>
                  <a:lnTo>
                    <a:pt x="838222" y="0"/>
                  </a:lnTo>
                  <a:lnTo>
                    <a:pt x="838222" y="180717"/>
                  </a:lnTo>
                  <a:lnTo>
                    <a:pt x="834714" y="180434"/>
                  </a:lnTo>
                  <a:lnTo>
                    <a:pt x="831207" y="180151"/>
                  </a:lnTo>
                  <a:lnTo>
                    <a:pt x="827700" y="179868"/>
                  </a:lnTo>
                  <a:lnTo>
                    <a:pt x="824193" y="179585"/>
                  </a:lnTo>
                  <a:lnTo>
                    <a:pt x="820686" y="179299"/>
                  </a:lnTo>
                  <a:lnTo>
                    <a:pt x="817178" y="179045"/>
                  </a:lnTo>
                  <a:lnTo>
                    <a:pt x="813671" y="178806"/>
                  </a:lnTo>
                  <a:lnTo>
                    <a:pt x="810164" y="178451"/>
                  </a:lnTo>
                  <a:lnTo>
                    <a:pt x="806657" y="178146"/>
                  </a:lnTo>
                  <a:lnTo>
                    <a:pt x="803150" y="177810"/>
                  </a:lnTo>
                  <a:lnTo>
                    <a:pt x="799642" y="177474"/>
                  </a:lnTo>
                  <a:lnTo>
                    <a:pt x="796135" y="177136"/>
                  </a:lnTo>
                  <a:lnTo>
                    <a:pt x="792628" y="176799"/>
                  </a:lnTo>
                  <a:lnTo>
                    <a:pt x="789121" y="176460"/>
                  </a:lnTo>
                  <a:lnTo>
                    <a:pt x="785614" y="176121"/>
                  </a:lnTo>
                  <a:lnTo>
                    <a:pt x="782106" y="175781"/>
                  </a:lnTo>
                  <a:lnTo>
                    <a:pt x="778599" y="175441"/>
                  </a:lnTo>
                  <a:lnTo>
                    <a:pt x="775092" y="175100"/>
                  </a:lnTo>
                  <a:lnTo>
                    <a:pt x="771585" y="174789"/>
                  </a:lnTo>
                  <a:lnTo>
                    <a:pt x="768078" y="174495"/>
                  </a:lnTo>
                  <a:lnTo>
                    <a:pt x="764570" y="174201"/>
                  </a:lnTo>
                  <a:lnTo>
                    <a:pt x="761063" y="173907"/>
                  </a:lnTo>
                  <a:lnTo>
                    <a:pt x="757556" y="173612"/>
                  </a:lnTo>
                  <a:lnTo>
                    <a:pt x="754049" y="173317"/>
                  </a:lnTo>
                  <a:lnTo>
                    <a:pt x="750542" y="173022"/>
                  </a:lnTo>
                  <a:lnTo>
                    <a:pt x="747034" y="172726"/>
                  </a:lnTo>
                  <a:lnTo>
                    <a:pt x="743527" y="172430"/>
                  </a:lnTo>
                  <a:lnTo>
                    <a:pt x="740020" y="172199"/>
                  </a:lnTo>
                  <a:lnTo>
                    <a:pt x="736513" y="171880"/>
                  </a:lnTo>
                  <a:lnTo>
                    <a:pt x="733006" y="171631"/>
                  </a:lnTo>
                  <a:lnTo>
                    <a:pt x="729498" y="171391"/>
                  </a:lnTo>
                  <a:lnTo>
                    <a:pt x="725991" y="171124"/>
                  </a:lnTo>
                  <a:lnTo>
                    <a:pt x="722484" y="170770"/>
                  </a:lnTo>
                  <a:lnTo>
                    <a:pt x="718977" y="170415"/>
                  </a:lnTo>
                  <a:lnTo>
                    <a:pt x="715469" y="170070"/>
                  </a:lnTo>
                  <a:lnTo>
                    <a:pt x="711962" y="169828"/>
                  </a:lnTo>
                  <a:lnTo>
                    <a:pt x="708455" y="169587"/>
                  </a:lnTo>
                  <a:lnTo>
                    <a:pt x="704948" y="169345"/>
                  </a:lnTo>
                  <a:lnTo>
                    <a:pt x="701441" y="169102"/>
                  </a:lnTo>
                  <a:lnTo>
                    <a:pt x="697933" y="168857"/>
                  </a:lnTo>
                  <a:lnTo>
                    <a:pt x="694426" y="168612"/>
                  </a:lnTo>
                  <a:lnTo>
                    <a:pt x="690919" y="168367"/>
                  </a:lnTo>
                  <a:lnTo>
                    <a:pt x="687412" y="168063"/>
                  </a:lnTo>
                  <a:lnTo>
                    <a:pt x="683905" y="167725"/>
                  </a:lnTo>
                  <a:lnTo>
                    <a:pt x="680397" y="167369"/>
                  </a:lnTo>
                  <a:lnTo>
                    <a:pt x="676890" y="167008"/>
                  </a:lnTo>
                  <a:lnTo>
                    <a:pt x="673383" y="166650"/>
                  </a:lnTo>
                  <a:lnTo>
                    <a:pt x="669876" y="166374"/>
                  </a:lnTo>
                  <a:lnTo>
                    <a:pt x="666369" y="166107"/>
                  </a:lnTo>
                  <a:lnTo>
                    <a:pt x="662861" y="165875"/>
                  </a:lnTo>
                  <a:lnTo>
                    <a:pt x="659354" y="165549"/>
                  </a:lnTo>
                  <a:lnTo>
                    <a:pt x="655847" y="165221"/>
                  </a:lnTo>
                  <a:lnTo>
                    <a:pt x="652340" y="164878"/>
                  </a:lnTo>
                  <a:lnTo>
                    <a:pt x="648833" y="164558"/>
                  </a:lnTo>
                  <a:lnTo>
                    <a:pt x="645325" y="164224"/>
                  </a:lnTo>
                  <a:lnTo>
                    <a:pt x="641818" y="163891"/>
                  </a:lnTo>
                  <a:lnTo>
                    <a:pt x="638311" y="163559"/>
                  </a:lnTo>
                  <a:lnTo>
                    <a:pt x="634804" y="163225"/>
                  </a:lnTo>
                  <a:lnTo>
                    <a:pt x="631297" y="162961"/>
                  </a:lnTo>
                  <a:lnTo>
                    <a:pt x="627789" y="162706"/>
                  </a:lnTo>
                  <a:lnTo>
                    <a:pt x="624282" y="162448"/>
                  </a:lnTo>
                  <a:lnTo>
                    <a:pt x="620775" y="162128"/>
                  </a:lnTo>
                  <a:lnTo>
                    <a:pt x="617268" y="161785"/>
                  </a:lnTo>
                  <a:lnTo>
                    <a:pt x="613761" y="161550"/>
                  </a:lnTo>
                  <a:lnTo>
                    <a:pt x="610253" y="161339"/>
                  </a:lnTo>
                  <a:lnTo>
                    <a:pt x="606746" y="161121"/>
                  </a:lnTo>
                  <a:lnTo>
                    <a:pt x="603239" y="160899"/>
                  </a:lnTo>
                  <a:lnTo>
                    <a:pt x="599732" y="160620"/>
                  </a:lnTo>
                  <a:lnTo>
                    <a:pt x="596224" y="160309"/>
                  </a:lnTo>
                  <a:lnTo>
                    <a:pt x="592717" y="159974"/>
                  </a:lnTo>
                  <a:lnTo>
                    <a:pt x="589210" y="159657"/>
                  </a:lnTo>
                  <a:lnTo>
                    <a:pt x="585703" y="159410"/>
                  </a:lnTo>
                  <a:lnTo>
                    <a:pt x="582196" y="159162"/>
                  </a:lnTo>
                  <a:lnTo>
                    <a:pt x="578688" y="158763"/>
                  </a:lnTo>
                  <a:lnTo>
                    <a:pt x="575181" y="158443"/>
                  </a:lnTo>
                  <a:lnTo>
                    <a:pt x="571674" y="158064"/>
                  </a:lnTo>
                  <a:lnTo>
                    <a:pt x="568167" y="157778"/>
                  </a:lnTo>
                  <a:lnTo>
                    <a:pt x="564660" y="157516"/>
                  </a:lnTo>
                  <a:lnTo>
                    <a:pt x="561152" y="157258"/>
                  </a:lnTo>
                  <a:lnTo>
                    <a:pt x="557645" y="156999"/>
                  </a:lnTo>
                  <a:lnTo>
                    <a:pt x="554138" y="156809"/>
                  </a:lnTo>
                  <a:lnTo>
                    <a:pt x="550631" y="156636"/>
                  </a:lnTo>
                  <a:lnTo>
                    <a:pt x="547124" y="156322"/>
                  </a:lnTo>
                  <a:lnTo>
                    <a:pt x="543616" y="156005"/>
                  </a:lnTo>
                  <a:lnTo>
                    <a:pt x="540109" y="155656"/>
                  </a:lnTo>
                  <a:lnTo>
                    <a:pt x="536602" y="155429"/>
                  </a:lnTo>
                  <a:lnTo>
                    <a:pt x="533095" y="155177"/>
                  </a:lnTo>
                  <a:lnTo>
                    <a:pt x="529588" y="154953"/>
                  </a:lnTo>
                  <a:lnTo>
                    <a:pt x="526080" y="154729"/>
                  </a:lnTo>
                  <a:lnTo>
                    <a:pt x="522573" y="154520"/>
                  </a:lnTo>
                  <a:lnTo>
                    <a:pt x="519066" y="154318"/>
                  </a:lnTo>
                  <a:lnTo>
                    <a:pt x="515559" y="154142"/>
                  </a:lnTo>
                  <a:lnTo>
                    <a:pt x="512052" y="153966"/>
                  </a:lnTo>
                  <a:lnTo>
                    <a:pt x="508544" y="153621"/>
                  </a:lnTo>
                  <a:lnTo>
                    <a:pt x="505037" y="153376"/>
                  </a:lnTo>
                  <a:lnTo>
                    <a:pt x="501530" y="153135"/>
                  </a:lnTo>
                  <a:lnTo>
                    <a:pt x="498023" y="152774"/>
                  </a:lnTo>
                  <a:lnTo>
                    <a:pt x="494516" y="152430"/>
                  </a:lnTo>
                  <a:lnTo>
                    <a:pt x="491008" y="152100"/>
                  </a:lnTo>
                  <a:lnTo>
                    <a:pt x="487501" y="151846"/>
                  </a:lnTo>
                  <a:lnTo>
                    <a:pt x="483994" y="151513"/>
                  </a:lnTo>
                  <a:lnTo>
                    <a:pt x="480487" y="151201"/>
                  </a:lnTo>
                  <a:lnTo>
                    <a:pt x="476979" y="150966"/>
                  </a:lnTo>
                  <a:lnTo>
                    <a:pt x="473472" y="150667"/>
                  </a:lnTo>
                  <a:lnTo>
                    <a:pt x="469965" y="150401"/>
                  </a:lnTo>
                  <a:lnTo>
                    <a:pt x="466458" y="150141"/>
                  </a:lnTo>
                  <a:lnTo>
                    <a:pt x="462951" y="149901"/>
                  </a:lnTo>
                  <a:lnTo>
                    <a:pt x="459443" y="149762"/>
                  </a:lnTo>
                  <a:lnTo>
                    <a:pt x="455936" y="149434"/>
                  </a:lnTo>
                  <a:lnTo>
                    <a:pt x="452429" y="149276"/>
                  </a:lnTo>
                  <a:lnTo>
                    <a:pt x="448922" y="148991"/>
                  </a:lnTo>
                  <a:lnTo>
                    <a:pt x="445415" y="148768"/>
                  </a:lnTo>
                  <a:lnTo>
                    <a:pt x="441907" y="148561"/>
                  </a:lnTo>
                  <a:lnTo>
                    <a:pt x="438400" y="148336"/>
                  </a:lnTo>
                  <a:lnTo>
                    <a:pt x="434893" y="148118"/>
                  </a:lnTo>
                  <a:lnTo>
                    <a:pt x="431386" y="147885"/>
                  </a:lnTo>
                  <a:lnTo>
                    <a:pt x="427879" y="147694"/>
                  </a:lnTo>
                  <a:lnTo>
                    <a:pt x="424371" y="147468"/>
                  </a:lnTo>
                  <a:lnTo>
                    <a:pt x="420864" y="147267"/>
                  </a:lnTo>
                  <a:lnTo>
                    <a:pt x="417357" y="147034"/>
                  </a:lnTo>
                  <a:lnTo>
                    <a:pt x="413850" y="146790"/>
                  </a:lnTo>
                  <a:lnTo>
                    <a:pt x="410343" y="146526"/>
                  </a:lnTo>
                  <a:lnTo>
                    <a:pt x="406835" y="146324"/>
                  </a:lnTo>
                  <a:lnTo>
                    <a:pt x="403328" y="146122"/>
                  </a:lnTo>
                  <a:lnTo>
                    <a:pt x="399821" y="145849"/>
                  </a:lnTo>
                  <a:lnTo>
                    <a:pt x="396314" y="145578"/>
                  </a:lnTo>
                  <a:lnTo>
                    <a:pt x="392807" y="145446"/>
                  </a:lnTo>
                  <a:lnTo>
                    <a:pt x="389299" y="145328"/>
                  </a:lnTo>
                  <a:lnTo>
                    <a:pt x="385792" y="145349"/>
                  </a:lnTo>
                  <a:lnTo>
                    <a:pt x="382285" y="145290"/>
                  </a:lnTo>
                  <a:lnTo>
                    <a:pt x="378778" y="145243"/>
                  </a:lnTo>
                  <a:lnTo>
                    <a:pt x="375271" y="145311"/>
                  </a:lnTo>
                  <a:lnTo>
                    <a:pt x="371763" y="145261"/>
                  </a:lnTo>
                  <a:lnTo>
                    <a:pt x="368256" y="145183"/>
                  </a:lnTo>
                  <a:lnTo>
                    <a:pt x="364749" y="145212"/>
                  </a:lnTo>
                  <a:lnTo>
                    <a:pt x="361242" y="145165"/>
                  </a:lnTo>
                  <a:lnTo>
                    <a:pt x="357734" y="145282"/>
                  </a:lnTo>
                  <a:lnTo>
                    <a:pt x="354227" y="145445"/>
                  </a:lnTo>
                  <a:lnTo>
                    <a:pt x="350720" y="145463"/>
                  </a:lnTo>
                  <a:lnTo>
                    <a:pt x="347213" y="145518"/>
                  </a:lnTo>
                  <a:lnTo>
                    <a:pt x="343706" y="145686"/>
                  </a:lnTo>
                  <a:lnTo>
                    <a:pt x="340198" y="145904"/>
                  </a:lnTo>
                  <a:lnTo>
                    <a:pt x="336691" y="146041"/>
                  </a:lnTo>
                  <a:lnTo>
                    <a:pt x="333184" y="146409"/>
                  </a:lnTo>
                  <a:lnTo>
                    <a:pt x="329677" y="146686"/>
                  </a:lnTo>
                  <a:lnTo>
                    <a:pt x="326170" y="147023"/>
                  </a:lnTo>
                  <a:lnTo>
                    <a:pt x="322662" y="147259"/>
                  </a:lnTo>
                  <a:lnTo>
                    <a:pt x="319155" y="147530"/>
                  </a:lnTo>
                  <a:lnTo>
                    <a:pt x="315648" y="147933"/>
                  </a:lnTo>
                  <a:lnTo>
                    <a:pt x="312141" y="148355"/>
                  </a:lnTo>
                  <a:lnTo>
                    <a:pt x="308634" y="148731"/>
                  </a:lnTo>
                  <a:lnTo>
                    <a:pt x="305126" y="149165"/>
                  </a:lnTo>
                  <a:lnTo>
                    <a:pt x="301619" y="149664"/>
                  </a:lnTo>
                  <a:lnTo>
                    <a:pt x="298112" y="150287"/>
                  </a:lnTo>
                  <a:lnTo>
                    <a:pt x="294605" y="150746"/>
                  </a:lnTo>
                  <a:lnTo>
                    <a:pt x="291098" y="151256"/>
                  </a:lnTo>
                  <a:lnTo>
                    <a:pt x="287590" y="151743"/>
                  </a:lnTo>
                  <a:lnTo>
                    <a:pt x="284083" y="152297"/>
                  </a:lnTo>
                  <a:lnTo>
                    <a:pt x="280576" y="152853"/>
                  </a:lnTo>
                  <a:lnTo>
                    <a:pt x="277069" y="153446"/>
                  </a:lnTo>
                  <a:lnTo>
                    <a:pt x="273562" y="154054"/>
                  </a:lnTo>
                  <a:lnTo>
                    <a:pt x="270054" y="154660"/>
                  </a:lnTo>
                  <a:lnTo>
                    <a:pt x="266547" y="155261"/>
                  </a:lnTo>
                  <a:lnTo>
                    <a:pt x="263040" y="155864"/>
                  </a:lnTo>
                  <a:lnTo>
                    <a:pt x="259533" y="156548"/>
                  </a:lnTo>
                  <a:lnTo>
                    <a:pt x="256026" y="157104"/>
                  </a:lnTo>
                  <a:lnTo>
                    <a:pt x="252518" y="157646"/>
                  </a:lnTo>
                  <a:lnTo>
                    <a:pt x="249011" y="158295"/>
                  </a:lnTo>
                  <a:lnTo>
                    <a:pt x="245504" y="158925"/>
                  </a:lnTo>
                  <a:lnTo>
                    <a:pt x="241997" y="159571"/>
                  </a:lnTo>
                  <a:lnTo>
                    <a:pt x="238489" y="160264"/>
                  </a:lnTo>
                  <a:lnTo>
                    <a:pt x="234982" y="160806"/>
                  </a:lnTo>
                  <a:lnTo>
                    <a:pt x="231475" y="161339"/>
                  </a:lnTo>
                  <a:lnTo>
                    <a:pt x="227968" y="161989"/>
                  </a:lnTo>
                  <a:lnTo>
                    <a:pt x="224461" y="162670"/>
                  </a:lnTo>
                  <a:lnTo>
                    <a:pt x="220953" y="163347"/>
                  </a:lnTo>
                  <a:lnTo>
                    <a:pt x="217446" y="164130"/>
                  </a:lnTo>
                  <a:lnTo>
                    <a:pt x="213939" y="164818"/>
                  </a:lnTo>
                  <a:lnTo>
                    <a:pt x="210432" y="165505"/>
                  </a:lnTo>
                  <a:lnTo>
                    <a:pt x="206925" y="166144"/>
                  </a:lnTo>
                  <a:lnTo>
                    <a:pt x="203417" y="166818"/>
                  </a:lnTo>
                  <a:lnTo>
                    <a:pt x="199910" y="167452"/>
                  </a:lnTo>
                  <a:lnTo>
                    <a:pt x="196403" y="167979"/>
                  </a:lnTo>
                  <a:lnTo>
                    <a:pt x="192896" y="168688"/>
                  </a:lnTo>
                  <a:lnTo>
                    <a:pt x="189389" y="169351"/>
                  </a:lnTo>
                  <a:lnTo>
                    <a:pt x="185881" y="170030"/>
                  </a:lnTo>
                  <a:lnTo>
                    <a:pt x="182374" y="170570"/>
                  </a:lnTo>
                  <a:lnTo>
                    <a:pt x="178867" y="171304"/>
                  </a:lnTo>
                  <a:lnTo>
                    <a:pt x="175360" y="171997"/>
                  </a:lnTo>
                  <a:lnTo>
                    <a:pt x="171853" y="172648"/>
                  </a:lnTo>
                  <a:lnTo>
                    <a:pt x="168345" y="173297"/>
                  </a:lnTo>
                  <a:lnTo>
                    <a:pt x="164838" y="174033"/>
                  </a:lnTo>
                  <a:lnTo>
                    <a:pt x="161331" y="174619"/>
                  </a:lnTo>
                  <a:lnTo>
                    <a:pt x="157824" y="175235"/>
                  </a:lnTo>
                  <a:lnTo>
                    <a:pt x="154317" y="175891"/>
                  </a:lnTo>
                  <a:lnTo>
                    <a:pt x="150809" y="176577"/>
                  </a:lnTo>
                  <a:lnTo>
                    <a:pt x="147302" y="177216"/>
                  </a:lnTo>
                  <a:lnTo>
                    <a:pt x="143795" y="177819"/>
                  </a:lnTo>
                  <a:lnTo>
                    <a:pt x="140288" y="178424"/>
                  </a:lnTo>
                  <a:lnTo>
                    <a:pt x="136781" y="179037"/>
                  </a:lnTo>
                  <a:lnTo>
                    <a:pt x="133273" y="179685"/>
                  </a:lnTo>
                  <a:lnTo>
                    <a:pt x="129766" y="180332"/>
                  </a:lnTo>
                  <a:lnTo>
                    <a:pt x="126259" y="180980"/>
                  </a:lnTo>
                  <a:lnTo>
                    <a:pt x="122752" y="181620"/>
                  </a:lnTo>
                  <a:lnTo>
                    <a:pt x="119244" y="182187"/>
                  </a:lnTo>
                  <a:lnTo>
                    <a:pt x="115737" y="182808"/>
                  </a:lnTo>
                  <a:lnTo>
                    <a:pt x="112230" y="183427"/>
                  </a:lnTo>
                  <a:lnTo>
                    <a:pt x="108723" y="184043"/>
                  </a:lnTo>
                  <a:lnTo>
                    <a:pt x="105216" y="184638"/>
                  </a:lnTo>
                  <a:lnTo>
                    <a:pt x="101708" y="185266"/>
                  </a:lnTo>
                  <a:lnTo>
                    <a:pt x="98201" y="185893"/>
                  </a:lnTo>
                  <a:lnTo>
                    <a:pt x="94694" y="186467"/>
                  </a:lnTo>
                  <a:lnTo>
                    <a:pt x="91187" y="187119"/>
                  </a:lnTo>
                  <a:lnTo>
                    <a:pt x="87680" y="187760"/>
                  </a:lnTo>
                  <a:lnTo>
                    <a:pt x="84172" y="188369"/>
                  </a:lnTo>
                  <a:lnTo>
                    <a:pt x="80665" y="188959"/>
                  </a:lnTo>
                  <a:lnTo>
                    <a:pt x="77158" y="189584"/>
                  </a:lnTo>
                  <a:lnTo>
                    <a:pt x="73651" y="190216"/>
                  </a:lnTo>
                  <a:lnTo>
                    <a:pt x="70144" y="190836"/>
                  </a:lnTo>
                  <a:lnTo>
                    <a:pt x="66636" y="191446"/>
                  </a:lnTo>
                  <a:lnTo>
                    <a:pt x="63129" y="192053"/>
                  </a:lnTo>
                  <a:lnTo>
                    <a:pt x="59622" y="192726"/>
                  </a:lnTo>
                  <a:lnTo>
                    <a:pt x="56115" y="193264"/>
                  </a:lnTo>
                  <a:lnTo>
                    <a:pt x="52608" y="193968"/>
                  </a:lnTo>
                  <a:lnTo>
                    <a:pt x="49100" y="194592"/>
                  </a:lnTo>
                  <a:lnTo>
                    <a:pt x="45593" y="195234"/>
                  </a:lnTo>
                  <a:lnTo>
                    <a:pt x="42086" y="195899"/>
                  </a:lnTo>
                  <a:lnTo>
                    <a:pt x="38579" y="196499"/>
                  </a:lnTo>
                  <a:lnTo>
                    <a:pt x="35072" y="197095"/>
                  </a:lnTo>
                  <a:lnTo>
                    <a:pt x="31564" y="197689"/>
                  </a:lnTo>
                  <a:lnTo>
                    <a:pt x="28057" y="198281"/>
                  </a:lnTo>
                  <a:lnTo>
                    <a:pt x="24550" y="198872"/>
                  </a:lnTo>
                  <a:lnTo>
                    <a:pt x="21043" y="199484"/>
                  </a:lnTo>
                  <a:lnTo>
                    <a:pt x="17536" y="200102"/>
                  </a:lnTo>
                  <a:lnTo>
                    <a:pt x="14028" y="200717"/>
                  </a:lnTo>
                  <a:lnTo>
                    <a:pt x="10521" y="201331"/>
                  </a:lnTo>
                  <a:lnTo>
                    <a:pt x="7014" y="201943"/>
                  </a:lnTo>
                  <a:lnTo>
                    <a:pt x="3507" y="202506"/>
                  </a:lnTo>
                  <a:lnTo>
                    <a:pt x="0" y="203064"/>
                  </a:lnTo>
                  <a:close/>
                </a:path>
              </a:pathLst>
            </a:custGeom>
            <a:solidFill>
              <a:srgbClr val="0072B2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76108" y="3092043"/>
              <a:ext cx="838222" cy="125638"/>
            </a:xfrm>
            <a:custGeom>
              <a:avLst/>
              <a:pathLst>
                <a:path w="838222" h="125638">
                  <a:moveTo>
                    <a:pt x="0" y="101596"/>
                  </a:moveTo>
                  <a:lnTo>
                    <a:pt x="3507" y="101953"/>
                  </a:lnTo>
                  <a:lnTo>
                    <a:pt x="7014" y="102302"/>
                  </a:lnTo>
                  <a:lnTo>
                    <a:pt x="10521" y="102650"/>
                  </a:lnTo>
                  <a:lnTo>
                    <a:pt x="14028" y="102973"/>
                  </a:lnTo>
                  <a:lnTo>
                    <a:pt x="17536" y="103291"/>
                  </a:lnTo>
                  <a:lnTo>
                    <a:pt x="21043" y="103683"/>
                  </a:lnTo>
                  <a:lnTo>
                    <a:pt x="24550" y="104047"/>
                  </a:lnTo>
                  <a:lnTo>
                    <a:pt x="28057" y="104422"/>
                  </a:lnTo>
                  <a:lnTo>
                    <a:pt x="31564" y="104816"/>
                  </a:lnTo>
                  <a:lnTo>
                    <a:pt x="35072" y="105208"/>
                  </a:lnTo>
                  <a:lnTo>
                    <a:pt x="38579" y="105601"/>
                  </a:lnTo>
                  <a:lnTo>
                    <a:pt x="42086" y="105993"/>
                  </a:lnTo>
                  <a:lnTo>
                    <a:pt x="45593" y="106384"/>
                  </a:lnTo>
                  <a:lnTo>
                    <a:pt x="49100" y="106735"/>
                  </a:lnTo>
                  <a:lnTo>
                    <a:pt x="52608" y="107021"/>
                  </a:lnTo>
                  <a:lnTo>
                    <a:pt x="56115" y="107276"/>
                  </a:lnTo>
                  <a:lnTo>
                    <a:pt x="59622" y="107537"/>
                  </a:lnTo>
                  <a:lnTo>
                    <a:pt x="63129" y="107889"/>
                  </a:lnTo>
                  <a:lnTo>
                    <a:pt x="66636" y="108260"/>
                  </a:lnTo>
                  <a:lnTo>
                    <a:pt x="70144" y="108622"/>
                  </a:lnTo>
                  <a:lnTo>
                    <a:pt x="73651" y="108983"/>
                  </a:lnTo>
                  <a:lnTo>
                    <a:pt x="77158" y="109344"/>
                  </a:lnTo>
                  <a:lnTo>
                    <a:pt x="80665" y="109644"/>
                  </a:lnTo>
                  <a:lnTo>
                    <a:pt x="84172" y="109998"/>
                  </a:lnTo>
                  <a:lnTo>
                    <a:pt x="87680" y="110366"/>
                  </a:lnTo>
                  <a:lnTo>
                    <a:pt x="91187" y="110695"/>
                  </a:lnTo>
                  <a:lnTo>
                    <a:pt x="94694" y="110979"/>
                  </a:lnTo>
                  <a:lnTo>
                    <a:pt x="98201" y="111272"/>
                  </a:lnTo>
                  <a:lnTo>
                    <a:pt x="101708" y="111600"/>
                  </a:lnTo>
                  <a:lnTo>
                    <a:pt x="105216" y="111938"/>
                  </a:lnTo>
                  <a:lnTo>
                    <a:pt x="108723" y="112289"/>
                  </a:lnTo>
                  <a:lnTo>
                    <a:pt x="112230" y="112596"/>
                  </a:lnTo>
                  <a:lnTo>
                    <a:pt x="115737" y="112831"/>
                  </a:lnTo>
                  <a:lnTo>
                    <a:pt x="119244" y="113079"/>
                  </a:lnTo>
                  <a:lnTo>
                    <a:pt x="122752" y="113336"/>
                  </a:lnTo>
                  <a:lnTo>
                    <a:pt x="126259" y="113594"/>
                  </a:lnTo>
                  <a:lnTo>
                    <a:pt x="129766" y="113672"/>
                  </a:lnTo>
                  <a:lnTo>
                    <a:pt x="133273" y="113860"/>
                  </a:lnTo>
                  <a:lnTo>
                    <a:pt x="136781" y="114217"/>
                  </a:lnTo>
                  <a:lnTo>
                    <a:pt x="140288" y="114578"/>
                  </a:lnTo>
                  <a:lnTo>
                    <a:pt x="143795" y="114886"/>
                  </a:lnTo>
                  <a:lnTo>
                    <a:pt x="147302" y="115151"/>
                  </a:lnTo>
                  <a:lnTo>
                    <a:pt x="150809" y="115409"/>
                  </a:lnTo>
                  <a:lnTo>
                    <a:pt x="154317" y="115750"/>
                  </a:lnTo>
                  <a:lnTo>
                    <a:pt x="157824" y="116051"/>
                  </a:lnTo>
                  <a:lnTo>
                    <a:pt x="161331" y="116481"/>
                  </a:lnTo>
                  <a:lnTo>
                    <a:pt x="164838" y="116840"/>
                  </a:lnTo>
                  <a:lnTo>
                    <a:pt x="168345" y="117166"/>
                  </a:lnTo>
                  <a:lnTo>
                    <a:pt x="171853" y="117375"/>
                  </a:lnTo>
                  <a:lnTo>
                    <a:pt x="175360" y="117588"/>
                  </a:lnTo>
                  <a:lnTo>
                    <a:pt x="178867" y="118022"/>
                  </a:lnTo>
                  <a:lnTo>
                    <a:pt x="182374" y="118275"/>
                  </a:lnTo>
                  <a:lnTo>
                    <a:pt x="185881" y="118502"/>
                  </a:lnTo>
                  <a:lnTo>
                    <a:pt x="189389" y="118652"/>
                  </a:lnTo>
                  <a:lnTo>
                    <a:pt x="192896" y="119068"/>
                  </a:lnTo>
                  <a:lnTo>
                    <a:pt x="196403" y="119400"/>
                  </a:lnTo>
                  <a:lnTo>
                    <a:pt x="199910" y="119817"/>
                  </a:lnTo>
                  <a:lnTo>
                    <a:pt x="203417" y="120191"/>
                  </a:lnTo>
                  <a:lnTo>
                    <a:pt x="206925" y="120499"/>
                  </a:lnTo>
                  <a:lnTo>
                    <a:pt x="210432" y="120813"/>
                  </a:lnTo>
                  <a:lnTo>
                    <a:pt x="213939" y="121139"/>
                  </a:lnTo>
                  <a:lnTo>
                    <a:pt x="217446" y="121427"/>
                  </a:lnTo>
                  <a:lnTo>
                    <a:pt x="220953" y="121634"/>
                  </a:lnTo>
                  <a:lnTo>
                    <a:pt x="224461" y="121821"/>
                  </a:lnTo>
                  <a:lnTo>
                    <a:pt x="227968" y="122086"/>
                  </a:lnTo>
                  <a:lnTo>
                    <a:pt x="231475" y="122285"/>
                  </a:lnTo>
                  <a:lnTo>
                    <a:pt x="234982" y="122503"/>
                  </a:lnTo>
                  <a:lnTo>
                    <a:pt x="238489" y="122711"/>
                  </a:lnTo>
                  <a:lnTo>
                    <a:pt x="241997" y="122921"/>
                  </a:lnTo>
                  <a:lnTo>
                    <a:pt x="245504" y="123218"/>
                  </a:lnTo>
                  <a:lnTo>
                    <a:pt x="249011" y="123515"/>
                  </a:lnTo>
                  <a:lnTo>
                    <a:pt x="252518" y="123722"/>
                  </a:lnTo>
                  <a:lnTo>
                    <a:pt x="256026" y="123854"/>
                  </a:lnTo>
                  <a:lnTo>
                    <a:pt x="259533" y="124163"/>
                  </a:lnTo>
                  <a:lnTo>
                    <a:pt x="263040" y="124304"/>
                  </a:lnTo>
                  <a:lnTo>
                    <a:pt x="266547" y="124525"/>
                  </a:lnTo>
                  <a:lnTo>
                    <a:pt x="270054" y="124761"/>
                  </a:lnTo>
                  <a:lnTo>
                    <a:pt x="273562" y="124920"/>
                  </a:lnTo>
                  <a:lnTo>
                    <a:pt x="277069" y="124997"/>
                  </a:lnTo>
                  <a:lnTo>
                    <a:pt x="280576" y="125124"/>
                  </a:lnTo>
                  <a:lnTo>
                    <a:pt x="284083" y="125322"/>
                  </a:lnTo>
                  <a:lnTo>
                    <a:pt x="287590" y="125423"/>
                  </a:lnTo>
                  <a:lnTo>
                    <a:pt x="291098" y="125562"/>
                  </a:lnTo>
                  <a:lnTo>
                    <a:pt x="294605" y="125628"/>
                  </a:lnTo>
                  <a:lnTo>
                    <a:pt x="298112" y="125638"/>
                  </a:lnTo>
                  <a:lnTo>
                    <a:pt x="301619" y="125595"/>
                  </a:lnTo>
                  <a:lnTo>
                    <a:pt x="305126" y="125556"/>
                  </a:lnTo>
                  <a:lnTo>
                    <a:pt x="308634" y="125450"/>
                  </a:lnTo>
                  <a:lnTo>
                    <a:pt x="312141" y="125322"/>
                  </a:lnTo>
                  <a:lnTo>
                    <a:pt x="315648" y="125275"/>
                  </a:lnTo>
                  <a:lnTo>
                    <a:pt x="319155" y="125180"/>
                  </a:lnTo>
                  <a:lnTo>
                    <a:pt x="322662" y="124970"/>
                  </a:lnTo>
                  <a:lnTo>
                    <a:pt x="326170" y="124855"/>
                  </a:lnTo>
                  <a:lnTo>
                    <a:pt x="329677" y="124760"/>
                  </a:lnTo>
                  <a:lnTo>
                    <a:pt x="333184" y="124504"/>
                  </a:lnTo>
                  <a:lnTo>
                    <a:pt x="336691" y="124517"/>
                  </a:lnTo>
                  <a:lnTo>
                    <a:pt x="340198" y="124245"/>
                  </a:lnTo>
                  <a:lnTo>
                    <a:pt x="343706" y="123853"/>
                  </a:lnTo>
                  <a:lnTo>
                    <a:pt x="347213" y="123559"/>
                  </a:lnTo>
                  <a:lnTo>
                    <a:pt x="350720" y="123157"/>
                  </a:lnTo>
                  <a:lnTo>
                    <a:pt x="354227" y="122726"/>
                  </a:lnTo>
                  <a:lnTo>
                    <a:pt x="357734" y="122343"/>
                  </a:lnTo>
                  <a:lnTo>
                    <a:pt x="361242" y="121882"/>
                  </a:lnTo>
                  <a:lnTo>
                    <a:pt x="364749" y="121185"/>
                  </a:lnTo>
                  <a:lnTo>
                    <a:pt x="368256" y="120459"/>
                  </a:lnTo>
                  <a:lnTo>
                    <a:pt x="371763" y="119868"/>
                  </a:lnTo>
                  <a:lnTo>
                    <a:pt x="375271" y="119369"/>
                  </a:lnTo>
                  <a:lnTo>
                    <a:pt x="378778" y="118876"/>
                  </a:lnTo>
                  <a:lnTo>
                    <a:pt x="382285" y="118402"/>
                  </a:lnTo>
                  <a:lnTo>
                    <a:pt x="385792" y="117806"/>
                  </a:lnTo>
                  <a:lnTo>
                    <a:pt x="389299" y="117180"/>
                  </a:lnTo>
                  <a:lnTo>
                    <a:pt x="392807" y="116550"/>
                  </a:lnTo>
                  <a:lnTo>
                    <a:pt x="396314" y="115781"/>
                  </a:lnTo>
                  <a:lnTo>
                    <a:pt x="399821" y="115108"/>
                  </a:lnTo>
                  <a:lnTo>
                    <a:pt x="403328" y="114307"/>
                  </a:lnTo>
                  <a:lnTo>
                    <a:pt x="406835" y="113682"/>
                  </a:lnTo>
                  <a:lnTo>
                    <a:pt x="410343" y="112910"/>
                  </a:lnTo>
                  <a:lnTo>
                    <a:pt x="413850" y="112172"/>
                  </a:lnTo>
                  <a:lnTo>
                    <a:pt x="417357" y="111436"/>
                  </a:lnTo>
                  <a:lnTo>
                    <a:pt x="420864" y="110747"/>
                  </a:lnTo>
                  <a:lnTo>
                    <a:pt x="424371" y="110157"/>
                  </a:lnTo>
                  <a:lnTo>
                    <a:pt x="427879" y="109521"/>
                  </a:lnTo>
                  <a:lnTo>
                    <a:pt x="431386" y="108857"/>
                  </a:lnTo>
                  <a:lnTo>
                    <a:pt x="434893" y="108111"/>
                  </a:lnTo>
                  <a:lnTo>
                    <a:pt x="438400" y="107265"/>
                  </a:lnTo>
                  <a:lnTo>
                    <a:pt x="441907" y="106547"/>
                  </a:lnTo>
                  <a:lnTo>
                    <a:pt x="445415" y="105835"/>
                  </a:lnTo>
                  <a:lnTo>
                    <a:pt x="448922" y="105049"/>
                  </a:lnTo>
                  <a:lnTo>
                    <a:pt x="452429" y="104203"/>
                  </a:lnTo>
                  <a:lnTo>
                    <a:pt x="455936" y="103505"/>
                  </a:lnTo>
                  <a:lnTo>
                    <a:pt x="459443" y="102788"/>
                  </a:lnTo>
                  <a:lnTo>
                    <a:pt x="462951" y="102006"/>
                  </a:lnTo>
                  <a:lnTo>
                    <a:pt x="466458" y="101319"/>
                  </a:lnTo>
                  <a:lnTo>
                    <a:pt x="469965" y="100542"/>
                  </a:lnTo>
                  <a:lnTo>
                    <a:pt x="473472" y="99722"/>
                  </a:lnTo>
                  <a:lnTo>
                    <a:pt x="476979" y="98847"/>
                  </a:lnTo>
                  <a:lnTo>
                    <a:pt x="480487" y="97937"/>
                  </a:lnTo>
                  <a:lnTo>
                    <a:pt x="483994" y="97112"/>
                  </a:lnTo>
                  <a:lnTo>
                    <a:pt x="487501" y="96420"/>
                  </a:lnTo>
                  <a:lnTo>
                    <a:pt x="491008" y="95635"/>
                  </a:lnTo>
                  <a:lnTo>
                    <a:pt x="494516" y="94898"/>
                  </a:lnTo>
                  <a:lnTo>
                    <a:pt x="498023" y="94064"/>
                  </a:lnTo>
                  <a:lnTo>
                    <a:pt x="501530" y="93129"/>
                  </a:lnTo>
                  <a:lnTo>
                    <a:pt x="505037" y="92256"/>
                  </a:lnTo>
                  <a:lnTo>
                    <a:pt x="508544" y="91339"/>
                  </a:lnTo>
                  <a:lnTo>
                    <a:pt x="512052" y="90468"/>
                  </a:lnTo>
                  <a:lnTo>
                    <a:pt x="515559" y="89658"/>
                  </a:lnTo>
                  <a:lnTo>
                    <a:pt x="519066" y="88923"/>
                  </a:lnTo>
                  <a:lnTo>
                    <a:pt x="522573" y="88147"/>
                  </a:lnTo>
                  <a:lnTo>
                    <a:pt x="526080" y="87341"/>
                  </a:lnTo>
                  <a:lnTo>
                    <a:pt x="529588" y="86528"/>
                  </a:lnTo>
                  <a:lnTo>
                    <a:pt x="533095" y="85791"/>
                  </a:lnTo>
                  <a:lnTo>
                    <a:pt x="536602" y="84886"/>
                  </a:lnTo>
                  <a:lnTo>
                    <a:pt x="540109" y="83857"/>
                  </a:lnTo>
                  <a:lnTo>
                    <a:pt x="543616" y="82876"/>
                  </a:lnTo>
                  <a:lnTo>
                    <a:pt x="547124" y="81906"/>
                  </a:lnTo>
                  <a:lnTo>
                    <a:pt x="550631" y="80938"/>
                  </a:lnTo>
                  <a:lnTo>
                    <a:pt x="554138" y="80098"/>
                  </a:lnTo>
                  <a:lnTo>
                    <a:pt x="557645" y="79216"/>
                  </a:lnTo>
                  <a:lnTo>
                    <a:pt x="561152" y="78332"/>
                  </a:lnTo>
                  <a:lnTo>
                    <a:pt x="564660" y="77510"/>
                  </a:lnTo>
                  <a:lnTo>
                    <a:pt x="568167" y="76598"/>
                  </a:lnTo>
                  <a:lnTo>
                    <a:pt x="571674" y="75706"/>
                  </a:lnTo>
                  <a:lnTo>
                    <a:pt x="575181" y="74682"/>
                  </a:lnTo>
                  <a:lnTo>
                    <a:pt x="578688" y="73718"/>
                  </a:lnTo>
                  <a:lnTo>
                    <a:pt x="582196" y="72834"/>
                  </a:lnTo>
                  <a:lnTo>
                    <a:pt x="585703" y="71949"/>
                  </a:lnTo>
                  <a:lnTo>
                    <a:pt x="589210" y="71065"/>
                  </a:lnTo>
                  <a:lnTo>
                    <a:pt x="592717" y="70180"/>
                  </a:lnTo>
                  <a:lnTo>
                    <a:pt x="596224" y="69292"/>
                  </a:lnTo>
                  <a:lnTo>
                    <a:pt x="599732" y="68403"/>
                  </a:lnTo>
                  <a:lnTo>
                    <a:pt x="603239" y="67382"/>
                  </a:lnTo>
                  <a:lnTo>
                    <a:pt x="606746" y="66454"/>
                  </a:lnTo>
                  <a:lnTo>
                    <a:pt x="610253" y="65582"/>
                  </a:lnTo>
                  <a:lnTo>
                    <a:pt x="613761" y="64709"/>
                  </a:lnTo>
                  <a:lnTo>
                    <a:pt x="617268" y="63823"/>
                  </a:lnTo>
                  <a:lnTo>
                    <a:pt x="620775" y="62943"/>
                  </a:lnTo>
                  <a:lnTo>
                    <a:pt x="624282" y="61992"/>
                  </a:lnTo>
                  <a:lnTo>
                    <a:pt x="627789" y="61090"/>
                  </a:lnTo>
                  <a:lnTo>
                    <a:pt x="631297" y="60082"/>
                  </a:lnTo>
                  <a:lnTo>
                    <a:pt x="634804" y="59072"/>
                  </a:lnTo>
                  <a:lnTo>
                    <a:pt x="638311" y="58060"/>
                  </a:lnTo>
                  <a:lnTo>
                    <a:pt x="641818" y="57053"/>
                  </a:lnTo>
                  <a:lnTo>
                    <a:pt x="645325" y="56065"/>
                  </a:lnTo>
                  <a:lnTo>
                    <a:pt x="648833" y="55101"/>
                  </a:lnTo>
                  <a:lnTo>
                    <a:pt x="652340" y="54146"/>
                  </a:lnTo>
                  <a:lnTo>
                    <a:pt x="655847" y="53209"/>
                  </a:lnTo>
                  <a:lnTo>
                    <a:pt x="659354" y="52272"/>
                  </a:lnTo>
                  <a:lnTo>
                    <a:pt x="662861" y="51283"/>
                  </a:lnTo>
                  <a:lnTo>
                    <a:pt x="666369" y="50256"/>
                  </a:lnTo>
                  <a:lnTo>
                    <a:pt x="669876" y="49228"/>
                  </a:lnTo>
                  <a:lnTo>
                    <a:pt x="673383" y="48299"/>
                  </a:lnTo>
                  <a:lnTo>
                    <a:pt x="676890" y="47321"/>
                  </a:lnTo>
                  <a:lnTo>
                    <a:pt x="680397" y="46405"/>
                  </a:lnTo>
                  <a:lnTo>
                    <a:pt x="683905" y="45428"/>
                  </a:lnTo>
                  <a:lnTo>
                    <a:pt x="687412" y="44433"/>
                  </a:lnTo>
                  <a:lnTo>
                    <a:pt x="690919" y="43423"/>
                  </a:lnTo>
                  <a:lnTo>
                    <a:pt x="694426" y="42420"/>
                  </a:lnTo>
                  <a:lnTo>
                    <a:pt x="697933" y="41369"/>
                  </a:lnTo>
                  <a:lnTo>
                    <a:pt x="701441" y="40317"/>
                  </a:lnTo>
                  <a:lnTo>
                    <a:pt x="704948" y="39304"/>
                  </a:lnTo>
                  <a:lnTo>
                    <a:pt x="708455" y="38390"/>
                  </a:lnTo>
                  <a:lnTo>
                    <a:pt x="711962" y="37353"/>
                  </a:lnTo>
                  <a:lnTo>
                    <a:pt x="715469" y="36289"/>
                  </a:lnTo>
                  <a:lnTo>
                    <a:pt x="718977" y="35223"/>
                  </a:lnTo>
                  <a:lnTo>
                    <a:pt x="722484" y="34173"/>
                  </a:lnTo>
                  <a:lnTo>
                    <a:pt x="725991" y="33207"/>
                  </a:lnTo>
                  <a:lnTo>
                    <a:pt x="729498" y="32166"/>
                  </a:lnTo>
                  <a:lnTo>
                    <a:pt x="733006" y="31123"/>
                  </a:lnTo>
                  <a:lnTo>
                    <a:pt x="736513" y="30079"/>
                  </a:lnTo>
                  <a:lnTo>
                    <a:pt x="740020" y="29034"/>
                  </a:lnTo>
                  <a:lnTo>
                    <a:pt x="743527" y="27987"/>
                  </a:lnTo>
                  <a:lnTo>
                    <a:pt x="747034" y="26939"/>
                  </a:lnTo>
                  <a:lnTo>
                    <a:pt x="750542" y="25892"/>
                  </a:lnTo>
                  <a:lnTo>
                    <a:pt x="754049" y="24869"/>
                  </a:lnTo>
                  <a:lnTo>
                    <a:pt x="757556" y="23845"/>
                  </a:lnTo>
                  <a:lnTo>
                    <a:pt x="761063" y="22819"/>
                  </a:lnTo>
                  <a:lnTo>
                    <a:pt x="764570" y="21794"/>
                  </a:lnTo>
                  <a:lnTo>
                    <a:pt x="768078" y="20768"/>
                  </a:lnTo>
                  <a:lnTo>
                    <a:pt x="771585" y="19741"/>
                  </a:lnTo>
                  <a:lnTo>
                    <a:pt x="775092" y="18713"/>
                  </a:lnTo>
                  <a:lnTo>
                    <a:pt x="778599" y="17655"/>
                  </a:lnTo>
                  <a:lnTo>
                    <a:pt x="782106" y="16631"/>
                  </a:lnTo>
                  <a:lnTo>
                    <a:pt x="785614" y="15612"/>
                  </a:lnTo>
                  <a:lnTo>
                    <a:pt x="789121" y="14586"/>
                  </a:lnTo>
                  <a:lnTo>
                    <a:pt x="792628" y="13552"/>
                  </a:lnTo>
                  <a:lnTo>
                    <a:pt x="796135" y="12517"/>
                  </a:lnTo>
                  <a:lnTo>
                    <a:pt x="799642" y="11484"/>
                  </a:lnTo>
                  <a:lnTo>
                    <a:pt x="803150" y="10451"/>
                  </a:lnTo>
                  <a:lnTo>
                    <a:pt x="806657" y="9418"/>
                  </a:lnTo>
                  <a:lnTo>
                    <a:pt x="810164" y="8384"/>
                  </a:lnTo>
                  <a:lnTo>
                    <a:pt x="813671" y="7349"/>
                  </a:lnTo>
                  <a:lnTo>
                    <a:pt x="817178" y="6338"/>
                  </a:lnTo>
                  <a:lnTo>
                    <a:pt x="820686" y="5276"/>
                  </a:lnTo>
                  <a:lnTo>
                    <a:pt x="824193" y="4234"/>
                  </a:lnTo>
                  <a:lnTo>
                    <a:pt x="827700" y="3194"/>
                  </a:lnTo>
                  <a:lnTo>
                    <a:pt x="831207" y="2153"/>
                  </a:lnTo>
                  <a:lnTo>
                    <a:pt x="834714" y="1111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376108" y="3237209"/>
              <a:ext cx="838222" cy="57898"/>
            </a:xfrm>
            <a:custGeom>
              <a:avLst/>
              <a:pathLst>
                <a:path w="838222" h="57898">
                  <a:moveTo>
                    <a:pt x="838222" y="35551"/>
                  </a:moveTo>
                  <a:lnTo>
                    <a:pt x="834714" y="35268"/>
                  </a:lnTo>
                  <a:lnTo>
                    <a:pt x="831207" y="34986"/>
                  </a:lnTo>
                  <a:lnTo>
                    <a:pt x="827700" y="34703"/>
                  </a:lnTo>
                  <a:lnTo>
                    <a:pt x="824193" y="34419"/>
                  </a:lnTo>
                  <a:lnTo>
                    <a:pt x="820686" y="34133"/>
                  </a:lnTo>
                  <a:lnTo>
                    <a:pt x="817178" y="33880"/>
                  </a:lnTo>
                  <a:lnTo>
                    <a:pt x="813671" y="33640"/>
                  </a:lnTo>
                  <a:lnTo>
                    <a:pt x="810164" y="33285"/>
                  </a:lnTo>
                  <a:lnTo>
                    <a:pt x="806657" y="32981"/>
                  </a:lnTo>
                  <a:lnTo>
                    <a:pt x="803150" y="32644"/>
                  </a:lnTo>
                  <a:lnTo>
                    <a:pt x="799642" y="32308"/>
                  </a:lnTo>
                  <a:lnTo>
                    <a:pt x="796135" y="31971"/>
                  </a:lnTo>
                  <a:lnTo>
                    <a:pt x="792628" y="31633"/>
                  </a:lnTo>
                  <a:lnTo>
                    <a:pt x="789121" y="31295"/>
                  </a:lnTo>
                  <a:lnTo>
                    <a:pt x="785614" y="30955"/>
                  </a:lnTo>
                  <a:lnTo>
                    <a:pt x="782106" y="30615"/>
                  </a:lnTo>
                  <a:lnTo>
                    <a:pt x="778599" y="30275"/>
                  </a:lnTo>
                  <a:lnTo>
                    <a:pt x="775092" y="29934"/>
                  </a:lnTo>
                  <a:lnTo>
                    <a:pt x="771585" y="29623"/>
                  </a:lnTo>
                  <a:lnTo>
                    <a:pt x="768078" y="29329"/>
                  </a:lnTo>
                  <a:lnTo>
                    <a:pt x="764570" y="29035"/>
                  </a:lnTo>
                  <a:lnTo>
                    <a:pt x="761063" y="28741"/>
                  </a:lnTo>
                  <a:lnTo>
                    <a:pt x="757556" y="28446"/>
                  </a:lnTo>
                  <a:lnTo>
                    <a:pt x="754049" y="28151"/>
                  </a:lnTo>
                  <a:lnTo>
                    <a:pt x="750542" y="27856"/>
                  </a:lnTo>
                  <a:lnTo>
                    <a:pt x="747034" y="27560"/>
                  </a:lnTo>
                  <a:lnTo>
                    <a:pt x="743527" y="27264"/>
                  </a:lnTo>
                  <a:lnTo>
                    <a:pt x="740020" y="27033"/>
                  </a:lnTo>
                  <a:lnTo>
                    <a:pt x="736513" y="26714"/>
                  </a:lnTo>
                  <a:lnTo>
                    <a:pt x="733006" y="26465"/>
                  </a:lnTo>
                  <a:lnTo>
                    <a:pt x="729498" y="26225"/>
                  </a:lnTo>
                  <a:lnTo>
                    <a:pt x="725991" y="25959"/>
                  </a:lnTo>
                  <a:lnTo>
                    <a:pt x="722484" y="25604"/>
                  </a:lnTo>
                  <a:lnTo>
                    <a:pt x="718977" y="25249"/>
                  </a:lnTo>
                  <a:lnTo>
                    <a:pt x="715469" y="24904"/>
                  </a:lnTo>
                  <a:lnTo>
                    <a:pt x="711962" y="24663"/>
                  </a:lnTo>
                  <a:lnTo>
                    <a:pt x="708455" y="24421"/>
                  </a:lnTo>
                  <a:lnTo>
                    <a:pt x="704948" y="24179"/>
                  </a:lnTo>
                  <a:lnTo>
                    <a:pt x="701441" y="23936"/>
                  </a:lnTo>
                  <a:lnTo>
                    <a:pt x="697933" y="23691"/>
                  </a:lnTo>
                  <a:lnTo>
                    <a:pt x="694426" y="23447"/>
                  </a:lnTo>
                  <a:lnTo>
                    <a:pt x="690919" y="23201"/>
                  </a:lnTo>
                  <a:lnTo>
                    <a:pt x="687412" y="22897"/>
                  </a:lnTo>
                  <a:lnTo>
                    <a:pt x="683905" y="22559"/>
                  </a:lnTo>
                  <a:lnTo>
                    <a:pt x="680397" y="22203"/>
                  </a:lnTo>
                  <a:lnTo>
                    <a:pt x="676890" y="21842"/>
                  </a:lnTo>
                  <a:lnTo>
                    <a:pt x="673383" y="21485"/>
                  </a:lnTo>
                  <a:lnTo>
                    <a:pt x="669876" y="21208"/>
                  </a:lnTo>
                  <a:lnTo>
                    <a:pt x="666369" y="20942"/>
                  </a:lnTo>
                  <a:lnTo>
                    <a:pt x="662861" y="20709"/>
                  </a:lnTo>
                  <a:lnTo>
                    <a:pt x="659354" y="20383"/>
                  </a:lnTo>
                  <a:lnTo>
                    <a:pt x="655847" y="20056"/>
                  </a:lnTo>
                  <a:lnTo>
                    <a:pt x="652340" y="19713"/>
                  </a:lnTo>
                  <a:lnTo>
                    <a:pt x="648833" y="19392"/>
                  </a:lnTo>
                  <a:lnTo>
                    <a:pt x="645325" y="19059"/>
                  </a:lnTo>
                  <a:lnTo>
                    <a:pt x="641818" y="18726"/>
                  </a:lnTo>
                  <a:lnTo>
                    <a:pt x="638311" y="18393"/>
                  </a:lnTo>
                  <a:lnTo>
                    <a:pt x="634804" y="18060"/>
                  </a:lnTo>
                  <a:lnTo>
                    <a:pt x="631297" y="17795"/>
                  </a:lnTo>
                  <a:lnTo>
                    <a:pt x="627789" y="17540"/>
                  </a:lnTo>
                  <a:lnTo>
                    <a:pt x="624282" y="17282"/>
                  </a:lnTo>
                  <a:lnTo>
                    <a:pt x="620775" y="16963"/>
                  </a:lnTo>
                  <a:lnTo>
                    <a:pt x="617268" y="16619"/>
                  </a:lnTo>
                  <a:lnTo>
                    <a:pt x="613761" y="16384"/>
                  </a:lnTo>
                  <a:lnTo>
                    <a:pt x="610253" y="16174"/>
                  </a:lnTo>
                  <a:lnTo>
                    <a:pt x="606746" y="15955"/>
                  </a:lnTo>
                  <a:lnTo>
                    <a:pt x="603239" y="15733"/>
                  </a:lnTo>
                  <a:lnTo>
                    <a:pt x="599732" y="15454"/>
                  </a:lnTo>
                  <a:lnTo>
                    <a:pt x="596224" y="15144"/>
                  </a:lnTo>
                  <a:lnTo>
                    <a:pt x="592717" y="14808"/>
                  </a:lnTo>
                  <a:lnTo>
                    <a:pt x="589210" y="14492"/>
                  </a:lnTo>
                  <a:lnTo>
                    <a:pt x="585703" y="14245"/>
                  </a:lnTo>
                  <a:lnTo>
                    <a:pt x="582196" y="13997"/>
                  </a:lnTo>
                  <a:lnTo>
                    <a:pt x="578688" y="13598"/>
                  </a:lnTo>
                  <a:lnTo>
                    <a:pt x="575181" y="13277"/>
                  </a:lnTo>
                  <a:lnTo>
                    <a:pt x="571674" y="12898"/>
                  </a:lnTo>
                  <a:lnTo>
                    <a:pt x="568167" y="12613"/>
                  </a:lnTo>
                  <a:lnTo>
                    <a:pt x="564660" y="12350"/>
                  </a:lnTo>
                  <a:lnTo>
                    <a:pt x="561152" y="12093"/>
                  </a:lnTo>
                  <a:lnTo>
                    <a:pt x="557645" y="11833"/>
                  </a:lnTo>
                  <a:lnTo>
                    <a:pt x="554138" y="11643"/>
                  </a:lnTo>
                  <a:lnTo>
                    <a:pt x="550631" y="11470"/>
                  </a:lnTo>
                  <a:lnTo>
                    <a:pt x="547124" y="11156"/>
                  </a:lnTo>
                  <a:lnTo>
                    <a:pt x="543616" y="10840"/>
                  </a:lnTo>
                  <a:lnTo>
                    <a:pt x="540109" y="10490"/>
                  </a:lnTo>
                  <a:lnTo>
                    <a:pt x="536602" y="10263"/>
                  </a:lnTo>
                  <a:lnTo>
                    <a:pt x="533095" y="10011"/>
                  </a:lnTo>
                  <a:lnTo>
                    <a:pt x="529588" y="9787"/>
                  </a:lnTo>
                  <a:lnTo>
                    <a:pt x="526080" y="9563"/>
                  </a:lnTo>
                  <a:lnTo>
                    <a:pt x="522573" y="9354"/>
                  </a:lnTo>
                  <a:lnTo>
                    <a:pt x="519066" y="9152"/>
                  </a:lnTo>
                  <a:lnTo>
                    <a:pt x="515559" y="8976"/>
                  </a:lnTo>
                  <a:lnTo>
                    <a:pt x="512052" y="8800"/>
                  </a:lnTo>
                  <a:lnTo>
                    <a:pt x="508544" y="8455"/>
                  </a:lnTo>
                  <a:lnTo>
                    <a:pt x="505037" y="8211"/>
                  </a:lnTo>
                  <a:lnTo>
                    <a:pt x="501530" y="7970"/>
                  </a:lnTo>
                  <a:lnTo>
                    <a:pt x="498023" y="7608"/>
                  </a:lnTo>
                  <a:lnTo>
                    <a:pt x="494516" y="7265"/>
                  </a:lnTo>
                  <a:lnTo>
                    <a:pt x="491008" y="6934"/>
                  </a:lnTo>
                  <a:lnTo>
                    <a:pt x="487501" y="6681"/>
                  </a:lnTo>
                  <a:lnTo>
                    <a:pt x="483994" y="6348"/>
                  </a:lnTo>
                  <a:lnTo>
                    <a:pt x="480487" y="6035"/>
                  </a:lnTo>
                  <a:lnTo>
                    <a:pt x="476979" y="5800"/>
                  </a:lnTo>
                  <a:lnTo>
                    <a:pt x="473472" y="5501"/>
                  </a:lnTo>
                  <a:lnTo>
                    <a:pt x="469965" y="5235"/>
                  </a:lnTo>
                  <a:lnTo>
                    <a:pt x="466458" y="4976"/>
                  </a:lnTo>
                  <a:lnTo>
                    <a:pt x="462951" y="4735"/>
                  </a:lnTo>
                  <a:lnTo>
                    <a:pt x="459443" y="4596"/>
                  </a:lnTo>
                  <a:lnTo>
                    <a:pt x="455936" y="4268"/>
                  </a:lnTo>
                  <a:lnTo>
                    <a:pt x="452429" y="4110"/>
                  </a:lnTo>
                  <a:lnTo>
                    <a:pt x="448922" y="3826"/>
                  </a:lnTo>
                  <a:lnTo>
                    <a:pt x="445415" y="3602"/>
                  </a:lnTo>
                  <a:lnTo>
                    <a:pt x="441907" y="3395"/>
                  </a:lnTo>
                  <a:lnTo>
                    <a:pt x="438400" y="3170"/>
                  </a:lnTo>
                  <a:lnTo>
                    <a:pt x="434893" y="2953"/>
                  </a:lnTo>
                  <a:lnTo>
                    <a:pt x="431386" y="2719"/>
                  </a:lnTo>
                  <a:lnTo>
                    <a:pt x="427879" y="2528"/>
                  </a:lnTo>
                  <a:lnTo>
                    <a:pt x="424371" y="2303"/>
                  </a:lnTo>
                  <a:lnTo>
                    <a:pt x="420864" y="2102"/>
                  </a:lnTo>
                  <a:lnTo>
                    <a:pt x="417357" y="1868"/>
                  </a:lnTo>
                  <a:lnTo>
                    <a:pt x="413850" y="1624"/>
                  </a:lnTo>
                  <a:lnTo>
                    <a:pt x="410343" y="1360"/>
                  </a:lnTo>
                  <a:lnTo>
                    <a:pt x="406835" y="1159"/>
                  </a:lnTo>
                  <a:lnTo>
                    <a:pt x="403328" y="956"/>
                  </a:lnTo>
                  <a:lnTo>
                    <a:pt x="399821" y="683"/>
                  </a:lnTo>
                  <a:lnTo>
                    <a:pt x="396314" y="412"/>
                  </a:lnTo>
                  <a:lnTo>
                    <a:pt x="392807" y="280"/>
                  </a:lnTo>
                  <a:lnTo>
                    <a:pt x="389299" y="162"/>
                  </a:lnTo>
                  <a:lnTo>
                    <a:pt x="385792" y="183"/>
                  </a:lnTo>
                  <a:lnTo>
                    <a:pt x="382285" y="124"/>
                  </a:lnTo>
                  <a:lnTo>
                    <a:pt x="378778" y="78"/>
                  </a:lnTo>
                  <a:lnTo>
                    <a:pt x="375271" y="145"/>
                  </a:lnTo>
                  <a:lnTo>
                    <a:pt x="371763" y="95"/>
                  </a:lnTo>
                  <a:lnTo>
                    <a:pt x="368256" y="17"/>
                  </a:lnTo>
                  <a:lnTo>
                    <a:pt x="364749" y="47"/>
                  </a:lnTo>
                  <a:lnTo>
                    <a:pt x="361242" y="0"/>
                  </a:lnTo>
                  <a:lnTo>
                    <a:pt x="357734" y="116"/>
                  </a:lnTo>
                  <a:lnTo>
                    <a:pt x="354227" y="279"/>
                  </a:lnTo>
                  <a:lnTo>
                    <a:pt x="350720" y="298"/>
                  </a:lnTo>
                  <a:lnTo>
                    <a:pt x="347213" y="352"/>
                  </a:lnTo>
                  <a:lnTo>
                    <a:pt x="343706" y="520"/>
                  </a:lnTo>
                  <a:lnTo>
                    <a:pt x="340198" y="738"/>
                  </a:lnTo>
                  <a:lnTo>
                    <a:pt x="336691" y="875"/>
                  </a:lnTo>
                  <a:lnTo>
                    <a:pt x="333184" y="1243"/>
                  </a:lnTo>
                  <a:lnTo>
                    <a:pt x="329677" y="1521"/>
                  </a:lnTo>
                  <a:lnTo>
                    <a:pt x="326170" y="1858"/>
                  </a:lnTo>
                  <a:lnTo>
                    <a:pt x="322662" y="2093"/>
                  </a:lnTo>
                  <a:lnTo>
                    <a:pt x="319155" y="2365"/>
                  </a:lnTo>
                  <a:lnTo>
                    <a:pt x="315648" y="2767"/>
                  </a:lnTo>
                  <a:lnTo>
                    <a:pt x="312141" y="3190"/>
                  </a:lnTo>
                  <a:lnTo>
                    <a:pt x="308634" y="3565"/>
                  </a:lnTo>
                  <a:lnTo>
                    <a:pt x="305126" y="3999"/>
                  </a:lnTo>
                  <a:lnTo>
                    <a:pt x="301619" y="4499"/>
                  </a:lnTo>
                  <a:lnTo>
                    <a:pt x="298112" y="5121"/>
                  </a:lnTo>
                  <a:lnTo>
                    <a:pt x="294605" y="5580"/>
                  </a:lnTo>
                  <a:lnTo>
                    <a:pt x="291098" y="6090"/>
                  </a:lnTo>
                  <a:lnTo>
                    <a:pt x="287590" y="6577"/>
                  </a:lnTo>
                  <a:lnTo>
                    <a:pt x="284083" y="7131"/>
                  </a:lnTo>
                  <a:lnTo>
                    <a:pt x="280576" y="7687"/>
                  </a:lnTo>
                  <a:lnTo>
                    <a:pt x="277069" y="8280"/>
                  </a:lnTo>
                  <a:lnTo>
                    <a:pt x="273562" y="8888"/>
                  </a:lnTo>
                  <a:lnTo>
                    <a:pt x="270054" y="9494"/>
                  </a:lnTo>
                  <a:lnTo>
                    <a:pt x="266547" y="10095"/>
                  </a:lnTo>
                  <a:lnTo>
                    <a:pt x="263040" y="10699"/>
                  </a:lnTo>
                  <a:lnTo>
                    <a:pt x="259533" y="11383"/>
                  </a:lnTo>
                  <a:lnTo>
                    <a:pt x="256026" y="11938"/>
                  </a:lnTo>
                  <a:lnTo>
                    <a:pt x="252518" y="12480"/>
                  </a:lnTo>
                  <a:lnTo>
                    <a:pt x="249011" y="13130"/>
                  </a:lnTo>
                  <a:lnTo>
                    <a:pt x="245504" y="13760"/>
                  </a:lnTo>
                  <a:lnTo>
                    <a:pt x="241997" y="14406"/>
                  </a:lnTo>
                  <a:lnTo>
                    <a:pt x="238489" y="15098"/>
                  </a:lnTo>
                  <a:lnTo>
                    <a:pt x="234982" y="15640"/>
                  </a:lnTo>
                  <a:lnTo>
                    <a:pt x="231475" y="16173"/>
                  </a:lnTo>
                  <a:lnTo>
                    <a:pt x="227968" y="16824"/>
                  </a:lnTo>
                  <a:lnTo>
                    <a:pt x="224461" y="17504"/>
                  </a:lnTo>
                  <a:lnTo>
                    <a:pt x="220953" y="18181"/>
                  </a:lnTo>
                  <a:lnTo>
                    <a:pt x="217446" y="18964"/>
                  </a:lnTo>
                  <a:lnTo>
                    <a:pt x="213939" y="19652"/>
                  </a:lnTo>
                  <a:lnTo>
                    <a:pt x="210432" y="20339"/>
                  </a:lnTo>
                  <a:lnTo>
                    <a:pt x="206925" y="20978"/>
                  </a:lnTo>
                  <a:lnTo>
                    <a:pt x="203417" y="21652"/>
                  </a:lnTo>
                  <a:lnTo>
                    <a:pt x="199910" y="22287"/>
                  </a:lnTo>
                  <a:lnTo>
                    <a:pt x="196403" y="22813"/>
                  </a:lnTo>
                  <a:lnTo>
                    <a:pt x="192896" y="23522"/>
                  </a:lnTo>
                  <a:lnTo>
                    <a:pt x="189389" y="24186"/>
                  </a:lnTo>
                  <a:lnTo>
                    <a:pt x="185881" y="24864"/>
                  </a:lnTo>
                  <a:lnTo>
                    <a:pt x="182374" y="25404"/>
                  </a:lnTo>
                  <a:lnTo>
                    <a:pt x="178867" y="26138"/>
                  </a:lnTo>
                  <a:lnTo>
                    <a:pt x="175360" y="26832"/>
                  </a:lnTo>
                  <a:lnTo>
                    <a:pt x="171853" y="27482"/>
                  </a:lnTo>
                  <a:lnTo>
                    <a:pt x="168345" y="28131"/>
                  </a:lnTo>
                  <a:lnTo>
                    <a:pt x="164838" y="28867"/>
                  </a:lnTo>
                  <a:lnTo>
                    <a:pt x="161331" y="29454"/>
                  </a:lnTo>
                  <a:lnTo>
                    <a:pt x="157824" y="30070"/>
                  </a:lnTo>
                  <a:lnTo>
                    <a:pt x="154317" y="30725"/>
                  </a:lnTo>
                  <a:lnTo>
                    <a:pt x="150809" y="31411"/>
                  </a:lnTo>
                  <a:lnTo>
                    <a:pt x="147302" y="32050"/>
                  </a:lnTo>
                  <a:lnTo>
                    <a:pt x="143795" y="32654"/>
                  </a:lnTo>
                  <a:lnTo>
                    <a:pt x="140288" y="33258"/>
                  </a:lnTo>
                  <a:lnTo>
                    <a:pt x="136781" y="33871"/>
                  </a:lnTo>
                  <a:lnTo>
                    <a:pt x="133273" y="34519"/>
                  </a:lnTo>
                  <a:lnTo>
                    <a:pt x="129766" y="35166"/>
                  </a:lnTo>
                  <a:lnTo>
                    <a:pt x="126259" y="35814"/>
                  </a:lnTo>
                  <a:lnTo>
                    <a:pt x="122752" y="36455"/>
                  </a:lnTo>
                  <a:lnTo>
                    <a:pt x="119244" y="37021"/>
                  </a:lnTo>
                  <a:lnTo>
                    <a:pt x="115737" y="37642"/>
                  </a:lnTo>
                  <a:lnTo>
                    <a:pt x="112230" y="38261"/>
                  </a:lnTo>
                  <a:lnTo>
                    <a:pt x="108723" y="38877"/>
                  </a:lnTo>
                  <a:lnTo>
                    <a:pt x="105216" y="39472"/>
                  </a:lnTo>
                  <a:lnTo>
                    <a:pt x="101708" y="40101"/>
                  </a:lnTo>
                  <a:lnTo>
                    <a:pt x="98201" y="40727"/>
                  </a:lnTo>
                  <a:lnTo>
                    <a:pt x="94694" y="41301"/>
                  </a:lnTo>
                  <a:lnTo>
                    <a:pt x="91187" y="41954"/>
                  </a:lnTo>
                  <a:lnTo>
                    <a:pt x="87680" y="42594"/>
                  </a:lnTo>
                  <a:lnTo>
                    <a:pt x="84172" y="43204"/>
                  </a:lnTo>
                  <a:lnTo>
                    <a:pt x="80665" y="43794"/>
                  </a:lnTo>
                  <a:lnTo>
                    <a:pt x="77158" y="44418"/>
                  </a:lnTo>
                  <a:lnTo>
                    <a:pt x="73651" y="45051"/>
                  </a:lnTo>
                  <a:lnTo>
                    <a:pt x="70144" y="45670"/>
                  </a:lnTo>
                  <a:lnTo>
                    <a:pt x="66636" y="46280"/>
                  </a:lnTo>
                  <a:lnTo>
                    <a:pt x="63129" y="46887"/>
                  </a:lnTo>
                  <a:lnTo>
                    <a:pt x="59622" y="47560"/>
                  </a:lnTo>
                  <a:lnTo>
                    <a:pt x="56115" y="48098"/>
                  </a:lnTo>
                  <a:lnTo>
                    <a:pt x="52608" y="48802"/>
                  </a:lnTo>
                  <a:lnTo>
                    <a:pt x="49100" y="49426"/>
                  </a:lnTo>
                  <a:lnTo>
                    <a:pt x="45593" y="50069"/>
                  </a:lnTo>
                  <a:lnTo>
                    <a:pt x="42086" y="50734"/>
                  </a:lnTo>
                  <a:lnTo>
                    <a:pt x="38579" y="51333"/>
                  </a:lnTo>
                  <a:lnTo>
                    <a:pt x="35072" y="51929"/>
                  </a:lnTo>
                  <a:lnTo>
                    <a:pt x="31564" y="52523"/>
                  </a:lnTo>
                  <a:lnTo>
                    <a:pt x="28057" y="53115"/>
                  </a:lnTo>
                  <a:lnTo>
                    <a:pt x="24550" y="53706"/>
                  </a:lnTo>
                  <a:lnTo>
                    <a:pt x="21043" y="54318"/>
                  </a:lnTo>
                  <a:lnTo>
                    <a:pt x="17536" y="54936"/>
                  </a:lnTo>
                  <a:lnTo>
                    <a:pt x="14028" y="55552"/>
                  </a:lnTo>
                  <a:lnTo>
                    <a:pt x="10521" y="56165"/>
                  </a:lnTo>
                  <a:lnTo>
                    <a:pt x="7014" y="56777"/>
                  </a:lnTo>
                  <a:lnTo>
                    <a:pt x="3507" y="57340"/>
                  </a:lnTo>
                  <a:lnTo>
                    <a:pt x="0" y="578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376108" y="3189325"/>
              <a:ext cx="838222" cy="58450"/>
            </a:xfrm>
            <a:custGeom>
              <a:avLst/>
              <a:pathLst>
                <a:path w="838222" h="58450">
                  <a:moveTo>
                    <a:pt x="0" y="58450"/>
                  </a:moveTo>
                  <a:lnTo>
                    <a:pt x="3507" y="58259"/>
                  </a:lnTo>
                  <a:lnTo>
                    <a:pt x="7014" y="58068"/>
                  </a:lnTo>
                  <a:lnTo>
                    <a:pt x="10521" y="57876"/>
                  </a:lnTo>
                  <a:lnTo>
                    <a:pt x="14028" y="57684"/>
                  </a:lnTo>
                  <a:lnTo>
                    <a:pt x="17536" y="57492"/>
                  </a:lnTo>
                  <a:lnTo>
                    <a:pt x="21043" y="57299"/>
                  </a:lnTo>
                  <a:lnTo>
                    <a:pt x="24550" y="57106"/>
                  </a:lnTo>
                  <a:lnTo>
                    <a:pt x="28057" y="56912"/>
                  </a:lnTo>
                  <a:lnTo>
                    <a:pt x="31564" y="56718"/>
                  </a:lnTo>
                  <a:lnTo>
                    <a:pt x="35072" y="56523"/>
                  </a:lnTo>
                  <a:lnTo>
                    <a:pt x="38579" y="56328"/>
                  </a:lnTo>
                  <a:lnTo>
                    <a:pt x="42086" y="56132"/>
                  </a:lnTo>
                  <a:lnTo>
                    <a:pt x="45593" y="55936"/>
                  </a:lnTo>
                  <a:lnTo>
                    <a:pt x="49100" y="55740"/>
                  </a:lnTo>
                  <a:lnTo>
                    <a:pt x="52608" y="55543"/>
                  </a:lnTo>
                  <a:lnTo>
                    <a:pt x="56115" y="55346"/>
                  </a:lnTo>
                  <a:lnTo>
                    <a:pt x="59622" y="55148"/>
                  </a:lnTo>
                  <a:lnTo>
                    <a:pt x="63129" y="54950"/>
                  </a:lnTo>
                  <a:lnTo>
                    <a:pt x="66636" y="54751"/>
                  </a:lnTo>
                  <a:lnTo>
                    <a:pt x="70144" y="54552"/>
                  </a:lnTo>
                  <a:lnTo>
                    <a:pt x="73651" y="54352"/>
                  </a:lnTo>
                  <a:lnTo>
                    <a:pt x="77158" y="54152"/>
                  </a:lnTo>
                  <a:lnTo>
                    <a:pt x="80665" y="53952"/>
                  </a:lnTo>
                  <a:lnTo>
                    <a:pt x="84172" y="53751"/>
                  </a:lnTo>
                  <a:lnTo>
                    <a:pt x="87680" y="53549"/>
                  </a:lnTo>
                  <a:lnTo>
                    <a:pt x="91187" y="53348"/>
                  </a:lnTo>
                  <a:lnTo>
                    <a:pt x="94694" y="53145"/>
                  </a:lnTo>
                  <a:lnTo>
                    <a:pt x="98201" y="52943"/>
                  </a:lnTo>
                  <a:lnTo>
                    <a:pt x="101708" y="52739"/>
                  </a:lnTo>
                  <a:lnTo>
                    <a:pt x="105216" y="52536"/>
                  </a:lnTo>
                  <a:lnTo>
                    <a:pt x="108723" y="52332"/>
                  </a:lnTo>
                  <a:lnTo>
                    <a:pt x="112230" y="52127"/>
                  </a:lnTo>
                  <a:lnTo>
                    <a:pt x="115737" y="51922"/>
                  </a:lnTo>
                  <a:lnTo>
                    <a:pt x="119244" y="51717"/>
                  </a:lnTo>
                  <a:lnTo>
                    <a:pt x="122752" y="51511"/>
                  </a:lnTo>
                  <a:lnTo>
                    <a:pt x="126259" y="51304"/>
                  </a:lnTo>
                  <a:lnTo>
                    <a:pt x="129766" y="51097"/>
                  </a:lnTo>
                  <a:lnTo>
                    <a:pt x="133273" y="50890"/>
                  </a:lnTo>
                  <a:lnTo>
                    <a:pt x="136781" y="50682"/>
                  </a:lnTo>
                  <a:lnTo>
                    <a:pt x="140288" y="50474"/>
                  </a:lnTo>
                  <a:lnTo>
                    <a:pt x="143795" y="50265"/>
                  </a:lnTo>
                  <a:lnTo>
                    <a:pt x="147302" y="50056"/>
                  </a:lnTo>
                  <a:lnTo>
                    <a:pt x="150809" y="49847"/>
                  </a:lnTo>
                  <a:lnTo>
                    <a:pt x="154317" y="49637"/>
                  </a:lnTo>
                  <a:lnTo>
                    <a:pt x="157824" y="49426"/>
                  </a:lnTo>
                  <a:lnTo>
                    <a:pt x="161331" y="49215"/>
                  </a:lnTo>
                  <a:lnTo>
                    <a:pt x="164838" y="49004"/>
                  </a:lnTo>
                  <a:lnTo>
                    <a:pt x="168345" y="48792"/>
                  </a:lnTo>
                  <a:lnTo>
                    <a:pt x="171853" y="48580"/>
                  </a:lnTo>
                  <a:lnTo>
                    <a:pt x="175360" y="48367"/>
                  </a:lnTo>
                  <a:lnTo>
                    <a:pt x="178867" y="48154"/>
                  </a:lnTo>
                  <a:lnTo>
                    <a:pt x="182374" y="47940"/>
                  </a:lnTo>
                  <a:lnTo>
                    <a:pt x="185881" y="47726"/>
                  </a:lnTo>
                  <a:lnTo>
                    <a:pt x="189389" y="47511"/>
                  </a:lnTo>
                  <a:lnTo>
                    <a:pt x="192896" y="47296"/>
                  </a:lnTo>
                  <a:lnTo>
                    <a:pt x="196403" y="47080"/>
                  </a:lnTo>
                  <a:lnTo>
                    <a:pt x="199910" y="46864"/>
                  </a:lnTo>
                  <a:lnTo>
                    <a:pt x="203417" y="46648"/>
                  </a:lnTo>
                  <a:lnTo>
                    <a:pt x="206925" y="46431"/>
                  </a:lnTo>
                  <a:lnTo>
                    <a:pt x="210432" y="46214"/>
                  </a:lnTo>
                  <a:lnTo>
                    <a:pt x="213939" y="45996"/>
                  </a:lnTo>
                  <a:lnTo>
                    <a:pt x="217446" y="45778"/>
                  </a:lnTo>
                  <a:lnTo>
                    <a:pt x="220953" y="45559"/>
                  </a:lnTo>
                  <a:lnTo>
                    <a:pt x="224461" y="45340"/>
                  </a:lnTo>
                  <a:lnTo>
                    <a:pt x="227968" y="45120"/>
                  </a:lnTo>
                  <a:lnTo>
                    <a:pt x="231475" y="44900"/>
                  </a:lnTo>
                  <a:lnTo>
                    <a:pt x="234982" y="44679"/>
                  </a:lnTo>
                  <a:lnTo>
                    <a:pt x="238489" y="44458"/>
                  </a:lnTo>
                  <a:lnTo>
                    <a:pt x="241997" y="44236"/>
                  </a:lnTo>
                  <a:lnTo>
                    <a:pt x="245504" y="44014"/>
                  </a:lnTo>
                  <a:lnTo>
                    <a:pt x="249011" y="43792"/>
                  </a:lnTo>
                  <a:lnTo>
                    <a:pt x="252518" y="43569"/>
                  </a:lnTo>
                  <a:lnTo>
                    <a:pt x="256026" y="43346"/>
                  </a:lnTo>
                  <a:lnTo>
                    <a:pt x="259533" y="43122"/>
                  </a:lnTo>
                  <a:lnTo>
                    <a:pt x="263040" y="42898"/>
                  </a:lnTo>
                  <a:lnTo>
                    <a:pt x="266547" y="42673"/>
                  </a:lnTo>
                  <a:lnTo>
                    <a:pt x="270054" y="42448"/>
                  </a:lnTo>
                  <a:lnTo>
                    <a:pt x="273562" y="42222"/>
                  </a:lnTo>
                  <a:lnTo>
                    <a:pt x="277069" y="41996"/>
                  </a:lnTo>
                  <a:lnTo>
                    <a:pt x="280576" y="41769"/>
                  </a:lnTo>
                  <a:lnTo>
                    <a:pt x="284083" y="41542"/>
                  </a:lnTo>
                  <a:lnTo>
                    <a:pt x="287590" y="41314"/>
                  </a:lnTo>
                  <a:lnTo>
                    <a:pt x="291098" y="41086"/>
                  </a:lnTo>
                  <a:lnTo>
                    <a:pt x="294605" y="40858"/>
                  </a:lnTo>
                  <a:lnTo>
                    <a:pt x="298112" y="40629"/>
                  </a:lnTo>
                  <a:lnTo>
                    <a:pt x="301619" y="40400"/>
                  </a:lnTo>
                  <a:lnTo>
                    <a:pt x="305126" y="40170"/>
                  </a:lnTo>
                  <a:lnTo>
                    <a:pt x="308634" y="39939"/>
                  </a:lnTo>
                  <a:lnTo>
                    <a:pt x="312141" y="39709"/>
                  </a:lnTo>
                  <a:lnTo>
                    <a:pt x="315648" y="39477"/>
                  </a:lnTo>
                  <a:lnTo>
                    <a:pt x="319155" y="39246"/>
                  </a:lnTo>
                  <a:lnTo>
                    <a:pt x="322662" y="39014"/>
                  </a:lnTo>
                  <a:lnTo>
                    <a:pt x="326170" y="38781"/>
                  </a:lnTo>
                  <a:lnTo>
                    <a:pt x="329677" y="38548"/>
                  </a:lnTo>
                  <a:lnTo>
                    <a:pt x="333184" y="38314"/>
                  </a:lnTo>
                  <a:lnTo>
                    <a:pt x="336691" y="38080"/>
                  </a:lnTo>
                  <a:lnTo>
                    <a:pt x="340198" y="37846"/>
                  </a:lnTo>
                  <a:lnTo>
                    <a:pt x="343706" y="37611"/>
                  </a:lnTo>
                  <a:lnTo>
                    <a:pt x="347213" y="37375"/>
                  </a:lnTo>
                  <a:lnTo>
                    <a:pt x="350720" y="37140"/>
                  </a:lnTo>
                  <a:lnTo>
                    <a:pt x="354227" y="36903"/>
                  </a:lnTo>
                  <a:lnTo>
                    <a:pt x="357734" y="36666"/>
                  </a:lnTo>
                  <a:lnTo>
                    <a:pt x="361242" y="36429"/>
                  </a:lnTo>
                  <a:lnTo>
                    <a:pt x="364749" y="36191"/>
                  </a:lnTo>
                  <a:lnTo>
                    <a:pt x="368256" y="35953"/>
                  </a:lnTo>
                  <a:lnTo>
                    <a:pt x="371763" y="35715"/>
                  </a:lnTo>
                  <a:lnTo>
                    <a:pt x="375271" y="35475"/>
                  </a:lnTo>
                  <a:lnTo>
                    <a:pt x="378778" y="35236"/>
                  </a:lnTo>
                  <a:lnTo>
                    <a:pt x="382285" y="34996"/>
                  </a:lnTo>
                  <a:lnTo>
                    <a:pt x="385792" y="34755"/>
                  </a:lnTo>
                  <a:lnTo>
                    <a:pt x="389299" y="34514"/>
                  </a:lnTo>
                  <a:lnTo>
                    <a:pt x="392807" y="34273"/>
                  </a:lnTo>
                  <a:lnTo>
                    <a:pt x="396314" y="34031"/>
                  </a:lnTo>
                  <a:lnTo>
                    <a:pt x="399821" y="33789"/>
                  </a:lnTo>
                  <a:lnTo>
                    <a:pt x="403328" y="33546"/>
                  </a:lnTo>
                  <a:lnTo>
                    <a:pt x="406835" y="33303"/>
                  </a:lnTo>
                  <a:lnTo>
                    <a:pt x="410343" y="33059"/>
                  </a:lnTo>
                  <a:lnTo>
                    <a:pt x="413850" y="32815"/>
                  </a:lnTo>
                  <a:lnTo>
                    <a:pt x="417357" y="32570"/>
                  </a:lnTo>
                  <a:lnTo>
                    <a:pt x="420864" y="32325"/>
                  </a:lnTo>
                  <a:lnTo>
                    <a:pt x="424371" y="32080"/>
                  </a:lnTo>
                  <a:lnTo>
                    <a:pt x="427879" y="31834"/>
                  </a:lnTo>
                  <a:lnTo>
                    <a:pt x="431386" y="31587"/>
                  </a:lnTo>
                  <a:lnTo>
                    <a:pt x="434893" y="31340"/>
                  </a:lnTo>
                  <a:lnTo>
                    <a:pt x="438400" y="31093"/>
                  </a:lnTo>
                  <a:lnTo>
                    <a:pt x="441907" y="30845"/>
                  </a:lnTo>
                  <a:lnTo>
                    <a:pt x="445415" y="30597"/>
                  </a:lnTo>
                  <a:lnTo>
                    <a:pt x="448922" y="30348"/>
                  </a:lnTo>
                  <a:lnTo>
                    <a:pt x="452429" y="30099"/>
                  </a:lnTo>
                  <a:lnTo>
                    <a:pt x="455936" y="29849"/>
                  </a:lnTo>
                  <a:lnTo>
                    <a:pt x="459443" y="29599"/>
                  </a:lnTo>
                  <a:lnTo>
                    <a:pt x="462951" y="29348"/>
                  </a:lnTo>
                  <a:lnTo>
                    <a:pt x="466458" y="29097"/>
                  </a:lnTo>
                  <a:lnTo>
                    <a:pt x="469965" y="28846"/>
                  </a:lnTo>
                  <a:lnTo>
                    <a:pt x="473472" y="28594"/>
                  </a:lnTo>
                  <a:lnTo>
                    <a:pt x="476979" y="28341"/>
                  </a:lnTo>
                  <a:lnTo>
                    <a:pt x="480487" y="28088"/>
                  </a:lnTo>
                  <a:lnTo>
                    <a:pt x="483994" y="27835"/>
                  </a:lnTo>
                  <a:lnTo>
                    <a:pt x="487501" y="27581"/>
                  </a:lnTo>
                  <a:lnTo>
                    <a:pt x="491008" y="27327"/>
                  </a:lnTo>
                  <a:lnTo>
                    <a:pt x="494516" y="27072"/>
                  </a:lnTo>
                  <a:lnTo>
                    <a:pt x="498023" y="26817"/>
                  </a:lnTo>
                  <a:lnTo>
                    <a:pt x="501530" y="26562"/>
                  </a:lnTo>
                  <a:lnTo>
                    <a:pt x="505037" y="26306"/>
                  </a:lnTo>
                  <a:lnTo>
                    <a:pt x="508544" y="26049"/>
                  </a:lnTo>
                  <a:lnTo>
                    <a:pt x="512052" y="25792"/>
                  </a:lnTo>
                  <a:lnTo>
                    <a:pt x="515559" y="25535"/>
                  </a:lnTo>
                  <a:lnTo>
                    <a:pt x="519066" y="25277"/>
                  </a:lnTo>
                  <a:lnTo>
                    <a:pt x="522573" y="25019"/>
                  </a:lnTo>
                  <a:lnTo>
                    <a:pt x="526080" y="24760"/>
                  </a:lnTo>
                  <a:lnTo>
                    <a:pt x="529588" y="24501"/>
                  </a:lnTo>
                  <a:lnTo>
                    <a:pt x="533095" y="24241"/>
                  </a:lnTo>
                  <a:lnTo>
                    <a:pt x="536602" y="23981"/>
                  </a:lnTo>
                  <a:lnTo>
                    <a:pt x="540109" y="23720"/>
                  </a:lnTo>
                  <a:lnTo>
                    <a:pt x="543616" y="23459"/>
                  </a:lnTo>
                  <a:lnTo>
                    <a:pt x="547124" y="23198"/>
                  </a:lnTo>
                  <a:lnTo>
                    <a:pt x="550631" y="22936"/>
                  </a:lnTo>
                  <a:lnTo>
                    <a:pt x="554138" y="22674"/>
                  </a:lnTo>
                  <a:lnTo>
                    <a:pt x="557645" y="22411"/>
                  </a:lnTo>
                  <a:lnTo>
                    <a:pt x="561152" y="22148"/>
                  </a:lnTo>
                  <a:lnTo>
                    <a:pt x="564660" y="21884"/>
                  </a:lnTo>
                  <a:lnTo>
                    <a:pt x="568167" y="21620"/>
                  </a:lnTo>
                  <a:lnTo>
                    <a:pt x="571674" y="21355"/>
                  </a:lnTo>
                  <a:lnTo>
                    <a:pt x="575181" y="21090"/>
                  </a:lnTo>
                  <a:lnTo>
                    <a:pt x="578688" y="20825"/>
                  </a:lnTo>
                  <a:lnTo>
                    <a:pt x="582196" y="20559"/>
                  </a:lnTo>
                  <a:lnTo>
                    <a:pt x="585703" y="20293"/>
                  </a:lnTo>
                  <a:lnTo>
                    <a:pt x="589210" y="20026"/>
                  </a:lnTo>
                  <a:lnTo>
                    <a:pt x="592717" y="19759"/>
                  </a:lnTo>
                  <a:lnTo>
                    <a:pt x="596224" y="19491"/>
                  </a:lnTo>
                  <a:lnTo>
                    <a:pt x="599732" y="19223"/>
                  </a:lnTo>
                  <a:lnTo>
                    <a:pt x="603239" y="18954"/>
                  </a:lnTo>
                  <a:lnTo>
                    <a:pt x="606746" y="18685"/>
                  </a:lnTo>
                  <a:lnTo>
                    <a:pt x="610253" y="18416"/>
                  </a:lnTo>
                  <a:lnTo>
                    <a:pt x="613761" y="18146"/>
                  </a:lnTo>
                  <a:lnTo>
                    <a:pt x="617268" y="17876"/>
                  </a:lnTo>
                  <a:lnTo>
                    <a:pt x="620775" y="17605"/>
                  </a:lnTo>
                  <a:lnTo>
                    <a:pt x="624282" y="17334"/>
                  </a:lnTo>
                  <a:lnTo>
                    <a:pt x="627789" y="17062"/>
                  </a:lnTo>
                  <a:lnTo>
                    <a:pt x="631297" y="16790"/>
                  </a:lnTo>
                  <a:lnTo>
                    <a:pt x="634804" y="16518"/>
                  </a:lnTo>
                  <a:lnTo>
                    <a:pt x="638311" y="16245"/>
                  </a:lnTo>
                  <a:lnTo>
                    <a:pt x="641818" y="15972"/>
                  </a:lnTo>
                  <a:lnTo>
                    <a:pt x="645325" y="15698"/>
                  </a:lnTo>
                  <a:lnTo>
                    <a:pt x="648833" y="15424"/>
                  </a:lnTo>
                  <a:lnTo>
                    <a:pt x="652340" y="15149"/>
                  </a:lnTo>
                  <a:lnTo>
                    <a:pt x="655847" y="14874"/>
                  </a:lnTo>
                  <a:lnTo>
                    <a:pt x="659354" y="14599"/>
                  </a:lnTo>
                  <a:lnTo>
                    <a:pt x="662861" y="14323"/>
                  </a:lnTo>
                  <a:lnTo>
                    <a:pt x="666369" y="14046"/>
                  </a:lnTo>
                  <a:lnTo>
                    <a:pt x="669876" y="13770"/>
                  </a:lnTo>
                  <a:lnTo>
                    <a:pt x="673383" y="13492"/>
                  </a:lnTo>
                  <a:lnTo>
                    <a:pt x="676890" y="13215"/>
                  </a:lnTo>
                  <a:lnTo>
                    <a:pt x="680397" y="12937"/>
                  </a:lnTo>
                  <a:lnTo>
                    <a:pt x="683905" y="12658"/>
                  </a:lnTo>
                  <a:lnTo>
                    <a:pt x="687412" y="12379"/>
                  </a:lnTo>
                  <a:lnTo>
                    <a:pt x="690919" y="12100"/>
                  </a:lnTo>
                  <a:lnTo>
                    <a:pt x="694426" y="11820"/>
                  </a:lnTo>
                  <a:lnTo>
                    <a:pt x="697933" y="11540"/>
                  </a:lnTo>
                  <a:lnTo>
                    <a:pt x="701441" y="11260"/>
                  </a:lnTo>
                  <a:lnTo>
                    <a:pt x="704948" y="10979"/>
                  </a:lnTo>
                  <a:lnTo>
                    <a:pt x="708455" y="10697"/>
                  </a:lnTo>
                  <a:lnTo>
                    <a:pt x="711962" y="10415"/>
                  </a:lnTo>
                  <a:lnTo>
                    <a:pt x="715469" y="10133"/>
                  </a:lnTo>
                  <a:lnTo>
                    <a:pt x="718977" y="9851"/>
                  </a:lnTo>
                  <a:lnTo>
                    <a:pt x="722484" y="9567"/>
                  </a:lnTo>
                  <a:lnTo>
                    <a:pt x="725991" y="9284"/>
                  </a:lnTo>
                  <a:lnTo>
                    <a:pt x="729498" y="9000"/>
                  </a:lnTo>
                  <a:lnTo>
                    <a:pt x="733006" y="8716"/>
                  </a:lnTo>
                  <a:lnTo>
                    <a:pt x="736513" y="8431"/>
                  </a:lnTo>
                  <a:lnTo>
                    <a:pt x="740020" y="8146"/>
                  </a:lnTo>
                  <a:lnTo>
                    <a:pt x="743527" y="7860"/>
                  </a:lnTo>
                  <a:lnTo>
                    <a:pt x="747034" y="7574"/>
                  </a:lnTo>
                  <a:lnTo>
                    <a:pt x="750542" y="7288"/>
                  </a:lnTo>
                  <a:lnTo>
                    <a:pt x="754049" y="7001"/>
                  </a:lnTo>
                  <a:lnTo>
                    <a:pt x="757556" y="6714"/>
                  </a:lnTo>
                  <a:lnTo>
                    <a:pt x="761063" y="6427"/>
                  </a:lnTo>
                  <a:lnTo>
                    <a:pt x="764570" y="6139"/>
                  </a:lnTo>
                  <a:lnTo>
                    <a:pt x="768078" y="5850"/>
                  </a:lnTo>
                  <a:lnTo>
                    <a:pt x="771585" y="5561"/>
                  </a:lnTo>
                  <a:lnTo>
                    <a:pt x="775092" y="5272"/>
                  </a:lnTo>
                  <a:lnTo>
                    <a:pt x="778599" y="4983"/>
                  </a:lnTo>
                  <a:lnTo>
                    <a:pt x="782106" y="4693"/>
                  </a:lnTo>
                  <a:lnTo>
                    <a:pt x="785614" y="4402"/>
                  </a:lnTo>
                  <a:lnTo>
                    <a:pt x="789121" y="4112"/>
                  </a:lnTo>
                  <a:lnTo>
                    <a:pt x="792628" y="3820"/>
                  </a:lnTo>
                  <a:lnTo>
                    <a:pt x="796135" y="3529"/>
                  </a:lnTo>
                  <a:lnTo>
                    <a:pt x="799642" y="3237"/>
                  </a:lnTo>
                  <a:lnTo>
                    <a:pt x="803150" y="2944"/>
                  </a:lnTo>
                  <a:lnTo>
                    <a:pt x="806657" y="2652"/>
                  </a:lnTo>
                  <a:lnTo>
                    <a:pt x="810164" y="2359"/>
                  </a:lnTo>
                  <a:lnTo>
                    <a:pt x="813671" y="2065"/>
                  </a:lnTo>
                  <a:lnTo>
                    <a:pt x="817178" y="1771"/>
                  </a:lnTo>
                  <a:lnTo>
                    <a:pt x="820686" y="1477"/>
                  </a:lnTo>
                  <a:lnTo>
                    <a:pt x="824193" y="1182"/>
                  </a:lnTo>
                  <a:lnTo>
                    <a:pt x="827700" y="887"/>
                  </a:lnTo>
                  <a:lnTo>
                    <a:pt x="831207" y="592"/>
                  </a:lnTo>
                  <a:lnTo>
                    <a:pt x="834714" y="296"/>
                  </a:lnTo>
                  <a:lnTo>
                    <a:pt x="838222" y="0"/>
                  </a:lnTo>
                </a:path>
              </a:pathLst>
            </a:custGeom>
            <a:ln w="28456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34197" y="3225442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334197" y="3639043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376108" y="4085901"/>
              <a:ext cx="838222" cy="203064"/>
            </a:xfrm>
            <a:custGeom>
              <a:avLst/>
              <a:pathLst>
                <a:path w="838222" h="203064">
                  <a:moveTo>
                    <a:pt x="0" y="101596"/>
                  </a:moveTo>
                  <a:lnTo>
                    <a:pt x="3507" y="101953"/>
                  </a:lnTo>
                  <a:lnTo>
                    <a:pt x="7014" y="102302"/>
                  </a:lnTo>
                  <a:lnTo>
                    <a:pt x="10521" y="102650"/>
                  </a:lnTo>
                  <a:lnTo>
                    <a:pt x="14028" y="102973"/>
                  </a:lnTo>
                  <a:lnTo>
                    <a:pt x="17536" y="103291"/>
                  </a:lnTo>
                  <a:lnTo>
                    <a:pt x="21043" y="103683"/>
                  </a:lnTo>
                  <a:lnTo>
                    <a:pt x="24550" y="104047"/>
                  </a:lnTo>
                  <a:lnTo>
                    <a:pt x="28057" y="104422"/>
                  </a:lnTo>
                  <a:lnTo>
                    <a:pt x="31564" y="104816"/>
                  </a:lnTo>
                  <a:lnTo>
                    <a:pt x="35072" y="105208"/>
                  </a:lnTo>
                  <a:lnTo>
                    <a:pt x="38579" y="105601"/>
                  </a:lnTo>
                  <a:lnTo>
                    <a:pt x="42086" y="105993"/>
                  </a:lnTo>
                  <a:lnTo>
                    <a:pt x="45593" y="106384"/>
                  </a:lnTo>
                  <a:lnTo>
                    <a:pt x="49100" y="106735"/>
                  </a:lnTo>
                  <a:lnTo>
                    <a:pt x="52608" y="107021"/>
                  </a:lnTo>
                  <a:lnTo>
                    <a:pt x="56115" y="107276"/>
                  </a:lnTo>
                  <a:lnTo>
                    <a:pt x="59622" y="107537"/>
                  </a:lnTo>
                  <a:lnTo>
                    <a:pt x="63129" y="107889"/>
                  </a:lnTo>
                  <a:lnTo>
                    <a:pt x="66636" y="108260"/>
                  </a:lnTo>
                  <a:lnTo>
                    <a:pt x="70144" y="108622"/>
                  </a:lnTo>
                  <a:lnTo>
                    <a:pt x="73651" y="108983"/>
                  </a:lnTo>
                  <a:lnTo>
                    <a:pt x="77158" y="109344"/>
                  </a:lnTo>
                  <a:lnTo>
                    <a:pt x="80665" y="109644"/>
                  </a:lnTo>
                  <a:lnTo>
                    <a:pt x="84172" y="109998"/>
                  </a:lnTo>
                  <a:lnTo>
                    <a:pt x="87680" y="110366"/>
                  </a:lnTo>
                  <a:lnTo>
                    <a:pt x="91187" y="110695"/>
                  </a:lnTo>
                  <a:lnTo>
                    <a:pt x="94694" y="110979"/>
                  </a:lnTo>
                  <a:lnTo>
                    <a:pt x="98201" y="111272"/>
                  </a:lnTo>
                  <a:lnTo>
                    <a:pt x="101708" y="111600"/>
                  </a:lnTo>
                  <a:lnTo>
                    <a:pt x="105216" y="111938"/>
                  </a:lnTo>
                  <a:lnTo>
                    <a:pt x="108723" y="112289"/>
                  </a:lnTo>
                  <a:lnTo>
                    <a:pt x="112230" y="112596"/>
                  </a:lnTo>
                  <a:lnTo>
                    <a:pt x="115737" y="112831"/>
                  </a:lnTo>
                  <a:lnTo>
                    <a:pt x="119244" y="113079"/>
                  </a:lnTo>
                  <a:lnTo>
                    <a:pt x="122752" y="113336"/>
                  </a:lnTo>
                  <a:lnTo>
                    <a:pt x="126259" y="113594"/>
                  </a:lnTo>
                  <a:lnTo>
                    <a:pt x="129766" y="113672"/>
                  </a:lnTo>
                  <a:lnTo>
                    <a:pt x="133273" y="113860"/>
                  </a:lnTo>
                  <a:lnTo>
                    <a:pt x="136781" y="114217"/>
                  </a:lnTo>
                  <a:lnTo>
                    <a:pt x="140288" y="114578"/>
                  </a:lnTo>
                  <a:lnTo>
                    <a:pt x="143795" y="114886"/>
                  </a:lnTo>
                  <a:lnTo>
                    <a:pt x="147302" y="115151"/>
                  </a:lnTo>
                  <a:lnTo>
                    <a:pt x="150809" y="115409"/>
                  </a:lnTo>
                  <a:lnTo>
                    <a:pt x="154317" y="115750"/>
                  </a:lnTo>
                  <a:lnTo>
                    <a:pt x="157824" y="116051"/>
                  </a:lnTo>
                  <a:lnTo>
                    <a:pt x="161331" y="116481"/>
                  </a:lnTo>
                  <a:lnTo>
                    <a:pt x="164838" y="116840"/>
                  </a:lnTo>
                  <a:lnTo>
                    <a:pt x="168345" y="117166"/>
                  </a:lnTo>
                  <a:lnTo>
                    <a:pt x="171853" y="117375"/>
                  </a:lnTo>
                  <a:lnTo>
                    <a:pt x="175360" y="117588"/>
                  </a:lnTo>
                  <a:lnTo>
                    <a:pt x="178867" y="118022"/>
                  </a:lnTo>
                  <a:lnTo>
                    <a:pt x="182374" y="118275"/>
                  </a:lnTo>
                  <a:lnTo>
                    <a:pt x="185881" y="118502"/>
                  </a:lnTo>
                  <a:lnTo>
                    <a:pt x="189389" y="118652"/>
                  </a:lnTo>
                  <a:lnTo>
                    <a:pt x="192896" y="119068"/>
                  </a:lnTo>
                  <a:lnTo>
                    <a:pt x="196403" y="119400"/>
                  </a:lnTo>
                  <a:lnTo>
                    <a:pt x="199910" y="119817"/>
                  </a:lnTo>
                  <a:lnTo>
                    <a:pt x="203417" y="120191"/>
                  </a:lnTo>
                  <a:lnTo>
                    <a:pt x="206925" y="120499"/>
                  </a:lnTo>
                  <a:lnTo>
                    <a:pt x="210432" y="120813"/>
                  </a:lnTo>
                  <a:lnTo>
                    <a:pt x="213939" y="121139"/>
                  </a:lnTo>
                  <a:lnTo>
                    <a:pt x="217446" y="121427"/>
                  </a:lnTo>
                  <a:lnTo>
                    <a:pt x="220953" y="121634"/>
                  </a:lnTo>
                  <a:lnTo>
                    <a:pt x="224461" y="121821"/>
                  </a:lnTo>
                  <a:lnTo>
                    <a:pt x="227968" y="122086"/>
                  </a:lnTo>
                  <a:lnTo>
                    <a:pt x="231475" y="122285"/>
                  </a:lnTo>
                  <a:lnTo>
                    <a:pt x="234982" y="122503"/>
                  </a:lnTo>
                  <a:lnTo>
                    <a:pt x="238489" y="122711"/>
                  </a:lnTo>
                  <a:lnTo>
                    <a:pt x="241997" y="122921"/>
                  </a:lnTo>
                  <a:lnTo>
                    <a:pt x="245504" y="123218"/>
                  </a:lnTo>
                  <a:lnTo>
                    <a:pt x="249011" y="123515"/>
                  </a:lnTo>
                  <a:lnTo>
                    <a:pt x="252518" y="123722"/>
                  </a:lnTo>
                  <a:lnTo>
                    <a:pt x="256026" y="123854"/>
                  </a:lnTo>
                  <a:lnTo>
                    <a:pt x="259533" y="124163"/>
                  </a:lnTo>
                  <a:lnTo>
                    <a:pt x="263040" y="124304"/>
                  </a:lnTo>
                  <a:lnTo>
                    <a:pt x="266547" y="124525"/>
                  </a:lnTo>
                  <a:lnTo>
                    <a:pt x="270054" y="124761"/>
                  </a:lnTo>
                  <a:lnTo>
                    <a:pt x="273562" y="124920"/>
                  </a:lnTo>
                  <a:lnTo>
                    <a:pt x="277069" y="124997"/>
                  </a:lnTo>
                  <a:lnTo>
                    <a:pt x="280576" y="125124"/>
                  </a:lnTo>
                  <a:lnTo>
                    <a:pt x="284083" y="125322"/>
                  </a:lnTo>
                  <a:lnTo>
                    <a:pt x="287590" y="125423"/>
                  </a:lnTo>
                  <a:lnTo>
                    <a:pt x="291098" y="125562"/>
                  </a:lnTo>
                  <a:lnTo>
                    <a:pt x="294605" y="125628"/>
                  </a:lnTo>
                  <a:lnTo>
                    <a:pt x="298112" y="125638"/>
                  </a:lnTo>
                  <a:lnTo>
                    <a:pt x="301619" y="125595"/>
                  </a:lnTo>
                  <a:lnTo>
                    <a:pt x="305126" y="125556"/>
                  </a:lnTo>
                  <a:lnTo>
                    <a:pt x="308634" y="125450"/>
                  </a:lnTo>
                  <a:lnTo>
                    <a:pt x="312141" y="125322"/>
                  </a:lnTo>
                  <a:lnTo>
                    <a:pt x="315648" y="125275"/>
                  </a:lnTo>
                  <a:lnTo>
                    <a:pt x="319155" y="125180"/>
                  </a:lnTo>
                  <a:lnTo>
                    <a:pt x="322662" y="124970"/>
                  </a:lnTo>
                  <a:lnTo>
                    <a:pt x="326170" y="124855"/>
                  </a:lnTo>
                  <a:lnTo>
                    <a:pt x="329677" y="124760"/>
                  </a:lnTo>
                  <a:lnTo>
                    <a:pt x="333184" y="124504"/>
                  </a:lnTo>
                  <a:lnTo>
                    <a:pt x="336691" y="124517"/>
                  </a:lnTo>
                  <a:lnTo>
                    <a:pt x="340198" y="124245"/>
                  </a:lnTo>
                  <a:lnTo>
                    <a:pt x="343706" y="123853"/>
                  </a:lnTo>
                  <a:lnTo>
                    <a:pt x="347213" y="123559"/>
                  </a:lnTo>
                  <a:lnTo>
                    <a:pt x="350720" y="123157"/>
                  </a:lnTo>
                  <a:lnTo>
                    <a:pt x="354227" y="122726"/>
                  </a:lnTo>
                  <a:lnTo>
                    <a:pt x="357734" y="122343"/>
                  </a:lnTo>
                  <a:lnTo>
                    <a:pt x="361242" y="121882"/>
                  </a:lnTo>
                  <a:lnTo>
                    <a:pt x="364749" y="121185"/>
                  </a:lnTo>
                  <a:lnTo>
                    <a:pt x="368256" y="120459"/>
                  </a:lnTo>
                  <a:lnTo>
                    <a:pt x="371763" y="119868"/>
                  </a:lnTo>
                  <a:lnTo>
                    <a:pt x="375271" y="119369"/>
                  </a:lnTo>
                  <a:lnTo>
                    <a:pt x="378778" y="118876"/>
                  </a:lnTo>
                  <a:lnTo>
                    <a:pt x="382285" y="118402"/>
                  </a:lnTo>
                  <a:lnTo>
                    <a:pt x="385792" y="117806"/>
                  </a:lnTo>
                  <a:lnTo>
                    <a:pt x="389299" y="117180"/>
                  </a:lnTo>
                  <a:lnTo>
                    <a:pt x="392807" y="116550"/>
                  </a:lnTo>
                  <a:lnTo>
                    <a:pt x="396314" y="115781"/>
                  </a:lnTo>
                  <a:lnTo>
                    <a:pt x="399821" y="115108"/>
                  </a:lnTo>
                  <a:lnTo>
                    <a:pt x="403328" y="114307"/>
                  </a:lnTo>
                  <a:lnTo>
                    <a:pt x="406835" y="113682"/>
                  </a:lnTo>
                  <a:lnTo>
                    <a:pt x="410343" y="112910"/>
                  </a:lnTo>
                  <a:lnTo>
                    <a:pt x="413850" y="112172"/>
                  </a:lnTo>
                  <a:lnTo>
                    <a:pt x="417357" y="111436"/>
                  </a:lnTo>
                  <a:lnTo>
                    <a:pt x="420864" y="110747"/>
                  </a:lnTo>
                  <a:lnTo>
                    <a:pt x="424371" y="110157"/>
                  </a:lnTo>
                  <a:lnTo>
                    <a:pt x="427879" y="109521"/>
                  </a:lnTo>
                  <a:lnTo>
                    <a:pt x="431386" y="108857"/>
                  </a:lnTo>
                  <a:lnTo>
                    <a:pt x="434893" y="108111"/>
                  </a:lnTo>
                  <a:lnTo>
                    <a:pt x="438400" y="107265"/>
                  </a:lnTo>
                  <a:lnTo>
                    <a:pt x="441907" y="106547"/>
                  </a:lnTo>
                  <a:lnTo>
                    <a:pt x="445415" y="105835"/>
                  </a:lnTo>
                  <a:lnTo>
                    <a:pt x="448922" y="105049"/>
                  </a:lnTo>
                  <a:lnTo>
                    <a:pt x="452429" y="104203"/>
                  </a:lnTo>
                  <a:lnTo>
                    <a:pt x="455936" y="103505"/>
                  </a:lnTo>
                  <a:lnTo>
                    <a:pt x="459443" y="102788"/>
                  </a:lnTo>
                  <a:lnTo>
                    <a:pt x="462951" y="102006"/>
                  </a:lnTo>
                  <a:lnTo>
                    <a:pt x="466458" y="101319"/>
                  </a:lnTo>
                  <a:lnTo>
                    <a:pt x="469965" y="100542"/>
                  </a:lnTo>
                  <a:lnTo>
                    <a:pt x="473472" y="99722"/>
                  </a:lnTo>
                  <a:lnTo>
                    <a:pt x="476979" y="98847"/>
                  </a:lnTo>
                  <a:lnTo>
                    <a:pt x="480487" y="97937"/>
                  </a:lnTo>
                  <a:lnTo>
                    <a:pt x="483994" y="97112"/>
                  </a:lnTo>
                  <a:lnTo>
                    <a:pt x="487501" y="96420"/>
                  </a:lnTo>
                  <a:lnTo>
                    <a:pt x="491008" y="95635"/>
                  </a:lnTo>
                  <a:lnTo>
                    <a:pt x="494516" y="94898"/>
                  </a:lnTo>
                  <a:lnTo>
                    <a:pt x="498023" y="94064"/>
                  </a:lnTo>
                  <a:lnTo>
                    <a:pt x="501530" y="93129"/>
                  </a:lnTo>
                  <a:lnTo>
                    <a:pt x="505037" y="92256"/>
                  </a:lnTo>
                  <a:lnTo>
                    <a:pt x="508544" y="91339"/>
                  </a:lnTo>
                  <a:lnTo>
                    <a:pt x="512052" y="90468"/>
                  </a:lnTo>
                  <a:lnTo>
                    <a:pt x="515559" y="89658"/>
                  </a:lnTo>
                  <a:lnTo>
                    <a:pt x="519066" y="88923"/>
                  </a:lnTo>
                  <a:lnTo>
                    <a:pt x="522573" y="88147"/>
                  </a:lnTo>
                  <a:lnTo>
                    <a:pt x="526080" y="87341"/>
                  </a:lnTo>
                  <a:lnTo>
                    <a:pt x="529588" y="86528"/>
                  </a:lnTo>
                  <a:lnTo>
                    <a:pt x="533095" y="85791"/>
                  </a:lnTo>
                  <a:lnTo>
                    <a:pt x="536602" y="84886"/>
                  </a:lnTo>
                  <a:lnTo>
                    <a:pt x="540109" y="83857"/>
                  </a:lnTo>
                  <a:lnTo>
                    <a:pt x="543616" y="82876"/>
                  </a:lnTo>
                  <a:lnTo>
                    <a:pt x="547124" y="81906"/>
                  </a:lnTo>
                  <a:lnTo>
                    <a:pt x="550631" y="80938"/>
                  </a:lnTo>
                  <a:lnTo>
                    <a:pt x="554138" y="80098"/>
                  </a:lnTo>
                  <a:lnTo>
                    <a:pt x="557645" y="79216"/>
                  </a:lnTo>
                  <a:lnTo>
                    <a:pt x="561152" y="78332"/>
                  </a:lnTo>
                  <a:lnTo>
                    <a:pt x="564660" y="77510"/>
                  </a:lnTo>
                  <a:lnTo>
                    <a:pt x="568167" y="76598"/>
                  </a:lnTo>
                  <a:lnTo>
                    <a:pt x="571674" y="75706"/>
                  </a:lnTo>
                  <a:lnTo>
                    <a:pt x="575181" y="74682"/>
                  </a:lnTo>
                  <a:lnTo>
                    <a:pt x="578688" y="73718"/>
                  </a:lnTo>
                  <a:lnTo>
                    <a:pt x="582196" y="72834"/>
                  </a:lnTo>
                  <a:lnTo>
                    <a:pt x="585703" y="71949"/>
                  </a:lnTo>
                  <a:lnTo>
                    <a:pt x="589210" y="71065"/>
                  </a:lnTo>
                  <a:lnTo>
                    <a:pt x="592717" y="70180"/>
                  </a:lnTo>
                  <a:lnTo>
                    <a:pt x="596224" y="69292"/>
                  </a:lnTo>
                  <a:lnTo>
                    <a:pt x="599732" y="68403"/>
                  </a:lnTo>
                  <a:lnTo>
                    <a:pt x="603239" y="67382"/>
                  </a:lnTo>
                  <a:lnTo>
                    <a:pt x="606746" y="66454"/>
                  </a:lnTo>
                  <a:lnTo>
                    <a:pt x="610253" y="65582"/>
                  </a:lnTo>
                  <a:lnTo>
                    <a:pt x="613761" y="64709"/>
                  </a:lnTo>
                  <a:lnTo>
                    <a:pt x="617268" y="63823"/>
                  </a:lnTo>
                  <a:lnTo>
                    <a:pt x="620775" y="62943"/>
                  </a:lnTo>
                  <a:lnTo>
                    <a:pt x="624282" y="61992"/>
                  </a:lnTo>
                  <a:lnTo>
                    <a:pt x="627789" y="61090"/>
                  </a:lnTo>
                  <a:lnTo>
                    <a:pt x="631297" y="60082"/>
                  </a:lnTo>
                  <a:lnTo>
                    <a:pt x="634804" y="59072"/>
                  </a:lnTo>
                  <a:lnTo>
                    <a:pt x="638311" y="58060"/>
                  </a:lnTo>
                  <a:lnTo>
                    <a:pt x="641818" y="57053"/>
                  </a:lnTo>
                  <a:lnTo>
                    <a:pt x="645325" y="56065"/>
                  </a:lnTo>
                  <a:lnTo>
                    <a:pt x="648833" y="55101"/>
                  </a:lnTo>
                  <a:lnTo>
                    <a:pt x="652340" y="54146"/>
                  </a:lnTo>
                  <a:lnTo>
                    <a:pt x="655847" y="53209"/>
                  </a:lnTo>
                  <a:lnTo>
                    <a:pt x="659354" y="52272"/>
                  </a:lnTo>
                  <a:lnTo>
                    <a:pt x="662861" y="51283"/>
                  </a:lnTo>
                  <a:lnTo>
                    <a:pt x="666369" y="50256"/>
                  </a:lnTo>
                  <a:lnTo>
                    <a:pt x="669876" y="49228"/>
                  </a:lnTo>
                  <a:lnTo>
                    <a:pt x="673383" y="48299"/>
                  </a:lnTo>
                  <a:lnTo>
                    <a:pt x="676890" y="47321"/>
                  </a:lnTo>
                  <a:lnTo>
                    <a:pt x="680397" y="46405"/>
                  </a:lnTo>
                  <a:lnTo>
                    <a:pt x="683905" y="45428"/>
                  </a:lnTo>
                  <a:lnTo>
                    <a:pt x="687412" y="44433"/>
                  </a:lnTo>
                  <a:lnTo>
                    <a:pt x="690919" y="43423"/>
                  </a:lnTo>
                  <a:lnTo>
                    <a:pt x="694426" y="42420"/>
                  </a:lnTo>
                  <a:lnTo>
                    <a:pt x="697933" y="41369"/>
                  </a:lnTo>
                  <a:lnTo>
                    <a:pt x="701441" y="40317"/>
                  </a:lnTo>
                  <a:lnTo>
                    <a:pt x="704948" y="39304"/>
                  </a:lnTo>
                  <a:lnTo>
                    <a:pt x="708455" y="38390"/>
                  </a:lnTo>
                  <a:lnTo>
                    <a:pt x="711962" y="37353"/>
                  </a:lnTo>
                  <a:lnTo>
                    <a:pt x="715469" y="36289"/>
                  </a:lnTo>
                  <a:lnTo>
                    <a:pt x="718977" y="35223"/>
                  </a:lnTo>
                  <a:lnTo>
                    <a:pt x="722484" y="34173"/>
                  </a:lnTo>
                  <a:lnTo>
                    <a:pt x="725991" y="33207"/>
                  </a:lnTo>
                  <a:lnTo>
                    <a:pt x="729498" y="32166"/>
                  </a:lnTo>
                  <a:lnTo>
                    <a:pt x="733006" y="31123"/>
                  </a:lnTo>
                  <a:lnTo>
                    <a:pt x="736513" y="30079"/>
                  </a:lnTo>
                  <a:lnTo>
                    <a:pt x="740020" y="29034"/>
                  </a:lnTo>
                  <a:lnTo>
                    <a:pt x="743527" y="27987"/>
                  </a:lnTo>
                  <a:lnTo>
                    <a:pt x="747034" y="26939"/>
                  </a:lnTo>
                  <a:lnTo>
                    <a:pt x="750542" y="25892"/>
                  </a:lnTo>
                  <a:lnTo>
                    <a:pt x="754049" y="24869"/>
                  </a:lnTo>
                  <a:lnTo>
                    <a:pt x="757556" y="23845"/>
                  </a:lnTo>
                  <a:lnTo>
                    <a:pt x="761063" y="22819"/>
                  </a:lnTo>
                  <a:lnTo>
                    <a:pt x="764570" y="21794"/>
                  </a:lnTo>
                  <a:lnTo>
                    <a:pt x="768078" y="20768"/>
                  </a:lnTo>
                  <a:lnTo>
                    <a:pt x="771585" y="19741"/>
                  </a:lnTo>
                  <a:lnTo>
                    <a:pt x="775092" y="18713"/>
                  </a:lnTo>
                  <a:lnTo>
                    <a:pt x="778599" y="17655"/>
                  </a:lnTo>
                  <a:lnTo>
                    <a:pt x="782106" y="16631"/>
                  </a:lnTo>
                  <a:lnTo>
                    <a:pt x="785614" y="15612"/>
                  </a:lnTo>
                  <a:lnTo>
                    <a:pt x="789121" y="14586"/>
                  </a:lnTo>
                  <a:lnTo>
                    <a:pt x="792628" y="13552"/>
                  </a:lnTo>
                  <a:lnTo>
                    <a:pt x="796135" y="12517"/>
                  </a:lnTo>
                  <a:lnTo>
                    <a:pt x="799642" y="11484"/>
                  </a:lnTo>
                  <a:lnTo>
                    <a:pt x="803150" y="10451"/>
                  </a:lnTo>
                  <a:lnTo>
                    <a:pt x="806657" y="9418"/>
                  </a:lnTo>
                  <a:lnTo>
                    <a:pt x="810164" y="8384"/>
                  </a:lnTo>
                  <a:lnTo>
                    <a:pt x="813671" y="7349"/>
                  </a:lnTo>
                  <a:lnTo>
                    <a:pt x="817178" y="6338"/>
                  </a:lnTo>
                  <a:lnTo>
                    <a:pt x="820686" y="5276"/>
                  </a:lnTo>
                  <a:lnTo>
                    <a:pt x="824193" y="4234"/>
                  </a:lnTo>
                  <a:lnTo>
                    <a:pt x="827700" y="3194"/>
                  </a:lnTo>
                  <a:lnTo>
                    <a:pt x="831207" y="2153"/>
                  </a:lnTo>
                  <a:lnTo>
                    <a:pt x="834714" y="1111"/>
                  </a:lnTo>
                  <a:lnTo>
                    <a:pt x="838222" y="0"/>
                  </a:lnTo>
                  <a:lnTo>
                    <a:pt x="838222" y="180717"/>
                  </a:lnTo>
                  <a:lnTo>
                    <a:pt x="834714" y="180434"/>
                  </a:lnTo>
                  <a:lnTo>
                    <a:pt x="831207" y="180151"/>
                  </a:lnTo>
                  <a:lnTo>
                    <a:pt x="827700" y="179868"/>
                  </a:lnTo>
                  <a:lnTo>
                    <a:pt x="824193" y="179585"/>
                  </a:lnTo>
                  <a:lnTo>
                    <a:pt x="820686" y="179299"/>
                  </a:lnTo>
                  <a:lnTo>
                    <a:pt x="817178" y="179045"/>
                  </a:lnTo>
                  <a:lnTo>
                    <a:pt x="813671" y="178806"/>
                  </a:lnTo>
                  <a:lnTo>
                    <a:pt x="810164" y="178451"/>
                  </a:lnTo>
                  <a:lnTo>
                    <a:pt x="806657" y="178146"/>
                  </a:lnTo>
                  <a:lnTo>
                    <a:pt x="803150" y="177810"/>
                  </a:lnTo>
                  <a:lnTo>
                    <a:pt x="799642" y="177474"/>
                  </a:lnTo>
                  <a:lnTo>
                    <a:pt x="796135" y="177136"/>
                  </a:lnTo>
                  <a:lnTo>
                    <a:pt x="792628" y="176799"/>
                  </a:lnTo>
                  <a:lnTo>
                    <a:pt x="789121" y="176460"/>
                  </a:lnTo>
                  <a:lnTo>
                    <a:pt x="785614" y="176121"/>
                  </a:lnTo>
                  <a:lnTo>
                    <a:pt x="782106" y="175781"/>
                  </a:lnTo>
                  <a:lnTo>
                    <a:pt x="778599" y="175441"/>
                  </a:lnTo>
                  <a:lnTo>
                    <a:pt x="775092" y="175100"/>
                  </a:lnTo>
                  <a:lnTo>
                    <a:pt x="771585" y="174789"/>
                  </a:lnTo>
                  <a:lnTo>
                    <a:pt x="768078" y="174495"/>
                  </a:lnTo>
                  <a:lnTo>
                    <a:pt x="764570" y="174201"/>
                  </a:lnTo>
                  <a:lnTo>
                    <a:pt x="761063" y="173907"/>
                  </a:lnTo>
                  <a:lnTo>
                    <a:pt x="757556" y="173612"/>
                  </a:lnTo>
                  <a:lnTo>
                    <a:pt x="754049" y="173317"/>
                  </a:lnTo>
                  <a:lnTo>
                    <a:pt x="750542" y="173022"/>
                  </a:lnTo>
                  <a:lnTo>
                    <a:pt x="747034" y="172726"/>
                  </a:lnTo>
                  <a:lnTo>
                    <a:pt x="743527" y="172430"/>
                  </a:lnTo>
                  <a:lnTo>
                    <a:pt x="740020" y="172199"/>
                  </a:lnTo>
                  <a:lnTo>
                    <a:pt x="736513" y="171880"/>
                  </a:lnTo>
                  <a:lnTo>
                    <a:pt x="733006" y="171631"/>
                  </a:lnTo>
                  <a:lnTo>
                    <a:pt x="729498" y="171391"/>
                  </a:lnTo>
                  <a:lnTo>
                    <a:pt x="725991" y="171124"/>
                  </a:lnTo>
                  <a:lnTo>
                    <a:pt x="722484" y="170770"/>
                  </a:lnTo>
                  <a:lnTo>
                    <a:pt x="718977" y="170415"/>
                  </a:lnTo>
                  <a:lnTo>
                    <a:pt x="715469" y="170070"/>
                  </a:lnTo>
                  <a:lnTo>
                    <a:pt x="711962" y="169828"/>
                  </a:lnTo>
                  <a:lnTo>
                    <a:pt x="708455" y="169587"/>
                  </a:lnTo>
                  <a:lnTo>
                    <a:pt x="704948" y="169345"/>
                  </a:lnTo>
                  <a:lnTo>
                    <a:pt x="701441" y="169102"/>
                  </a:lnTo>
                  <a:lnTo>
                    <a:pt x="697933" y="168857"/>
                  </a:lnTo>
                  <a:lnTo>
                    <a:pt x="694426" y="168612"/>
                  </a:lnTo>
                  <a:lnTo>
                    <a:pt x="690919" y="168367"/>
                  </a:lnTo>
                  <a:lnTo>
                    <a:pt x="687412" y="168063"/>
                  </a:lnTo>
                  <a:lnTo>
                    <a:pt x="683905" y="167725"/>
                  </a:lnTo>
                  <a:lnTo>
                    <a:pt x="680397" y="167369"/>
                  </a:lnTo>
                  <a:lnTo>
                    <a:pt x="676890" y="167008"/>
                  </a:lnTo>
                  <a:lnTo>
                    <a:pt x="673383" y="166650"/>
                  </a:lnTo>
                  <a:lnTo>
                    <a:pt x="669876" y="166374"/>
                  </a:lnTo>
                  <a:lnTo>
                    <a:pt x="666369" y="166107"/>
                  </a:lnTo>
                  <a:lnTo>
                    <a:pt x="662861" y="165875"/>
                  </a:lnTo>
                  <a:lnTo>
                    <a:pt x="659354" y="165549"/>
                  </a:lnTo>
                  <a:lnTo>
                    <a:pt x="655847" y="165221"/>
                  </a:lnTo>
                  <a:lnTo>
                    <a:pt x="652340" y="164878"/>
                  </a:lnTo>
                  <a:lnTo>
                    <a:pt x="648833" y="164558"/>
                  </a:lnTo>
                  <a:lnTo>
                    <a:pt x="645325" y="164224"/>
                  </a:lnTo>
                  <a:lnTo>
                    <a:pt x="641818" y="163891"/>
                  </a:lnTo>
                  <a:lnTo>
                    <a:pt x="638311" y="163559"/>
                  </a:lnTo>
                  <a:lnTo>
                    <a:pt x="634804" y="163225"/>
                  </a:lnTo>
                  <a:lnTo>
                    <a:pt x="631297" y="162961"/>
                  </a:lnTo>
                  <a:lnTo>
                    <a:pt x="627789" y="162706"/>
                  </a:lnTo>
                  <a:lnTo>
                    <a:pt x="624282" y="162448"/>
                  </a:lnTo>
                  <a:lnTo>
                    <a:pt x="620775" y="162128"/>
                  </a:lnTo>
                  <a:lnTo>
                    <a:pt x="617268" y="161785"/>
                  </a:lnTo>
                  <a:lnTo>
                    <a:pt x="613761" y="161550"/>
                  </a:lnTo>
                  <a:lnTo>
                    <a:pt x="610253" y="161339"/>
                  </a:lnTo>
                  <a:lnTo>
                    <a:pt x="606746" y="161121"/>
                  </a:lnTo>
                  <a:lnTo>
                    <a:pt x="603239" y="160899"/>
                  </a:lnTo>
                  <a:lnTo>
                    <a:pt x="599732" y="160620"/>
                  </a:lnTo>
                  <a:lnTo>
                    <a:pt x="596224" y="160309"/>
                  </a:lnTo>
                  <a:lnTo>
                    <a:pt x="592717" y="159974"/>
                  </a:lnTo>
                  <a:lnTo>
                    <a:pt x="589210" y="159657"/>
                  </a:lnTo>
                  <a:lnTo>
                    <a:pt x="585703" y="159410"/>
                  </a:lnTo>
                  <a:lnTo>
                    <a:pt x="582196" y="159162"/>
                  </a:lnTo>
                  <a:lnTo>
                    <a:pt x="578688" y="158763"/>
                  </a:lnTo>
                  <a:lnTo>
                    <a:pt x="575181" y="158443"/>
                  </a:lnTo>
                  <a:lnTo>
                    <a:pt x="571674" y="158064"/>
                  </a:lnTo>
                  <a:lnTo>
                    <a:pt x="568167" y="157778"/>
                  </a:lnTo>
                  <a:lnTo>
                    <a:pt x="564660" y="157516"/>
                  </a:lnTo>
                  <a:lnTo>
                    <a:pt x="561152" y="157258"/>
                  </a:lnTo>
                  <a:lnTo>
                    <a:pt x="557645" y="156999"/>
                  </a:lnTo>
                  <a:lnTo>
                    <a:pt x="554138" y="156809"/>
                  </a:lnTo>
                  <a:lnTo>
                    <a:pt x="550631" y="156636"/>
                  </a:lnTo>
                  <a:lnTo>
                    <a:pt x="547124" y="156322"/>
                  </a:lnTo>
                  <a:lnTo>
                    <a:pt x="543616" y="156005"/>
                  </a:lnTo>
                  <a:lnTo>
                    <a:pt x="540109" y="155656"/>
                  </a:lnTo>
                  <a:lnTo>
                    <a:pt x="536602" y="155429"/>
                  </a:lnTo>
                  <a:lnTo>
                    <a:pt x="533095" y="155177"/>
                  </a:lnTo>
                  <a:lnTo>
                    <a:pt x="529588" y="154953"/>
                  </a:lnTo>
                  <a:lnTo>
                    <a:pt x="526080" y="154729"/>
                  </a:lnTo>
                  <a:lnTo>
                    <a:pt x="522573" y="154520"/>
                  </a:lnTo>
                  <a:lnTo>
                    <a:pt x="519066" y="154318"/>
                  </a:lnTo>
                  <a:lnTo>
                    <a:pt x="515559" y="154142"/>
                  </a:lnTo>
                  <a:lnTo>
                    <a:pt x="512052" y="153966"/>
                  </a:lnTo>
                  <a:lnTo>
                    <a:pt x="508544" y="153621"/>
                  </a:lnTo>
                  <a:lnTo>
                    <a:pt x="505037" y="153376"/>
                  </a:lnTo>
                  <a:lnTo>
                    <a:pt x="501530" y="153135"/>
                  </a:lnTo>
                  <a:lnTo>
                    <a:pt x="498023" y="152774"/>
                  </a:lnTo>
                  <a:lnTo>
                    <a:pt x="494516" y="152430"/>
                  </a:lnTo>
                  <a:lnTo>
                    <a:pt x="491008" y="152100"/>
                  </a:lnTo>
                  <a:lnTo>
                    <a:pt x="487501" y="151846"/>
                  </a:lnTo>
                  <a:lnTo>
                    <a:pt x="483994" y="151513"/>
                  </a:lnTo>
                  <a:lnTo>
                    <a:pt x="480487" y="151201"/>
                  </a:lnTo>
                  <a:lnTo>
                    <a:pt x="476979" y="150966"/>
                  </a:lnTo>
                  <a:lnTo>
                    <a:pt x="473472" y="150667"/>
                  </a:lnTo>
                  <a:lnTo>
                    <a:pt x="469965" y="150401"/>
                  </a:lnTo>
                  <a:lnTo>
                    <a:pt x="466458" y="150141"/>
                  </a:lnTo>
                  <a:lnTo>
                    <a:pt x="462951" y="149901"/>
                  </a:lnTo>
                  <a:lnTo>
                    <a:pt x="459443" y="149762"/>
                  </a:lnTo>
                  <a:lnTo>
                    <a:pt x="455936" y="149434"/>
                  </a:lnTo>
                  <a:lnTo>
                    <a:pt x="452429" y="149276"/>
                  </a:lnTo>
                  <a:lnTo>
                    <a:pt x="448922" y="148991"/>
                  </a:lnTo>
                  <a:lnTo>
                    <a:pt x="445415" y="148768"/>
                  </a:lnTo>
                  <a:lnTo>
                    <a:pt x="441907" y="148561"/>
                  </a:lnTo>
                  <a:lnTo>
                    <a:pt x="438400" y="148336"/>
                  </a:lnTo>
                  <a:lnTo>
                    <a:pt x="434893" y="148118"/>
                  </a:lnTo>
                  <a:lnTo>
                    <a:pt x="431386" y="147885"/>
                  </a:lnTo>
                  <a:lnTo>
                    <a:pt x="427879" y="147694"/>
                  </a:lnTo>
                  <a:lnTo>
                    <a:pt x="424371" y="147468"/>
                  </a:lnTo>
                  <a:lnTo>
                    <a:pt x="420864" y="147267"/>
                  </a:lnTo>
                  <a:lnTo>
                    <a:pt x="417357" y="147034"/>
                  </a:lnTo>
                  <a:lnTo>
                    <a:pt x="413850" y="146790"/>
                  </a:lnTo>
                  <a:lnTo>
                    <a:pt x="410343" y="146526"/>
                  </a:lnTo>
                  <a:lnTo>
                    <a:pt x="406835" y="146324"/>
                  </a:lnTo>
                  <a:lnTo>
                    <a:pt x="403328" y="146122"/>
                  </a:lnTo>
                  <a:lnTo>
                    <a:pt x="399821" y="145849"/>
                  </a:lnTo>
                  <a:lnTo>
                    <a:pt x="396314" y="145578"/>
                  </a:lnTo>
                  <a:lnTo>
                    <a:pt x="392807" y="145446"/>
                  </a:lnTo>
                  <a:lnTo>
                    <a:pt x="389299" y="145328"/>
                  </a:lnTo>
                  <a:lnTo>
                    <a:pt x="385792" y="145349"/>
                  </a:lnTo>
                  <a:lnTo>
                    <a:pt x="382285" y="145290"/>
                  </a:lnTo>
                  <a:lnTo>
                    <a:pt x="378778" y="145243"/>
                  </a:lnTo>
                  <a:lnTo>
                    <a:pt x="375271" y="145311"/>
                  </a:lnTo>
                  <a:lnTo>
                    <a:pt x="371763" y="145261"/>
                  </a:lnTo>
                  <a:lnTo>
                    <a:pt x="368256" y="145183"/>
                  </a:lnTo>
                  <a:lnTo>
                    <a:pt x="364749" y="145212"/>
                  </a:lnTo>
                  <a:lnTo>
                    <a:pt x="361242" y="145165"/>
                  </a:lnTo>
                  <a:lnTo>
                    <a:pt x="357734" y="145282"/>
                  </a:lnTo>
                  <a:lnTo>
                    <a:pt x="354227" y="145445"/>
                  </a:lnTo>
                  <a:lnTo>
                    <a:pt x="350720" y="145463"/>
                  </a:lnTo>
                  <a:lnTo>
                    <a:pt x="347213" y="145518"/>
                  </a:lnTo>
                  <a:lnTo>
                    <a:pt x="343706" y="145686"/>
                  </a:lnTo>
                  <a:lnTo>
                    <a:pt x="340198" y="145904"/>
                  </a:lnTo>
                  <a:lnTo>
                    <a:pt x="336691" y="146041"/>
                  </a:lnTo>
                  <a:lnTo>
                    <a:pt x="333184" y="146409"/>
                  </a:lnTo>
                  <a:lnTo>
                    <a:pt x="329677" y="146686"/>
                  </a:lnTo>
                  <a:lnTo>
                    <a:pt x="326170" y="147023"/>
                  </a:lnTo>
                  <a:lnTo>
                    <a:pt x="322662" y="147259"/>
                  </a:lnTo>
                  <a:lnTo>
                    <a:pt x="319155" y="147530"/>
                  </a:lnTo>
                  <a:lnTo>
                    <a:pt x="315648" y="147933"/>
                  </a:lnTo>
                  <a:lnTo>
                    <a:pt x="312141" y="148355"/>
                  </a:lnTo>
                  <a:lnTo>
                    <a:pt x="308634" y="148731"/>
                  </a:lnTo>
                  <a:lnTo>
                    <a:pt x="305126" y="149165"/>
                  </a:lnTo>
                  <a:lnTo>
                    <a:pt x="301619" y="149664"/>
                  </a:lnTo>
                  <a:lnTo>
                    <a:pt x="298112" y="150287"/>
                  </a:lnTo>
                  <a:lnTo>
                    <a:pt x="294605" y="150746"/>
                  </a:lnTo>
                  <a:lnTo>
                    <a:pt x="291098" y="151256"/>
                  </a:lnTo>
                  <a:lnTo>
                    <a:pt x="287590" y="151743"/>
                  </a:lnTo>
                  <a:lnTo>
                    <a:pt x="284083" y="152297"/>
                  </a:lnTo>
                  <a:lnTo>
                    <a:pt x="280576" y="152853"/>
                  </a:lnTo>
                  <a:lnTo>
                    <a:pt x="277069" y="153446"/>
                  </a:lnTo>
                  <a:lnTo>
                    <a:pt x="273562" y="154054"/>
                  </a:lnTo>
                  <a:lnTo>
                    <a:pt x="270054" y="154660"/>
                  </a:lnTo>
                  <a:lnTo>
                    <a:pt x="266547" y="155261"/>
                  </a:lnTo>
                  <a:lnTo>
                    <a:pt x="263040" y="155864"/>
                  </a:lnTo>
                  <a:lnTo>
                    <a:pt x="259533" y="156548"/>
                  </a:lnTo>
                  <a:lnTo>
                    <a:pt x="256026" y="157104"/>
                  </a:lnTo>
                  <a:lnTo>
                    <a:pt x="252518" y="157646"/>
                  </a:lnTo>
                  <a:lnTo>
                    <a:pt x="249011" y="158295"/>
                  </a:lnTo>
                  <a:lnTo>
                    <a:pt x="245504" y="158925"/>
                  </a:lnTo>
                  <a:lnTo>
                    <a:pt x="241997" y="159571"/>
                  </a:lnTo>
                  <a:lnTo>
                    <a:pt x="238489" y="160264"/>
                  </a:lnTo>
                  <a:lnTo>
                    <a:pt x="234982" y="160806"/>
                  </a:lnTo>
                  <a:lnTo>
                    <a:pt x="231475" y="161339"/>
                  </a:lnTo>
                  <a:lnTo>
                    <a:pt x="227968" y="161989"/>
                  </a:lnTo>
                  <a:lnTo>
                    <a:pt x="224461" y="162670"/>
                  </a:lnTo>
                  <a:lnTo>
                    <a:pt x="220953" y="163347"/>
                  </a:lnTo>
                  <a:lnTo>
                    <a:pt x="217446" y="164130"/>
                  </a:lnTo>
                  <a:lnTo>
                    <a:pt x="213939" y="164818"/>
                  </a:lnTo>
                  <a:lnTo>
                    <a:pt x="210432" y="165505"/>
                  </a:lnTo>
                  <a:lnTo>
                    <a:pt x="206925" y="166144"/>
                  </a:lnTo>
                  <a:lnTo>
                    <a:pt x="203417" y="166818"/>
                  </a:lnTo>
                  <a:lnTo>
                    <a:pt x="199910" y="167452"/>
                  </a:lnTo>
                  <a:lnTo>
                    <a:pt x="196403" y="167979"/>
                  </a:lnTo>
                  <a:lnTo>
                    <a:pt x="192896" y="168688"/>
                  </a:lnTo>
                  <a:lnTo>
                    <a:pt x="189389" y="169351"/>
                  </a:lnTo>
                  <a:lnTo>
                    <a:pt x="185881" y="170030"/>
                  </a:lnTo>
                  <a:lnTo>
                    <a:pt x="182374" y="170570"/>
                  </a:lnTo>
                  <a:lnTo>
                    <a:pt x="178867" y="171304"/>
                  </a:lnTo>
                  <a:lnTo>
                    <a:pt x="175360" y="171997"/>
                  </a:lnTo>
                  <a:lnTo>
                    <a:pt x="171853" y="172648"/>
                  </a:lnTo>
                  <a:lnTo>
                    <a:pt x="168345" y="173297"/>
                  </a:lnTo>
                  <a:lnTo>
                    <a:pt x="164838" y="174033"/>
                  </a:lnTo>
                  <a:lnTo>
                    <a:pt x="161331" y="174619"/>
                  </a:lnTo>
                  <a:lnTo>
                    <a:pt x="157824" y="175235"/>
                  </a:lnTo>
                  <a:lnTo>
                    <a:pt x="154317" y="175891"/>
                  </a:lnTo>
                  <a:lnTo>
                    <a:pt x="150809" y="176577"/>
                  </a:lnTo>
                  <a:lnTo>
                    <a:pt x="147302" y="177216"/>
                  </a:lnTo>
                  <a:lnTo>
                    <a:pt x="143795" y="177819"/>
                  </a:lnTo>
                  <a:lnTo>
                    <a:pt x="140288" y="178424"/>
                  </a:lnTo>
                  <a:lnTo>
                    <a:pt x="136781" y="179037"/>
                  </a:lnTo>
                  <a:lnTo>
                    <a:pt x="133273" y="179685"/>
                  </a:lnTo>
                  <a:lnTo>
                    <a:pt x="129766" y="180332"/>
                  </a:lnTo>
                  <a:lnTo>
                    <a:pt x="126259" y="180980"/>
                  </a:lnTo>
                  <a:lnTo>
                    <a:pt x="122752" y="181620"/>
                  </a:lnTo>
                  <a:lnTo>
                    <a:pt x="119244" y="182187"/>
                  </a:lnTo>
                  <a:lnTo>
                    <a:pt x="115737" y="182808"/>
                  </a:lnTo>
                  <a:lnTo>
                    <a:pt x="112230" y="183427"/>
                  </a:lnTo>
                  <a:lnTo>
                    <a:pt x="108723" y="184043"/>
                  </a:lnTo>
                  <a:lnTo>
                    <a:pt x="105216" y="184638"/>
                  </a:lnTo>
                  <a:lnTo>
                    <a:pt x="101708" y="185266"/>
                  </a:lnTo>
                  <a:lnTo>
                    <a:pt x="98201" y="185893"/>
                  </a:lnTo>
                  <a:lnTo>
                    <a:pt x="94694" y="186467"/>
                  </a:lnTo>
                  <a:lnTo>
                    <a:pt x="91187" y="187119"/>
                  </a:lnTo>
                  <a:lnTo>
                    <a:pt x="87680" y="187760"/>
                  </a:lnTo>
                  <a:lnTo>
                    <a:pt x="84172" y="188369"/>
                  </a:lnTo>
                  <a:lnTo>
                    <a:pt x="80665" y="188959"/>
                  </a:lnTo>
                  <a:lnTo>
                    <a:pt x="77158" y="189584"/>
                  </a:lnTo>
                  <a:lnTo>
                    <a:pt x="73651" y="190216"/>
                  </a:lnTo>
                  <a:lnTo>
                    <a:pt x="70144" y="190836"/>
                  </a:lnTo>
                  <a:lnTo>
                    <a:pt x="66636" y="191446"/>
                  </a:lnTo>
                  <a:lnTo>
                    <a:pt x="63129" y="192053"/>
                  </a:lnTo>
                  <a:lnTo>
                    <a:pt x="59622" y="192726"/>
                  </a:lnTo>
                  <a:lnTo>
                    <a:pt x="56115" y="193264"/>
                  </a:lnTo>
                  <a:lnTo>
                    <a:pt x="52608" y="193968"/>
                  </a:lnTo>
                  <a:lnTo>
                    <a:pt x="49100" y="194592"/>
                  </a:lnTo>
                  <a:lnTo>
                    <a:pt x="45593" y="195234"/>
                  </a:lnTo>
                  <a:lnTo>
                    <a:pt x="42086" y="195899"/>
                  </a:lnTo>
                  <a:lnTo>
                    <a:pt x="38579" y="196499"/>
                  </a:lnTo>
                  <a:lnTo>
                    <a:pt x="35072" y="197095"/>
                  </a:lnTo>
                  <a:lnTo>
                    <a:pt x="31564" y="197689"/>
                  </a:lnTo>
                  <a:lnTo>
                    <a:pt x="28057" y="198281"/>
                  </a:lnTo>
                  <a:lnTo>
                    <a:pt x="24550" y="198872"/>
                  </a:lnTo>
                  <a:lnTo>
                    <a:pt x="21043" y="199484"/>
                  </a:lnTo>
                  <a:lnTo>
                    <a:pt x="17536" y="200102"/>
                  </a:lnTo>
                  <a:lnTo>
                    <a:pt x="14028" y="200717"/>
                  </a:lnTo>
                  <a:lnTo>
                    <a:pt x="10521" y="201331"/>
                  </a:lnTo>
                  <a:lnTo>
                    <a:pt x="7014" y="201943"/>
                  </a:lnTo>
                  <a:lnTo>
                    <a:pt x="3507" y="202506"/>
                  </a:lnTo>
                  <a:lnTo>
                    <a:pt x="0" y="203064"/>
                  </a:lnTo>
                  <a:close/>
                </a:path>
              </a:pathLst>
            </a:custGeom>
            <a:solidFill>
              <a:srgbClr val="0072B2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376108" y="4085901"/>
              <a:ext cx="838222" cy="125638"/>
            </a:xfrm>
            <a:custGeom>
              <a:avLst/>
              <a:pathLst>
                <a:path w="838222" h="125638">
                  <a:moveTo>
                    <a:pt x="0" y="101596"/>
                  </a:moveTo>
                  <a:lnTo>
                    <a:pt x="3507" y="101953"/>
                  </a:lnTo>
                  <a:lnTo>
                    <a:pt x="7014" y="102302"/>
                  </a:lnTo>
                  <a:lnTo>
                    <a:pt x="10521" y="102650"/>
                  </a:lnTo>
                  <a:lnTo>
                    <a:pt x="14028" y="102973"/>
                  </a:lnTo>
                  <a:lnTo>
                    <a:pt x="17536" y="103291"/>
                  </a:lnTo>
                  <a:lnTo>
                    <a:pt x="21043" y="103683"/>
                  </a:lnTo>
                  <a:lnTo>
                    <a:pt x="24550" y="104047"/>
                  </a:lnTo>
                  <a:lnTo>
                    <a:pt x="28057" y="104422"/>
                  </a:lnTo>
                  <a:lnTo>
                    <a:pt x="31564" y="104816"/>
                  </a:lnTo>
                  <a:lnTo>
                    <a:pt x="35072" y="105208"/>
                  </a:lnTo>
                  <a:lnTo>
                    <a:pt x="38579" y="105601"/>
                  </a:lnTo>
                  <a:lnTo>
                    <a:pt x="42086" y="105993"/>
                  </a:lnTo>
                  <a:lnTo>
                    <a:pt x="45593" y="106384"/>
                  </a:lnTo>
                  <a:lnTo>
                    <a:pt x="49100" y="106735"/>
                  </a:lnTo>
                  <a:lnTo>
                    <a:pt x="52608" y="107021"/>
                  </a:lnTo>
                  <a:lnTo>
                    <a:pt x="56115" y="107276"/>
                  </a:lnTo>
                  <a:lnTo>
                    <a:pt x="59622" y="107537"/>
                  </a:lnTo>
                  <a:lnTo>
                    <a:pt x="63129" y="107889"/>
                  </a:lnTo>
                  <a:lnTo>
                    <a:pt x="66636" y="108260"/>
                  </a:lnTo>
                  <a:lnTo>
                    <a:pt x="70144" y="108622"/>
                  </a:lnTo>
                  <a:lnTo>
                    <a:pt x="73651" y="108983"/>
                  </a:lnTo>
                  <a:lnTo>
                    <a:pt x="77158" y="109344"/>
                  </a:lnTo>
                  <a:lnTo>
                    <a:pt x="80665" y="109644"/>
                  </a:lnTo>
                  <a:lnTo>
                    <a:pt x="84172" y="109998"/>
                  </a:lnTo>
                  <a:lnTo>
                    <a:pt x="87680" y="110366"/>
                  </a:lnTo>
                  <a:lnTo>
                    <a:pt x="91187" y="110695"/>
                  </a:lnTo>
                  <a:lnTo>
                    <a:pt x="94694" y="110979"/>
                  </a:lnTo>
                  <a:lnTo>
                    <a:pt x="98201" y="111272"/>
                  </a:lnTo>
                  <a:lnTo>
                    <a:pt x="101708" y="111600"/>
                  </a:lnTo>
                  <a:lnTo>
                    <a:pt x="105216" y="111938"/>
                  </a:lnTo>
                  <a:lnTo>
                    <a:pt x="108723" y="112289"/>
                  </a:lnTo>
                  <a:lnTo>
                    <a:pt x="112230" y="112596"/>
                  </a:lnTo>
                  <a:lnTo>
                    <a:pt x="115737" y="112831"/>
                  </a:lnTo>
                  <a:lnTo>
                    <a:pt x="119244" y="113079"/>
                  </a:lnTo>
                  <a:lnTo>
                    <a:pt x="122752" y="113336"/>
                  </a:lnTo>
                  <a:lnTo>
                    <a:pt x="126259" y="113594"/>
                  </a:lnTo>
                  <a:lnTo>
                    <a:pt x="129766" y="113672"/>
                  </a:lnTo>
                  <a:lnTo>
                    <a:pt x="133273" y="113860"/>
                  </a:lnTo>
                  <a:lnTo>
                    <a:pt x="136781" y="114217"/>
                  </a:lnTo>
                  <a:lnTo>
                    <a:pt x="140288" y="114578"/>
                  </a:lnTo>
                  <a:lnTo>
                    <a:pt x="143795" y="114886"/>
                  </a:lnTo>
                  <a:lnTo>
                    <a:pt x="147302" y="115151"/>
                  </a:lnTo>
                  <a:lnTo>
                    <a:pt x="150809" y="115409"/>
                  </a:lnTo>
                  <a:lnTo>
                    <a:pt x="154317" y="115750"/>
                  </a:lnTo>
                  <a:lnTo>
                    <a:pt x="157824" y="116051"/>
                  </a:lnTo>
                  <a:lnTo>
                    <a:pt x="161331" y="116481"/>
                  </a:lnTo>
                  <a:lnTo>
                    <a:pt x="164838" y="116840"/>
                  </a:lnTo>
                  <a:lnTo>
                    <a:pt x="168345" y="117166"/>
                  </a:lnTo>
                  <a:lnTo>
                    <a:pt x="171853" y="117375"/>
                  </a:lnTo>
                  <a:lnTo>
                    <a:pt x="175360" y="117588"/>
                  </a:lnTo>
                  <a:lnTo>
                    <a:pt x="178867" y="118022"/>
                  </a:lnTo>
                  <a:lnTo>
                    <a:pt x="182374" y="118275"/>
                  </a:lnTo>
                  <a:lnTo>
                    <a:pt x="185881" y="118502"/>
                  </a:lnTo>
                  <a:lnTo>
                    <a:pt x="189389" y="118652"/>
                  </a:lnTo>
                  <a:lnTo>
                    <a:pt x="192896" y="119068"/>
                  </a:lnTo>
                  <a:lnTo>
                    <a:pt x="196403" y="119400"/>
                  </a:lnTo>
                  <a:lnTo>
                    <a:pt x="199910" y="119817"/>
                  </a:lnTo>
                  <a:lnTo>
                    <a:pt x="203417" y="120191"/>
                  </a:lnTo>
                  <a:lnTo>
                    <a:pt x="206925" y="120499"/>
                  </a:lnTo>
                  <a:lnTo>
                    <a:pt x="210432" y="120813"/>
                  </a:lnTo>
                  <a:lnTo>
                    <a:pt x="213939" y="121139"/>
                  </a:lnTo>
                  <a:lnTo>
                    <a:pt x="217446" y="121427"/>
                  </a:lnTo>
                  <a:lnTo>
                    <a:pt x="220953" y="121634"/>
                  </a:lnTo>
                  <a:lnTo>
                    <a:pt x="224461" y="121821"/>
                  </a:lnTo>
                  <a:lnTo>
                    <a:pt x="227968" y="122086"/>
                  </a:lnTo>
                  <a:lnTo>
                    <a:pt x="231475" y="122285"/>
                  </a:lnTo>
                  <a:lnTo>
                    <a:pt x="234982" y="122503"/>
                  </a:lnTo>
                  <a:lnTo>
                    <a:pt x="238489" y="122711"/>
                  </a:lnTo>
                  <a:lnTo>
                    <a:pt x="241997" y="122921"/>
                  </a:lnTo>
                  <a:lnTo>
                    <a:pt x="245504" y="123218"/>
                  </a:lnTo>
                  <a:lnTo>
                    <a:pt x="249011" y="123515"/>
                  </a:lnTo>
                  <a:lnTo>
                    <a:pt x="252518" y="123722"/>
                  </a:lnTo>
                  <a:lnTo>
                    <a:pt x="256026" y="123854"/>
                  </a:lnTo>
                  <a:lnTo>
                    <a:pt x="259533" y="124163"/>
                  </a:lnTo>
                  <a:lnTo>
                    <a:pt x="263040" y="124304"/>
                  </a:lnTo>
                  <a:lnTo>
                    <a:pt x="266547" y="124525"/>
                  </a:lnTo>
                  <a:lnTo>
                    <a:pt x="270054" y="124761"/>
                  </a:lnTo>
                  <a:lnTo>
                    <a:pt x="273562" y="124920"/>
                  </a:lnTo>
                  <a:lnTo>
                    <a:pt x="277069" y="124997"/>
                  </a:lnTo>
                  <a:lnTo>
                    <a:pt x="280576" y="125124"/>
                  </a:lnTo>
                  <a:lnTo>
                    <a:pt x="284083" y="125322"/>
                  </a:lnTo>
                  <a:lnTo>
                    <a:pt x="287590" y="125423"/>
                  </a:lnTo>
                  <a:lnTo>
                    <a:pt x="291098" y="125562"/>
                  </a:lnTo>
                  <a:lnTo>
                    <a:pt x="294605" y="125628"/>
                  </a:lnTo>
                  <a:lnTo>
                    <a:pt x="298112" y="125638"/>
                  </a:lnTo>
                  <a:lnTo>
                    <a:pt x="301619" y="125595"/>
                  </a:lnTo>
                  <a:lnTo>
                    <a:pt x="305126" y="125556"/>
                  </a:lnTo>
                  <a:lnTo>
                    <a:pt x="308634" y="125450"/>
                  </a:lnTo>
                  <a:lnTo>
                    <a:pt x="312141" y="125322"/>
                  </a:lnTo>
                  <a:lnTo>
                    <a:pt x="315648" y="125275"/>
                  </a:lnTo>
                  <a:lnTo>
                    <a:pt x="319155" y="125180"/>
                  </a:lnTo>
                  <a:lnTo>
                    <a:pt x="322662" y="124970"/>
                  </a:lnTo>
                  <a:lnTo>
                    <a:pt x="326170" y="124855"/>
                  </a:lnTo>
                  <a:lnTo>
                    <a:pt x="329677" y="124760"/>
                  </a:lnTo>
                  <a:lnTo>
                    <a:pt x="333184" y="124504"/>
                  </a:lnTo>
                  <a:lnTo>
                    <a:pt x="336691" y="124517"/>
                  </a:lnTo>
                  <a:lnTo>
                    <a:pt x="340198" y="124245"/>
                  </a:lnTo>
                  <a:lnTo>
                    <a:pt x="343706" y="123853"/>
                  </a:lnTo>
                  <a:lnTo>
                    <a:pt x="347213" y="123559"/>
                  </a:lnTo>
                  <a:lnTo>
                    <a:pt x="350720" y="123157"/>
                  </a:lnTo>
                  <a:lnTo>
                    <a:pt x="354227" y="122726"/>
                  </a:lnTo>
                  <a:lnTo>
                    <a:pt x="357734" y="122343"/>
                  </a:lnTo>
                  <a:lnTo>
                    <a:pt x="361242" y="121882"/>
                  </a:lnTo>
                  <a:lnTo>
                    <a:pt x="364749" y="121185"/>
                  </a:lnTo>
                  <a:lnTo>
                    <a:pt x="368256" y="120459"/>
                  </a:lnTo>
                  <a:lnTo>
                    <a:pt x="371763" y="119868"/>
                  </a:lnTo>
                  <a:lnTo>
                    <a:pt x="375271" y="119369"/>
                  </a:lnTo>
                  <a:lnTo>
                    <a:pt x="378778" y="118876"/>
                  </a:lnTo>
                  <a:lnTo>
                    <a:pt x="382285" y="118402"/>
                  </a:lnTo>
                  <a:lnTo>
                    <a:pt x="385792" y="117806"/>
                  </a:lnTo>
                  <a:lnTo>
                    <a:pt x="389299" y="117180"/>
                  </a:lnTo>
                  <a:lnTo>
                    <a:pt x="392807" y="116550"/>
                  </a:lnTo>
                  <a:lnTo>
                    <a:pt x="396314" y="115781"/>
                  </a:lnTo>
                  <a:lnTo>
                    <a:pt x="399821" y="115108"/>
                  </a:lnTo>
                  <a:lnTo>
                    <a:pt x="403328" y="114307"/>
                  </a:lnTo>
                  <a:lnTo>
                    <a:pt x="406835" y="113682"/>
                  </a:lnTo>
                  <a:lnTo>
                    <a:pt x="410343" y="112910"/>
                  </a:lnTo>
                  <a:lnTo>
                    <a:pt x="413850" y="112172"/>
                  </a:lnTo>
                  <a:lnTo>
                    <a:pt x="417357" y="111436"/>
                  </a:lnTo>
                  <a:lnTo>
                    <a:pt x="420864" y="110747"/>
                  </a:lnTo>
                  <a:lnTo>
                    <a:pt x="424371" y="110157"/>
                  </a:lnTo>
                  <a:lnTo>
                    <a:pt x="427879" y="109521"/>
                  </a:lnTo>
                  <a:lnTo>
                    <a:pt x="431386" y="108857"/>
                  </a:lnTo>
                  <a:lnTo>
                    <a:pt x="434893" y="108111"/>
                  </a:lnTo>
                  <a:lnTo>
                    <a:pt x="438400" y="107265"/>
                  </a:lnTo>
                  <a:lnTo>
                    <a:pt x="441907" y="106547"/>
                  </a:lnTo>
                  <a:lnTo>
                    <a:pt x="445415" y="105835"/>
                  </a:lnTo>
                  <a:lnTo>
                    <a:pt x="448922" y="105049"/>
                  </a:lnTo>
                  <a:lnTo>
                    <a:pt x="452429" y="104203"/>
                  </a:lnTo>
                  <a:lnTo>
                    <a:pt x="455936" y="103505"/>
                  </a:lnTo>
                  <a:lnTo>
                    <a:pt x="459443" y="102788"/>
                  </a:lnTo>
                  <a:lnTo>
                    <a:pt x="462951" y="102006"/>
                  </a:lnTo>
                  <a:lnTo>
                    <a:pt x="466458" y="101319"/>
                  </a:lnTo>
                  <a:lnTo>
                    <a:pt x="469965" y="100542"/>
                  </a:lnTo>
                  <a:lnTo>
                    <a:pt x="473472" y="99722"/>
                  </a:lnTo>
                  <a:lnTo>
                    <a:pt x="476979" y="98847"/>
                  </a:lnTo>
                  <a:lnTo>
                    <a:pt x="480487" y="97937"/>
                  </a:lnTo>
                  <a:lnTo>
                    <a:pt x="483994" y="97112"/>
                  </a:lnTo>
                  <a:lnTo>
                    <a:pt x="487501" y="96420"/>
                  </a:lnTo>
                  <a:lnTo>
                    <a:pt x="491008" y="95635"/>
                  </a:lnTo>
                  <a:lnTo>
                    <a:pt x="494516" y="94898"/>
                  </a:lnTo>
                  <a:lnTo>
                    <a:pt x="498023" y="94064"/>
                  </a:lnTo>
                  <a:lnTo>
                    <a:pt x="501530" y="93129"/>
                  </a:lnTo>
                  <a:lnTo>
                    <a:pt x="505037" y="92256"/>
                  </a:lnTo>
                  <a:lnTo>
                    <a:pt x="508544" y="91339"/>
                  </a:lnTo>
                  <a:lnTo>
                    <a:pt x="512052" y="90468"/>
                  </a:lnTo>
                  <a:lnTo>
                    <a:pt x="515559" y="89658"/>
                  </a:lnTo>
                  <a:lnTo>
                    <a:pt x="519066" y="88923"/>
                  </a:lnTo>
                  <a:lnTo>
                    <a:pt x="522573" y="88147"/>
                  </a:lnTo>
                  <a:lnTo>
                    <a:pt x="526080" y="87341"/>
                  </a:lnTo>
                  <a:lnTo>
                    <a:pt x="529588" y="86528"/>
                  </a:lnTo>
                  <a:lnTo>
                    <a:pt x="533095" y="85791"/>
                  </a:lnTo>
                  <a:lnTo>
                    <a:pt x="536602" y="84886"/>
                  </a:lnTo>
                  <a:lnTo>
                    <a:pt x="540109" y="83857"/>
                  </a:lnTo>
                  <a:lnTo>
                    <a:pt x="543616" y="82876"/>
                  </a:lnTo>
                  <a:lnTo>
                    <a:pt x="547124" y="81906"/>
                  </a:lnTo>
                  <a:lnTo>
                    <a:pt x="550631" y="80938"/>
                  </a:lnTo>
                  <a:lnTo>
                    <a:pt x="554138" y="80098"/>
                  </a:lnTo>
                  <a:lnTo>
                    <a:pt x="557645" y="79216"/>
                  </a:lnTo>
                  <a:lnTo>
                    <a:pt x="561152" y="78332"/>
                  </a:lnTo>
                  <a:lnTo>
                    <a:pt x="564660" y="77510"/>
                  </a:lnTo>
                  <a:lnTo>
                    <a:pt x="568167" y="76598"/>
                  </a:lnTo>
                  <a:lnTo>
                    <a:pt x="571674" y="75706"/>
                  </a:lnTo>
                  <a:lnTo>
                    <a:pt x="575181" y="74682"/>
                  </a:lnTo>
                  <a:lnTo>
                    <a:pt x="578688" y="73718"/>
                  </a:lnTo>
                  <a:lnTo>
                    <a:pt x="582196" y="72834"/>
                  </a:lnTo>
                  <a:lnTo>
                    <a:pt x="585703" y="71949"/>
                  </a:lnTo>
                  <a:lnTo>
                    <a:pt x="589210" y="71065"/>
                  </a:lnTo>
                  <a:lnTo>
                    <a:pt x="592717" y="70180"/>
                  </a:lnTo>
                  <a:lnTo>
                    <a:pt x="596224" y="69292"/>
                  </a:lnTo>
                  <a:lnTo>
                    <a:pt x="599732" y="68403"/>
                  </a:lnTo>
                  <a:lnTo>
                    <a:pt x="603239" y="67382"/>
                  </a:lnTo>
                  <a:lnTo>
                    <a:pt x="606746" y="66454"/>
                  </a:lnTo>
                  <a:lnTo>
                    <a:pt x="610253" y="65582"/>
                  </a:lnTo>
                  <a:lnTo>
                    <a:pt x="613761" y="64709"/>
                  </a:lnTo>
                  <a:lnTo>
                    <a:pt x="617268" y="63823"/>
                  </a:lnTo>
                  <a:lnTo>
                    <a:pt x="620775" y="62943"/>
                  </a:lnTo>
                  <a:lnTo>
                    <a:pt x="624282" y="61992"/>
                  </a:lnTo>
                  <a:lnTo>
                    <a:pt x="627789" y="61090"/>
                  </a:lnTo>
                  <a:lnTo>
                    <a:pt x="631297" y="60082"/>
                  </a:lnTo>
                  <a:lnTo>
                    <a:pt x="634804" y="59072"/>
                  </a:lnTo>
                  <a:lnTo>
                    <a:pt x="638311" y="58060"/>
                  </a:lnTo>
                  <a:lnTo>
                    <a:pt x="641818" y="57053"/>
                  </a:lnTo>
                  <a:lnTo>
                    <a:pt x="645325" y="56065"/>
                  </a:lnTo>
                  <a:lnTo>
                    <a:pt x="648833" y="55101"/>
                  </a:lnTo>
                  <a:lnTo>
                    <a:pt x="652340" y="54146"/>
                  </a:lnTo>
                  <a:lnTo>
                    <a:pt x="655847" y="53209"/>
                  </a:lnTo>
                  <a:lnTo>
                    <a:pt x="659354" y="52272"/>
                  </a:lnTo>
                  <a:lnTo>
                    <a:pt x="662861" y="51283"/>
                  </a:lnTo>
                  <a:lnTo>
                    <a:pt x="666369" y="50256"/>
                  </a:lnTo>
                  <a:lnTo>
                    <a:pt x="669876" y="49228"/>
                  </a:lnTo>
                  <a:lnTo>
                    <a:pt x="673383" y="48299"/>
                  </a:lnTo>
                  <a:lnTo>
                    <a:pt x="676890" y="47321"/>
                  </a:lnTo>
                  <a:lnTo>
                    <a:pt x="680397" y="46405"/>
                  </a:lnTo>
                  <a:lnTo>
                    <a:pt x="683905" y="45428"/>
                  </a:lnTo>
                  <a:lnTo>
                    <a:pt x="687412" y="44433"/>
                  </a:lnTo>
                  <a:lnTo>
                    <a:pt x="690919" y="43423"/>
                  </a:lnTo>
                  <a:lnTo>
                    <a:pt x="694426" y="42420"/>
                  </a:lnTo>
                  <a:lnTo>
                    <a:pt x="697933" y="41369"/>
                  </a:lnTo>
                  <a:lnTo>
                    <a:pt x="701441" y="40317"/>
                  </a:lnTo>
                  <a:lnTo>
                    <a:pt x="704948" y="39304"/>
                  </a:lnTo>
                  <a:lnTo>
                    <a:pt x="708455" y="38390"/>
                  </a:lnTo>
                  <a:lnTo>
                    <a:pt x="711962" y="37353"/>
                  </a:lnTo>
                  <a:lnTo>
                    <a:pt x="715469" y="36289"/>
                  </a:lnTo>
                  <a:lnTo>
                    <a:pt x="718977" y="35223"/>
                  </a:lnTo>
                  <a:lnTo>
                    <a:pt x="722484" y="34173"/>
                  </a:lnTo>
                  <a:lnTo>
                    <a:pt x="725991" y="33207"/>
                  </a:lnTo>
                  <a:lnTo>
                    <a:pt x="729498" y="32166"/>
                  </a:lnTo>
                  <a:lnTo>
                    <a:pt x="733006" y="31123"/>
                  </a:lnTo>
                  <a:lnTo>
                    <a:pt x="736513" y="30079"/>
                  </a:lnTo>
                  <a:lnTo>
                    <a:pt x="740020" y="29034"/>
                  </a:lnTo>
                  <a:lnTo>
                    <a:pt x="743527" y="27987"/>
                  </a:lnTo>
                  <a:lnTo>
                    <a:pt x="747034" y="26939"/>
                  </a:lnTo>
                  <a:lnTo>
                    <a:pt x="750542" y="25892"/>
                  </a:lnTo>
                  <a:lnTo>
                    <a:pt x="754049" y="24869"/>
                  </a:lnTo>
                  <a:lnTo>
                    <a:pt x="757556" y="23845"/>
                  </a:lnTo>
                  <a:lnTo>
                    <a:pt x="761063" y="22819"/>
                  </a:lnTo>
                  <a:lnTo>
                    <a:pt x="764570" y="21794"/>
                  </a:lnTo>
                  <a:lnTo>
                    <a:pt x="768078" y="20768"/>
                  </a:lnTo>
                  <a:lnTo>
                    <a:pt x="771585" y="19741"/>
                  </a:lnTo>
                  <a:lnTo>
                    <a:pt x="775092" y="18713"/>
                  </a:lnTo>
                  <a:lnTo>
                    <a:pt x="778599" y="17655"/>
                  </a:lnTo>
                  <a:lnTo>
                    <a:pt x="782106" y="16631"/>
                  </a:lnTo>
                  <a:lnTo>
                    <a:pt x="785614" y="15612"/>
                  </a:lnTo>
                  <a:lnTo>
                    <a:pt x="789121" y="14586"/>
                  </a:lnTo>
                  <a:lnTo>
                    <a:pt x="792628" y="13552"/>
                  </a:lnTo>
                  <a:lnTo>
                    <a:pt x="796135" y="12517"/>
                  </a:lnTo>
                  <a:lnTo>
                    <a:pt x="799642" y="11484"/>
                  </a:lnTo>
                  <a:lnTo>
                    <a:pt x="803150" y="10451"/>
                  </a:lnTo>
                  <a:lnTo>
                    <a:pt x="806657" y="9418"/>
                  </a:lnTo>
                  <a:lnTo>
                    <a:pt x="810164" y="8384"/>
                  </a:lnTo>
                  <a:lnTo>
                    <a:pt x="813671" y="7349"/>
                  </a:lnTo>
                  <a:lnTo>
                    <a:pt x="817178" y="6338"/>
                  </a:lnTo>
                  <a:lnTo>
                    <a:pt x="820686" y="5276"/>
                  </a:lnTo>
                  <a:lnTo>
                    <a:pt x="824193" y="4234"/>
                  </a:lnTo>
                  <a:lnTo>
                    <a:pt x="827700" y="3194"/>
                  </a:lnTo>
                  <a:lnTo>
                    <a:pt x="831207" y="2153"/>
                  </a:lnTo>
                  <a:lnTo>
                    <a:pt x="834714" y="1111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376108" y="4231067"/>
              <a:ext cx="838222" cy="57898"/>
            </a:xfrm>
            <a:custGeom>
              <a:avLst/>
              <a:pathLst>
                <a:path w="838222" h="57898">
                  <a:moveTo>
                    <a:pt x="838222" y="35551"/>
                  </a:moveTo>
                  <a:lnTo>
                    <a:pt x="834714" y="35268"/>
                  </a:lnTo>
                  <a:lnTo>
                    <a:pt x="831207" y="34986"/>
                  </a:lnTo>
                  <a:lnTo>
                    <a:pt x="827700" y="34703"/>
                  </a:lnTo>
                  <a:lnTo>
                    <a:pt x="824193" y="34419"/>
                  </a:lnTo>
                  <a:lnTo>
                    <a:pt x="820686" y="34133"/>
                  </a:lnTo>
                  <a:lnTo>
                    <a:pt x="817178" y="33880"/>
                  </a:lnTo>
                  <a:lnTo>
                    <a:pt x="813671" y="33640"/>
                  </a:lnTo>
                  <a:lnTo>
                    <a:pt x="810164" y="33285"/>
                  </a:lnTo>
                  <a:lnTo>
                    <a:pt x="806657" y="32981"/>
                  </a:lnTo>
                  <a:lnTo>
                    <a:pt x="803150" y="32644"/>
                  </a:lnTo>
                  <a:lnTo>
                    <a:pt x="799642" y="32308"/>
                  </a:lnTo>
                  <a:lnTo>
                    <a:pt x="796135" y="31971"/>
                  </a:lnTo>
                  <a:lnTo>
                    <a:pt x="792628" y="31633"/>
                  </a:lnTo>
                  <a:lnTo>
                    <a:pt x="789121" y="31295"/>
                  </a:lnTo>
                  <a:lnTo>
                    <a:pt x="785614" y="30955"/>
                  </a:lnTo>
                  <a:lnTo>
                    <a:pt x="782106" y="30615"/>
                  </a:lnTo>
                  <a:lnTo>
                    <a:pt x="778599" y="30275"/>
                  </a:lnTo>
                  <a:lnTo>
                    <a:pt x="775092" y="29934"/>
                  </a:lnTo>
                  <a:lnTo>
                    <a:pt x="771585" y="29623"/>
                  </a:lnTo>
                  <a:lnTo>
                    <a:pt x="768078" y="29329"/>
                  </a:lnTo>
                  <a:lnTo>
                    <a:pt x="764570" y="29035"/>
                  </a:lnTo>
                  <a:lnTo>
                    <a:pt x="761063" y="28741"/>
                  </a:lnTo>
                  <a:lnTo>
                    <a:pt x="757556" y="28446"/>
                  </a:lnTo>
                  <a:lnTo>
                    <a:pt x="754049" y="28151"/>
                  </a:lnTo>
                  <a:lnTo>
                    <a:pt x="750542" y="27856"/>
                  </a:lnTo>
                  <a:lnTo>
                    <a:pt x="747034" y="27560"/>
                  </a:lnTo>
                  <a:lnTo>
                    <a:pt x="743527" y="27264"/>
                  </a:lnTo>
                  <a:lnTo>
                    <a:pt x="740020" y="27033"/>
                  </a:lnTo>
                  <a:lnTo>
                    <a:pt x="736513" y="26714"/>
                  </a:lnTo>
                  <a:lnTo>
                    <a:pt x="733006" y="26465"/>
                  </a:lnTo>
                  <a:lnTo>
                    <a:pt x="729498" y="26225"/>
                  </a:lnTo>
                  <a:lnTo>
                    <a:pt x="725991" y="25959"/>
                  </a:lnTo>
                  <a:lnTo>
                    <a:pt x="722484" y="25604"/>
                  </a:lnTo>
                  <a:lnTo>
                    <a:pt x="718977" y="25249"/>
                  </a:lnTo>
                  <a:lnTo>
                    <a:pt x="715469" y="24904"/>
                  </a:lnTo>
                  <a:lnTo>
                    <a:pt x="711962" y="24663"/>
                  </a:lnTo>
                  <a:lnTo>
                    <a:pt x="708455" y="24421"/>
                  </a:lnTo>
                  <a:lnTo>
                    <a:pt x="704948" y="24179"/>
                  </a:lnTo>
                  <a:lnTo>
                    <a:pt x="701441" y="23936"/>
                  </a:lnTo>
                  <a:lnTo>
                    <a:pt x="697933" y="23691"/>
                  </a:lnTo>
                  <a:lnTo>
                    <a:pt x="694426" y="23447"/>
                  </a:lnTo>
                  <a:lnTo>
                    <a:pt x="690919" y="23201"/>
                  </a:lnTo>
                  <a:lnTo>
                    <a:pt x="687412" y="22897"/>
                  </a:lnTo>
                  <a:lnTo>
                    <a:pt x="683905" y="22559"/>
                  </a:lnTo>
                  <a:lnTo>
                    <a:pt x="680397" y="22203"/>
                  </a:lnTo>
                  <a:lnTo>
                    <a:pt x="676890" y="21842"/>
                  </a:lnTo>
                  <a:lnTo>
                    <a:pt x="673383" y="21485"/>
                  </a:lnTo>
                  <a:lnTo>
                    <a:pt x="669876" y="21208"/>
                  </a:lnTo>
                  <a:lnTo>
                    <a:pt x="666369" y="20942"/>
                  </a:lnTo>
                  <a:lnTo>
                    <a:pt x="662861" y="20709"/>
                  </a:lnTo>
                  <a:lnTo>
                    <a:pt x="659354" y="20383"/>
                  </a:lnTo>
                  <a:lnTo>
                    <a:pt x="655847" y="20056"/>
                  </a:lnTo>
                  <a:lnTo>
                    <a:pt x="652340" y="19713"/>
                  </a:lnTo>
                  <a:lnTo>
                    <a:pt x="648833" y="19392"/>
                  </a:lnTo>
                  <a:lnTo>
                    <a:pt x="645325" y="19059"/>
                  </a:lnTo>
                  <a:lnTo>
                    <a:pt x="641818" y="18726"/>
                  </a:lnTo>
                  <a:lnTo>
                    <a:pt x="638311" y="18393"/>
                  </a:lnTo>
                  <a:lnTo>
                    <a:pt x="634804" y="18060"/>
                  </a:lnTo>
                  <a:lnTo>
                    <a:pt x="631297" y="17795"/>
                  </a:lnTo>
                  <a:lnTo>
                    <a:pt x="627789" y="17540"/>
                  </a:lnTo>
                  <a:lnTo>
                    <a:pt x="624282" y="17282"/>
                  </a:lnTo>
                  <a:lnTo>
                    <a:pt x="620775" y="16963"/>
                  </a:lnTo>
                  <a:lnTo>
                    <a:pt x="617268" y="16619"/>
                  </a:lnTo>
                  <a:lnTo>
                    <a:pt x="613761" y="16384"/>
                  </a:lnTo>
                  <a:lnTo>
                    <a:pt x="610253" y="16174"/>
                  </a:lnTo>
                  <a:lnTo>
                    <a:pt x="606746" y="15955"/>
                  </a:lnTo>
                  <a:lnTo>
                    <a:pt x="603239" y="15733"/>
                  </a:lnTo>
                  <a:lnTo>
                    <a:pt x="599732" y="15454"/>
                  </a:lnTo>
                  <a:lnTo>
                    <a:pt x="596224" y="15144"/>
                  </a:lnTo>
                  <a:lnTo>
                    <a:pt x="592717" y="14808"/>
                  </a:lnTo>
                  <a:lnTo>
                    <a:pt x="589210" y="14492"/>
                  </a:lnTo>
                  <a:lnTo>
                    <a:pt x="585703" y="14245"/>
                  </a:lnTo>
                  <a:lnTo>
                    <a:pt x="582196" y="13997"/>
                  </a:lnTo>
                  <a:lnTo>
                    <a:pt x="578688" y="13598"/>
                  </a:lnTo>
                  <a:lnTo>
                    <a:pt x="575181" y="13277"/>
                  </a:lnTo>
                  <a:lnTo>
                    <a:pt x="571674" y="12898"/>
                  </a:lnTo>
                  <a:lnTo>
                    <a:pt x="568167" y="12613"/>
                  </a:lnTo>
                  <a:lnTo>
                    <a:pt x="564660" y="12350"/>
                  </a:lnTo>
                  <a:lnTo>
                    <a:pt x="561152" y="12093"/>
                  </a:lnTo>
                  <a:lnTo>
                    <a:pt x="557645" y="11833"/>
                  </a:lnTo>
                  <a:lnTo>
                    <a:pt x="554138" y="11643"/>
                  </a:lnTo>
                  <a:lnTo>
                    <a:pt x="550631" y="11470"/>
                  </a:lnTo>
                  <a:lnTo>
                    <a:pt x="547124" y="11156"/>
                  </a:lnTo>
                  <a:lnTo>
                    <a:pt x="543616" y="10840"/>
                  </a:lnTo>
                  <a:lnTo>
                    <a:pt x="540109" y="10490"/>
                  </a:lnTo>
                  <a:lnTo>
                    <a:pt x="536602" y="10263"/>
                  </a:lnTo>
                  <a:lnTo>
                    <a:pt x="533095" y="10011"/>
                  </a:lnTo>
                  <a:lnTo>
                    <a:pt x="529588" y="9787"/>
                  </a:lnTo>
                  <a:lnTo>
                    <a:pt x="526080" y="9563"/>
                  </a:lnTo>
                  <a:lnTo>
                    <a:pt x="522573" y="9354"/>
                  </a:lnTo>
                  <a:lnTo>
                    <a:pt x="519066" y="9152"/>
                  </a:lnTo>
                  <a:lnTo>
                    <a:pt x="515559" y="8976"/>
                  </a:lnTo>
                  <a:lnTo>
                    <a:pt x="512052" y="8800"/>
                  </a:lnTo>
                  <a:lnTo>
                    <a:pt x="508544" y="8455"/>
                  </a:lnTo>
                  <a:lnTo>
                    <a:pt x="505037" y="8211"/>
                  </a:lnTo>
                  <a:lnTo>
                    <a:pt x="501530" y="7970"/>
                  </a:lnTo>
                  <a:lnTo>
                    <a:pt x="498023" y="7608"/>
                  </a:lnTo>
                  <a:lnTo>
                    <a:pt x="494516" y="7265"/>
                  </a:lnTo>
                  <a:lnTo>
                    <a:pt x="491008" y="6934"/>
                  </a:lnTo>
                  <a:lnTo>
                    <a:pt x="487501" y="6681"/>
                  </a:lnTo>
                  <a:lnTo>
                    <a:pt x="483994" y="6348"/>
                  </a:lnTo>
                  <a:lnTo>
                    <a:pt x="480487" y="6035"/>
                  </a:lnTo>
                  <a:lnTo>
                    <a:pt x="476979" y="5800"/>
                  </a:lnTo>
                  <a:lnTo>
                    <a:pt x="473472" y="5501"/>
                  </a:lnTo>
                  <a:lnTo>
                    <a:pt x="469965" y="5235"/>
                  </a:lnTo>
                  <a:lnTo>
                    <a:pt x="466458" y="4976"/>
                  </a:lnTo>
                  <a:lnTo>
                    <a:pt x="462951" y="4735"/>
                  </a:lnTo>
                  <a:lnTo>
                    <a:pt x="459443" y="4596"/>
                  </a:lnTo>
                  <a:lnTo>
                    <a:pt x="455936" y="4268"/>
                  </a:lnTo>
                  <a:lnTo>
                    <a:pt x="452429" y="4110"/>
                  </a:lnTo>
                  <a:lnTo>
                    <a:pt x="448922" y="3826"/>
                  </a:lnTo>
                  <a:lnTo>
                    <a:pt x="445415" y="3602"/>
                  </a:lnTo>
                  <a:lnTo>
                    <a:pt x="441907" y="3395"/>
                  </a:lnTo>
                  <a:lnTo>
                    <a:pt x="438400" y="3170"/>
                  </a:lnTo>
                  <a:lnTo>
                    <a:pt x="434893" y="2953"/>
                  </a:lnTo>
                  <a:lnTo>
                    <a:pt x="431386" y="2719"/>
                  </a:lnTo>
                  <a:lnTo>
                    <a:pt x="427879" y="2528"/>
                  </a:lnTo>
                  <a:lnTo>
                    <a:pt x="424371" y="2303"/>
                  </a:lnTo>
                  <a:lnTo>
                    <a:pt x="420864" y="2102"/>
                  </a:lnTo>
                  <a:lnTo>
                    <a:pt x="417357" y="1868"/>
                  </a:lnTo>
                  <a:lnTo>
                    <a:pt x="413850" y="1624"/>
                  </a:lnTo>
                  <a:lnTo>
                    <a:pt x="410343" y="1360"/>
                  </a:lnTo>
                  <a:lnTo>
                    <a:pt x="406835" y="1159"/>
                  </a:lnTo>
                  <a:lnTo>
                    <a:pt x="403328" y="956"/>
                  </a:lnTo>
                  <a:lnTo>
                    <a:pt x="399821" y="683"/>
                  </a:lnTo>
                  <a:lnTo>
                    <a:pt x="396314" y="412"/>
                  </a:lnTo>
                  <a:lnTo>
                    <a:pt x="392807" y="280"/>
                  </a:lnTo>
                  <a:lnTo>
                    <a:pt x="389299" y="162"/>
                  </a:lnTo>
                  <a:lnTo>
                    <a:pt x="385792" y="183"/>
                  </a:lnTo>
                  <a:lnTo>
                    <a:pt x="382285" y="124"/>
                  </a:lnTo>
                  <a:lnTo>
                    <a:pt x="378778" y="78"/>
                  </a:lnTo>
                  <a:lnTo>
                    <a:pt x="375271" y="145"/>
                  </a:lnTo>
                  <a:lnTo>
                    <a:pt x="371763" y="95"/>
                  </a:lnTo>
                  <a:lnTo>
                    <a:pt x="368256" y="17"/>
                  </a:lnTo>
                  <a:lnTo>
                    <a:pt x="364749" y="47"/>
                  </a:lnTo>
                  <a:lnTo>
                    <a:pt x="361242" y="0"/>
                  </a:lnTo>
                  <a:lnTo>
                    <a:pt x="357734" y="116"/>
                  </a:lnTo>
                  <a:lnTo>
                    <a:pt x="354227" y="279"/>
                  </a:lnTo>
                  <a:lnTo>
                    <a:pt x="350720" y="298"/>
                  </a:lnTo>
                  <a:lnTo>
                    <a:pt x="347213" y="352"/>
                  </a:lnTo>
                  <a:lnTo>
                    <a:pt x="343706" y="520"/>
                  </a:lnTo>
                  <a:lnTo>
                    <a:pt x="340198" y="738"/>
                  </a:lnTo>
                  <a:lnTo>
                    <a:pt x="336691" y="875"/>
                  </a:lnTo>
                  <a:lnTo>
                    <a:pt x="333184" y="1243"/>
                  </a:lnTo>
                  <a:lnTo>
                    <a:pt x="329677" y="1521"/>
                  </a:lnTo>
                  <a:lnTo>
                    <a:pt x="326170" y="1858"/>
                  </a:lnTo>
                  <a:lnTo>
                    <a:pt x="322662" y="2093"/>
                  </a:lnTo>
                  <a:lnTo>
                    <a:pt x="319155" y="2365"/>
                  </a:lnTo>
                  <a:lnTo>
                    <a:pt x="315648" y="2767"/>
                  </a:lnTo>
                  <a:lnTo>
                    <a:pt x="312141" y="3190"/>
                  </a:lnTo>
                  <a:lnTo>
                    <a:pt x="308634" y="3565"/>
                  </a:lnTo>
                  <a:lnTo>
                    <a:pt x="305126" y="3999"/>
                  </a:lnTo>
                  <a:lnTo>
                    <a:pt x="301619" y="4499"/>
                  </a:lnTo>
                  <a:lnTo>
                    <a:pt x="298112" y="5121"/>
                  </a:lnTo>
                  <a:lnTo>
                    <a:pt x="294605" y="5580"/>
                  </a:lnTo>
                  <a:lnTo>
                    <a:pt x="291098" y="6090"/>
                  </a:lnTo>
                  <a:lnTo>
                    <a:pt x="287590" y="6577"/>
                  </a:lnTo>
                  <a:lnTo>
                    <a:pt x="284083" y="7131"/>
                  </a:lnTo>
                  <a:lnTo>
                    <a:pt x="280576" y="7687"/>
                  </a:lnTo>
                  <a:lnTo>
                    <a:pt x="277069" y="8280"/>
                  </a:lnTo>
                  <a:lnTo>
                    <a:pt x="273562" y="8888"/>
                  </a:lnTo>
                  <a:lnTo>
                    <a:pt x="270054" y="9494"/>
                  </a:lnTo>
                  <a:lnTo>
                    <a:pt x="266547" y="10095"/>
                  </a:lnTo>
                  <a:lnTo>
                    <a:pt x="263040" y="10699"/>
                  </a:lnTo>
                  <a:lnTo>
                    <a:pt x="259533" y="11383"/>
                  </a:lnTo>
                  <a:lnTo>
                    <a:pt x="256026" y="11938"/>
                  </a:lnTo>
                  <a:lnTo>
                    <a:pt x="252518" y="12480"/>
                  </a:lnTo>
                  <a:lnTo>
                    <a:pt x="249011" y="13130"/>
                  </a:lnTo>
                  <a:lnTo>
                    <a:pt x="245504" y="13760"/>
                  </a:lnTo>
                  <a:lnTo>
                    <a:pt x="241997" y="14406"/>
                  </a:lnTo>
                  <a:lnTo>
                    <a:pt x="238489" y="15098"/>
                  </a:lnTo>
                  <a:lnTo>
                    <a:pt x="234982" y="15640"/>
                  </a:lnTo>
                  <a:lnTo>
                    <a:pt x="231475" y="16173"/>
                  </a:lnTo>
                  <a:lnTo>
                    <a:pt x="227968" y="16824"/>
                  </a:lnTo>
                  <a:lnTo>
                    <a:pt x="224461" y="17504"/>
                  </a:lnTo>
                  <a:lnTo>
                    <a:pt x="220953" y="18181"/>
                  </a:lnTo>
                  <a:lnTo>
                    <a:pt x="217446" y="18964"/>
                  </a:lnTo>
                  <a:lnTo>
                    <a:pt x="213939" y="19652"/>
                  </a:lnTo>
                  <a:lnTo>
                    <a:pt x="210432" y="20339"/>
                  </a:lnTo>
                  <a:lnTo>
                    <a:pt x="206925" y="20978"/>
                  </a:lnTo>
                  <a:lnTo>
                    <a:pt x="203417" y="21652"/>
                  </a:lnTo>
                  <a:lnTo>
                    <a:pt x="199910" y="22287"/>
                  </a:lnTo>
                  <a:lnTo>
                    <a:pt x="196403" y="22813"/>
                  </a:lnTo>
                  <a:lnTo>
                    <a:pt x="192896" y="23522"/>
                  </a:lnTo>
                  <a:lnTo>
                    <a:pt x="189389" y="24186"/>
                  </a:lnTo>
                  <a:lnTo>
                    <a:pt x="185881" y="24864"/>
                  </a:lnTo>
                  <a:lnTo>
                    <a:pt x="182374" y="25404"/>
                  </a:lnTo>
                  <a:lnTo>
                    <a:pt x="178867" y="26138"/>
                  </a:lnTo>
                  <a:lnTo>
                    <a:pt x="175360" y="26832"/>
                  </a:lnTo>
                  <a:lnTo>
                    <a:pt x="171853" y="27482"/>
                  </a:lnTo>
                  <a:lnTo>
                    <a:pt x="168345" y="28131"/>
                  </a:lnTo>
                  <a:lnTo>
                    <a:pt x="164838" y="28867"/>
                  </a:lnTo>
                  <a:lnTo>
                    <a:pt x="161331" y="29454"/>
                  </a:lnTo>
                  <a:lnTo>
                    <a:pt x="157824" y="30070"/>
                  </a:lnTo>
                  <a:lnTo>
                    <a:pt x="154317" y="30725"/>
                  </a:lnTo>
                  <a:lnTo>
                    <a:pt x="150809" y="31411"/>
                  </a:lnTo>
                  <a:lnTo>
                    <a:pt x="147302" y="32050"/>
                  </a:lnTo>
                  <a:lnTo>
                    <a:pt x="143795" y="32654"/>
                  </a:lnTo>
                  <a:lnTo>
                    <a:pt x="140288" y="33258"/>
                  </a:lnTo>
                  <a:lnTo>
                    <a:pt x="136781" y="33871"/>
                  </a:lnTo>
                  <a:lnTo>
                    <a:pt x="133273" y="34519"/>
                  </a:lnTo>
                  <a:lnTo>
                    <a:pt x="129766" y="35166"/>
                  </a:lnTo>
                  <a:lnTo>
                    <a:pt x="126259" y="35814"/>
                  </a:lnTo>
                  <a:lnTo>
                    <a:pt x="122752" y="36455"/>
                  </a:lnTo>
                  <a:lnTo>
                    <a:pt x="119244" y="37021"/>
                  </a:lnTo>
                  <a:lnTo>
                    <a:pt x="115737" y="37642"/>
                  </a:lnTo>
                  <a:lnTo>
                    <a:pt x="112230" y="38261"/>
                  </a:lnTo>
                  <a:lnTo>
                    <a:pt x="108723" y="38877"/>
                  </a:lnTo>
                  <a:lnTo>
                    <a:pt x="105216" y="39472"/>
                  </a:lnTo>
                  <a:lnTo>
                    <a:pt x="101708" y="40101"/>
                  </a:lnTo>
                  <a:lnTo>
                    <a:pt x="98201" y="40727"/>
                  </a:lnTo>
                  <a:lnTo>
                    <a:pt x="94694" y="41301"/>
                  </a:lnTo>
                  <a:lnTo>
                    <a:pt x="91187" y="41954"/>
                  </a:lnTo>
                  <a:lnTo>
                    <a:pt x="87680" y="42594"/>
                  </a:lnTo>
                  <a:lnTo>
                    <a:pt x="84172" y="43204"/>
                  </a:lnTo>
                  <a:lnTo>
                    <a:pt x="80665" y="43794"/>
                  </a:lnTo>
                  <a:lnTo>
                    <a:pt x="77158" y="44418"/>
                  </a:lnTo>
                  <a:lnTo>
                    <a:pt x="73651" y="45051"/>
                  </a:lnTo>
                  <a:lnTo>
                    <a:pt x="70144" y="45670"/>
                  </a:lnTo>
                  <a:lnTo>
                    <a:pt x="66636" y="46280"/>
                  </a:lnTo>
                  <a:lnTo>
                    <a:pt x="63129" y="46887"/>
                  </a:lnTo>
                  <a:lnTo>
                    <a:pt x="59622" y="47560"/>
                  </a:lnTo>
                  <a:lnTo>
                    <a:pt x="56115" y="48098"/>
                  </a:lnTo>
                  <a:lnTo>
                    <a:pt x="52608" y="48802"/>
                  </a:lnTo>
                  <a:lnTo>
                    <a:pt x="49100" y="49426"/>
                  </a:lnTo>
                  <a:lnTo>
                    <a:pt x="45593" y="50069"/>
                  </a:lnTo>
                  <a:lnTo>
                    <a:pt x="42086" y="50734"/>
                  </a:lnTo>
                  <a:lnTo>
                    <a:pt x="38579" y="51333"/>
                  </a:lnTo>
                  <a:lnTo>
                    <a:pt x="35072" y="51929"/>
                  </a:lnTo>
                  <a:lnTo>
                    <a:pt x="31564" y="52523"/>
                  </a:lnTo>
                  <a:lnTo>
                    <a:pt x="28057" y="53115"/>
                  </a:lnTo>
                  <a:lnTo>
                    <a:pt x="24550" y="53706"/>
                  </a:lnTo>
                  <a:lnTo>
                    <a:pt x="21043" y="54318"/>
                  </a:lnTo>
                  <a:lnTo>
                    <a:pt x="17536" y="54936"/>
                  </a:lnTo>
                  <a:lnTo>
                    <a:pt x="14028" y="55552"/>
                  </a:lnTo>
                  <a:lnTo>
                    <a:pt x="10521" y="56165"/>
                  </a:lnTo>
                  <a:lnTo>
                    <a:pt x="7014" y="56777"/>
                  </a:lnTo>
                  <a:lnTo>
                    <a:pt x="3507" y="57340"/>
                  </a:lnTo>
                  <a:lnTo>
                    <a:pt x="0" y="578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76108" y="4183183"/>
              <a:ext cx="838222" cy="58450"/>
            </a:xfrm>
            <a:custGeom>
              <a:avLst/>
              <a:pathLst>
                <a:path w="838222" h="58450">
                  <a:moveTo>
                    <a:pt x="0" y="58450"/>
                  </a:moveTo>
                  <a:lnTo>
                    <a:pt x="3507" y="58259"/>
                  </a:lnTo>
                  <a:lnTo>
                    <a:pt x="7014" y="58068"/>
                  </a:lnTo>
                  <a:lnTo>
                    <a:pt x="10521" y="57876"/>
                  </a:lnTo>
                  <a:lnTo>
                    <a:pt x="14028" y="57684"/>
                  </a:lnTo>
                  <a:lnTo>
                    <a:pt x="17536" y="57492"/>
                  </a:lnTo>
                  <a:lnTo>
                    <a:pt x="21043" y="57299"/>
                  </a:lnTo>
                  <a:lnTo>
                    <a:pt x="24550" y="57106"/>
                  </a:lnTo>
                  <a:lnTo>
                    <a:pt x="28057" y="56912"/>
                  </a:lnTo>
                  <a:lnTo>
                    <a:pt x="31564" y="56718"/>
                  </a:lnTo>
                  <a:lnTo>
                    <a:pt x="35072" y="56523"/>
                  </a:lnTo>
                  <a:lnTo>
                    <a:pt x="38579" y="56328"/>
                  </a:lnTo>
                  <a:lnTo>
                    <a:pt x="42086" y="56132"/>
                  </a:lnTo>
                  <a:lnTo>
                    <a:pt x="45593" y="55936"/>
                  </a:lnTo>
                  <a:lnTo>
                    <a:pt x="49100" y="55740"/>
                  </a:lnTo>
                  <a:lnTo>
                    <a:pt x="52608" y="55543"/>
                  </a:lnTo>
                  <a:lnTo>
                    <a:pt x="56115" y="55346"/>
                  </a:lnTo>
                  <a:lnTo>
                    <a:pt x="59622" y="55148"/>
                  </a:lnTo>
                  <a:lnTo>
                    <a:pt x="63129" y="54950"/>
                  </a:lnTo>
                  <a:lnTo>
                    <a:pt x="66636" y="54751"/>
                  </a:lnTo>
                  <a:lnTo>
                    <a:pt x="70144" y="54552"/>
                  </a:lnTo>
                  <a:lnTo>
                    <a:pt x="73651" y="54352"/>
                  </a:lnTo>
                  <a:lnTo>
                    <a:pt x="77158" y="54152"/>
                  </a:lnTo>
                  <a:lnTo>
                    <a:pt x="80665" y="53952"/>
                  </a:lnTo>
                  <a:lnTo>
                    <a:pt x="84172" y="53751"/>
                  </a:lnTo>
                  <a:lnTo>
                    <a:pt x="87680" y="53549"/>
                  </a:lnTo>
                  <a:lnTo>
                    <a:pt x="91187" y="53348"/>
                  </a:lnTo>
                  <a:lnTo>
                    <a:pt x="94694" y="53145"/>
                  </a:lnTo>
                  <a:lnTo>
                    <a:pt x="98201" y="52943"/>
                  </a:lnTo>
                  <a:lnTo>
                    <a:pt x="101708" y="52739"/>
                  </a:lnTo>
                  <a:lnTo>
                    <a:pt x="105216" y="52536"/>
                  </a:lnTo>
                  <a:lnTo>
                    <a:pt x="108723" y="52332"/>
                  </a:lnTo>
                  <a:lnTo>
                    <a:pt x="112230" y="52127"/>
                  </a:lnTo>
                  <a:lnTo>
                    <a:pt x="115737" y="51922"/>
                  </a:lnTo>
                  <a:lnTo>
                    <a:pt x="119244" y="51717"/>
                  </a:lnTo>
                  <a:lnTo>
                    <a:pt x="122752" y="51511"/>
                  </a:lnTo>
                  <a:lnTo>
                    <a:pt x="126259" y="51304"/>
                  </a:lnTo>
                  <a:lnTo>
                    <a:pt x="129766" y="51097"/>
                  </a:lnTo>
                  <a:lnTo>
                    <a:pt x="133273" y="50890"/>
                  </a:lnTo>
                  <a:lnTo>
                    <a:pt x="136781" y="50682"/>
                  </a:lnTo>
                  <a:lnTo>
                    <a:pt x="140288" y="50474"/>
                  </a:lnTo>
                  <a:lnTo>
                    <a:pt x="143795" y="50265"/>
                  </a:lnTo>
                  <a:lnTo>
                    <a:pt x="147302" y="50056"/>
                  </a:lnTo>
                  <a:lnTo>
                    <a:pt x="150809" y="49847"/>
                  </a:lnTo>
                  <a:lnTo>
                    <a:pt x="154317" y="49637"/>
                  </a:lnTo>
                  <a:lnTo>
                    <a:pt x="157824" y="49426"/>
                  </a:lnTo>
                  <a:lnTo>
                    <a:pt x="161331" y="49215"/>
                  </a:lnTo>
                  <a:lnTo>
                    <a:pt x="164838" y="49004"/>
                  </a:lnTo>
                  <a:lnTo>
                    <a:pt x="168345" y="48792"/>
                  </a:lnTo>
                  <a:lnTo>
                    <a:pt x="171853" y="48580"/>
                  </a:lnTo>
                  <a:lnTo>
                    <a:pt x="175360" y="48367"/>
                  </a:lnTo>
                  <a:lnTo>
                    <a:pt x="178867" y="48154"/>
                  </a:lnTo>
                  <a:lnTo>
                    <a:pt x="182374" y="47940"/>
                  </a:lnTo>
                  <a:lnTo>
                    <a:pt x="185881" y="47726"/>
                  </a:lnTo>
                  <a:lnTo>
                    <a:pt x="189389" y="47511"/>
                  </a:lnTo>
                  <a:lnTo>
                    <a:pt x="192896" y="47296"/>
                  </a:lnTo>
                  <a:lnTo>
                    <a:pt x="196403" y="47080"/>
                  </a:lnTo>
                  <a:lnTo>
                    <a:pt x="199910" y="46864"/>
                  </a:lnTo>
                  <a:lnTo>
                    <a:pt x="203417" y="46648"/>
                  </a:lnTo>
                  <a:lnTo>
                    <a:pt x="206925" y="46431"/>
                  </a:lnTo>
                  <a:lnTo>
                    <a:pt x="210432" y="46214"/>
                  </a:lnTo>
                  <a:lnTo>
                    <a:pt x="213939" y="45996"/>
                  </a:lnTo>
                  <a:lnTo>
                    <a:pt x="217446" y="45778"/>
                  </a:lnTo>
                  <a:lnTo>
                    <a:pt x="220953" y="45559"/>
                  </a:lnTo>
                  <a:lnTo>
                    <a:pt x="224461" y="45340"/>
                  </a:lnTo>
                  <a:lnTo>
                    <a:pt x="227968" y="45120"/>
                  </a:lnTo>
                  <a:lnTo>
                    <a:pt x="231475" y="44900"/>
                  </a:lnTo>
                  <a:lnTo>
                    <a:pt x="234982" y="44679"/>
                  </a:lnTo>
                  <a:lnTo>
                    <a:pt x="238489" y="44458"/>
                  </a:lnTo>
                  <a:lnTo>
                    <a:pt x="241997" y="44236"/>
                  </a:lnTo>
                  <a:lnTo>
                    <a:pt x="245504" y="44014"/>
                  </a:lnTo>
                  <a:lnTo>
                    <a:pt x="249011" y="43792"/>
                  </a:lnTo>
                  <a:lnTo>
                    <a:pt x="252518" y="43569"/>
                  </a:lnTo>
                  <a:lnTo>
                    <a:pt x="256026" y="43346"/>
                  </a:lnTo>
                  <a:lnTo>
                    <a:pt x="259533" y="43122"/>
                  </a:lnTo>
                  <a:lnTo>
                    <a:pt x="263040" y="42898"/>
                  </a:lnTo>
                  <a:lnTo>
                    <a:pt x="266547" y="42673"/>
                  </a:lnTo>
                  <a:lnTo>
                    <a:pt x="270054" y="42448"/>
                  </a:lnTo>
                  <a:lnTo>
                    <a:pt x="273562" y="42222"/>
                  </a:lnTo>
                  <a:lnTo>
                    <a:pt x="277069" y="41996"/>
                  </a:lnTo>
                  <a:lnTo>
                    <a:pt x="280576" y="41769"/>
                  </a:lnTo>
                  <a:lnTo>
                    <a:pt x="284083" y="41542"/>
                  </a:lnTo>
                  <a:lnTo>
                    <a:pt x="287590" y="41314"/>
                  </a:lnTo>
                  <a:lnTo>
                    <a:pt x="291098" y="41086"/>
                  </a:lnTo>
                  <a:lnTo>
                    <a:pt x="294605" y="40858"/>
                  </a:lnTo>
                  <a:lnTo>
                    <a:pt x="298112" y="40629"/>
                  </a:lnTo>
                  <a:lnTo>
                    <a:pt x="301619" y="40400"/>
                  </a:lnTo>
                  <a:lnTo>
                    <a:pt x="305126" y="40170"/>
                  </a:lnTo>
                  <a:lnTo>
                    <a:pt x="308634" y="39939"/>
                  </a:lnTo>
                  <a:lnTo>
                    <a:pt x="312141" y="39709"/>
                  </a:lnTo>
                  <a:lnTo>
                    <a:pt x="315648" y="39477"/>
                  </a:lnTo>
                  <a:lnTo>
                    <a:pt x="319155" y="39246"/>
                  </a:lnTo>
                  <a:lnTo>
                    <a:pt x="322662" y="39014"/>
                  </a:lnTo>
                  <a:lnTo>
                    <a:pt x="326170" y="38781"/>
                  </a:lnTo>
                  <a:lnTo>
                    <a:pt x="329677" y="38548"/>
                  </a:lnTo>
                  <a:lnTo>
                    <a:pt x="333184" y="38314"/>
                  </a:lnTo>
                  <a:lnTo>
                    <a:pt x="336691" y="38080"/>
                  </a:lnTo>
                  <a:lnTo>
                    <a:pt x="340198" y="37846"/>
                  </a:lnTo>
                  <a:lnTo>
                    <a:pt x="343706" y="37611"/>
                  </a:lnTo>
                  <a:lnTo>
                    <a:pt x="347213" y="37375"/>
                  </a:lnTo>
                  <a:lnTo>
                    <a:pt x="350720" y="37140"/>
                  </a:lnTo>
                  <a:lnTo>
                    <a:pt x="354227" y="36903"/>
                  </a:lnTo>
                  <a:lnTo>
                    <a:pt x="357734" y="36666"/>
                  </a:lnTo>
                  <a:lnTo>
                    <a:pt x="361242" y="36429"/>
                  </a:lnTo>
                  <a:lnTo>
                    <a:pt x="364749" y="36191"/>
                  </a:lnTo>
                  <a:lnTo>
                    <a:pt x="368256" y="35953"/>
                  </a:lnTo>
                  <a:lnTo>
                    <a:pt x="371763" y="35715"/>
                  </a:lnTo>
                  <a:lnTo>
                    <a:pt x="375271" y="35475"/>
                  </a:lnTo>
                  <a:lnTo>
                    <a:pt x="378778" y="35236"/>
                  </a:lnTo>
                  <a:lnTo>
                    <a:pt x="382285" y="34996"/>
                  </a:lnTo>
                  <a:lnTo>
                    <a:pt x="385792" y="34755"/>
                  </a:lnTo>
                  <a:lnTo>
                    <a:pt x="389299" y="34514"/>
                  </a:lnTo>
                  <a:lnTo>
                    <a:pt x="392807" y="34273"/>
                  </a:lnTo>
                  <a:lnTo>
                    <a:pt x="396314" y="34031"/>
                  </a:lnTo>
                  <a:lnTo>
                    <a:pt x="399821" y="33789"/>
                  </a:lnTo>
                  <a:lnTo>
                    <a:pt x="403328" y="33546"/>
                  </a:lnTo>
                  <a:lnTo>
                    <a:pt x="406835" y="33303"/>
                  </a:lnTo>
                  <a:lnTo>
                    <a:pt x="410343" y="33059"/>
                  </a:lnTo>
                  <a:lnTo>
                    <a:pt x="413850" y="32815"/>
                  </a:lnTo>
                  <a:lnTo>
                    <a:pt x="417357" y="32570"/>
                  </a:lnTo>
                  <a:lnTo>
                    <a:pt x="420864" y="32325"/>
                  </a:lnTo>
                  <a:lnTo>
                    <a:pt x="424371" y="32080"/>
                  </a:lnTo>
                  <a:lnTo>
                    <a:pt x="427879" y="31834"/>
                  </a:lnTo>
                  <a:lnTo>
                    <a:pt x="431386" y="31587"/>
                  </a:lnTo>
                  <a:lnTo>
                    <a:pt x="434893" y="31340"/>
                  </a:lnTo>
                  <a:lnTo>
                    <a:pt x="438400" y="31093"/>
                  </a:lnTo>
                  <a:lnTo>
                    <a:pt x="441907" y="30845"/>
                  </a:lnTo>
                  <a:lnTo>
                    <a:pt x="445415" y="30597"/>
                  </a:lnTo>
                  <a:lnTo>
                    <a:pt x="448922" y="30348"/>
                  </a:lnTo>
                  <a:lnTo>
                    <a:pt x="452429" y="30099"/>
                  </a:lnTo>
                  <a:lnTo>
                    <a:pt x="455936" y="29849"/>
                  </a:lnTo>
                  <a:lnTo>
                    <a:pt x="459443" y="29599"/>
                  </a:lnTo>
                  <a:lnTo>
                    <a:pt x="462951" y="29348"/>
                  </a:lnTo>
                  <a:lnTo>
                    <a:pt x="466458" y="29097"/>
                  </a:lnTo>
                  <a:lnTo>
                    <a:pt x="469965" y="28846"/>
                  </a:lnTo>
                  <a:lnTo>
                    <a:pt x="473472" y="28594"/>
                  </a:lnTo>
                  <a:lnTo>
                    <a:pt x="476979" y="28341"/>
                  </a:lnTo>
                  <a:lnTo>
                    <a:pt x="480487" y="28088"/>
                  </a:lnTo>
                  <a:lnTo>
                    <a:pt x="483994" y="27835"/>
                  </a:lnTo>
                  <a:lnTo>
                    <a:pt x="487501" y="27581"/>
                  </a:lnTo>
                  <a:lnTo>
                    <a:pt x="491008" y="27327"/>
                  </a:lnTo>
                  <a:lnTo>
                    <a:pt x="494516" y="27072"/>
                  </a:lnTo>
                  <a:lnTo>
                    <a:pt x="498023" y="26817"/>
                  </a:lnTo>
                  <a:lnTo>
                    <a:pt x="501530" y="26562"/>
                  </a:lnTo>
                  <a:lnTo>
                    <a:pt x="505037" y="26306"/>
                  </a:lnTo>
                  <a:lnTo>
                    <a:pt x="508544" y="26049"/>
                  </a:lnTo>
                  <a:lnTo>
                    <a:pt x="512052" y="25792"/>
                  </a:lnTo>
                  <a:lnTo>
                    <a:pt x="515559" y="25535"/>
                  </a:lnTo>
                  <a:lnTo>
                    <a:pt x="519066" y="25277"/>
                  </a:lnTo>
                  <a:lnTo>
                    <a:pt x="522573" y="25019"/>
                  </a:lnTo>
                  <a:lnTo>
                    <a:pt x="526080" y="24760"/>
                  </a:lnTo>
                  <a:lnTo>
                    <a:pt x="529588" y="24501"/>
                  </a:lnTo>
                  <a:lnTo>
                    <a:pt x="533095" y="24241"/>
                  </a:lnTo>
                  <a:lnTo>
                    <a:pt x="536602" y="23981"/>
                  </a:lnTo>
                  <a:lnTo>
                    <a:pt x="540109" y="23720"/>
                  </a:lnTo>
                  <a:lnTo>
                    <a:pt x="543616" y="23459"/>
                  </a:lnTo>
                  <a:lnTo>
                    <a:pt x="547124" y="23198"/>
                  </a:lnTo>
                  <a:lnTo>
                    <a:pt x="550631" y="22936"/>
                  </a:lnTo>
                  <a:lnTo>
                    <a:pt x="554138" y="22674"/>
                  </a:lnTo>
                  <a:lnTo>
                    <a:pt x="557645" y="22411"/>
                  </a:lnTo>
                  <a:lnTo>
                    <a:pt x="561152" y="22148"/>
                  </a:lnTo>
                  <a:lnTo>
                    <a:pt x="564660" y="21884"/>
                  </a:lnTo>
                  <a:lnTo>
                    <a:pt x="568167" y="21620"/>
                  </a:lnTo>
                  <a:lnTo>
                    <a:pt x="571674" y="21355"/>
                  </a:lnTo>
                  <a:lnTo>
                    <a:pt x="575181" y="21090"/>
                  </a:lnTo>
                  <a:lnTo>
                    <a:pt x="578688" y="20825"/>
                  </a:lnTo>
                  <a:lnTo>
                    <a:pt x="582196" y="20559"/>
                  </a:lnTo>
                  <a:lnTo>
                    <a:pt x="585703" y="20293"/>
                  </a:lnTo>
                  <a:lnTo>
                    <a:pt x="589210" y="20026"/>
                  </a:lnTo>
                  <a:lnTo>
                    <a:pt x="592717" y="19759"/>
                  </a:lnTo>
                  <a:lnTo>
                    <a:pt x="596224" y="19491"/>
                  </a:lnTo>
                  <a:lnTo>
                    <a:pt x="599732" y="19223"/>
                  </a:lnTo>
                  <a:lnTo>
                    <a:pt x="603239" y="18954"/>
                  </a:lnTo>
                  <a:lnTo>
                    <a:pt x="606746" y="18685"/>
                  </a:lnTo>
                  <a:lnTo>
                    <a:pt x="610253" y="18416"/>
                  </a:lnTo>
                  <a:lnTo>
                    <a:pt x="613761" y="18146"/>
                  </a:lnTo>
                  <a:lnTo>
                    <a:pt x="617268" y="17876"/>
                  </a:lnTo>
                  <a:lnTo>
                    <a:pt x="620775" y="17605"/>
                  </a:lnTo>
                  <a:lnTo>
                    <a:pt x="624282" y="17334"/>
                  </a:lnTo>
                  <a:lnTo>
                    <a:pt x="627789" y="17062"/>
                  </a:lnTo>
                  <a:lnTo>
                    <a:pt x="631297" y="16790"/>
                  </a:lnTo>
                  <a:lnTo>
                    <a:pt x="634804" y="16518"/>
                  </a:lnTo>
                  <a:lnTo>
                    <a:pt x="638311" y="16245"/>
                  </a:lnTo>
                  <a:lnTo>
                    <a:pt x="641818" y="15972"/>
                  </a:lnTo>
                  <a:lnTo>
                    <a:pt x="645325" y="15698"/>
                  </a:lnTo>
                  <a:lnTo>
                    <a:pt x="648833" y="15424"/>
                  </a:lnTo>
                  <a:lnTo>
                    <a:pt x="652340" y="15149"/>
                  </a:lnTo>
                  <a:lnTo>
                    <a:pt x="655847" y="14874"/>
                  </a:lnTo>
                  <a:lnTo>
                    <a:pt x="659354" y="14599"/>
                  </a:lnTo>
                  <a:lnTo>
                    <a:pt x="662861" y="14323"/>
                  </a:lnTo>
                  <a:lnTo>
                    <a:pt x="666369" y="14046"/>
                  </a:lnTo>
                  <a:lnTo>
                    <a:pt x="669876" y="13770"/>
                  </a:lnTo>
                  <a:lnTo>
                    <a:pt x="673383" y="13492"/>
                  </a:lnTo>
                  <a:lnTo>
                    <a:pt x="676890" y="13215"/>
                  </a:lnTo>
                  <a:lnTo>
                    <a:pt x="680397" y="12937"/>
                  </a:lnTo>
                  <a:lnTo>
                    <a:pt x="683905" y="12658"/>
                  </a:lnTo>
                  <a:lnTo>
                    <a:pt x="687412" y="12379"/>
                  </a:lnTo>
                  <a:lnTo>
                    <a:pt x="690919" y="12100"/>
                  </a:lnTo>
                  <a:lnTo>
                    <a:pt x="694426" y="11820"/>
                  </a:lnTo>
                  <a:lnTo>
                    <a:pt x="697933" y="11540"/>
                  </a:lnTo>
                  <a:lnTo>
                    <a:pt x="701441" y="11260"/>
                  </a:lnTo>
                  <a:lnTo>
                    <a:pt x="704948" y="10979"/>
                  </a:lnTo>
                  <a:lnTo>
                    <a:pt x="708455" y="10697"/>
                  </a:lnTo>
                  <a:lnTo>
                    <a:pt x="711962" y="10415"/>
                  </a:lnTo>
                  <a:lnTo>
                    <a:pt x="715469" y="10133"/>
                  </a:lnTo>
                  <a:lnTo>
                    <a:pt x="718977" y="9851"/>
                  </a:lnTo>
                  <a:lnTo>
                    <a:pt x="722484" y="9567"/>
                  </a:lnTo>
                  <a:lnTo>
                    <a:pt x="725991" y="9284"/>
                  </a:lnTo>
                  <a:lnTo>
                    <a:pt x="729498" y="9000"/>
                  </a:lnTo>
                  <a:lnTo>
                    <a:pt x="733006" y="8716"/>
                  </a:lnTo>
                  <a:lnTo>
                    <a:pt x="736513" y="8431"/>
                  </a:lnTo>
                  <a:lnTo>
                    <a:pt x="740020" y="8146"/>
                  </a:lnTo>
                  <a:lnTo>
                    <a:pt x="743527" y="7860"/>
                  </a:lnTo>
                  <a:lnTo>
                    <a:pt x="747034" y="7574"/>
                  </a:lnTo>
                  <a:lnTo>
                    <a:pt x="750542" y="7288"/>
                  </a:lnTo>
                  <a:lnTo>
                    <a:pt x="754049" y="7001"/>
                  </a:lnTo>
                  <a:lnTo>
                    <a:pt x="757556" y="6714"/>
                  </a:lnTo>
                  <a:lnTo>
                    <a:pt x="761063" y="6427"/>
                  </a:lnTo>
                  <a:lnTo>
                    <a:pt x="764570" y="6139"/>
                  </a:lnTo>
                  <a:lnTo>
                    <a:pt x="768078" y="5850"/>
                  </a:lnTo>
                  <a:lnTo>
                    <a:pt x="771585" y="5561"/>
                  </a:lnTo>
                  <a:lnTo>
                    <a:pt x="775092" y="5272"/>
                  </a:lnTo>
                  <a:lnTo>
                    <a:pt x="778599" y="4983"/>
                  </a:lnTo>
                  <a:lnTo>
                    <a:pt x="782106" y="4693"/>
                  </a:lnTo>
                  <a:lnTo>
                    <a:pt x="785614" y="4402"/>
                  </a:lnTo>
                  <a:lnTo>
                    <a:pt x="789121" y="4112"/>
                  </a:lnTo>
                  <a:lnTo>
                    <a:pt x="792628" y="3820"/>
                  </a:lnTo>
                  <a:lnTo>
                    <a:pt x="796135" y="3529"/>
                  </a:lnTo>
                  <a:lnTo>
                    <a:pt x="799642" y="3237"/>
                  </a:lnTo>
                  <a:lnTo>
                    <a:pt x="803150" y="2944"/>
                  </a:lnTo>
                  <a:lnTo>
                    <a:pt x="806657" y="2652"/>
                  </a:lnTo>
                  <a:lnTo>
                    <a:pt x="810164" y="2359"/>
                  </a:lnTo>
                  <a:lnTo>
                    <a:pt x="813671" y="2065"/>
                  </a:lnTo>
                  <a:lnTo>
                    <a:pt x="817178" y="1771"/>
                  </a:lnTo>
                  <a:lnTo>
                    <a:pt x="820686" y="1477"/>
                  </a:lnTo>
                  <a:lnTo>
                    <a:pt x="824193" y="1182"/>
                  </a:lnTo>
                  <a:lnTo>
                    <a:pt x="827700" y="887"/>
                  </a:lnTo>
                  <a:lnTo>
                    <a:pt x="831207" y="592"/>
                  </a:lnTo>
                  <a:lnTo>
                    <a:pt x="834714" y="296"/>
                  </a:lnTo>
                  <a:lnTo>
                    <a:pt x="838222" y="0"/>
                  </a:lnTo>
                </a:path>
              </a:pathLst>
            </a:custGeom>
            <a:ln w="28456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34197" y="4219300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334197" y="4632901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376108" y="5003675"/>
              <a:ext cx="838222" cy="244503"/>
            </a:xfrm>
            <a:custGeom>
              <a:avLst/>
              <a:pathLst>
                <a:path w="838222" h="244503">
                  <a:moveTo>
                    <a:pt x="0" y="116342"/>
                  </a:moveTo>
                  <a:lnTo>
                    <a:pt x="3507" y="116729"/>
                  </a:lnTo>
                  <a:lnTo>
                    <a:pt x="7014" y="116975"/>
                  </a:lnTo>
                  <a:lnTo>
                    <a:pt x="10521" y="117170"/>
                  </a:lnTo>
                  <a:lnTo>
                    <a:pt x="14028" y="117735"/>
                  </a:lnTo>
                  <a:lnTo>
                    <a:pt x="17536" y="118073"/>
                  </a:lnTo>
                  <a:lnTo>
                    <a:pt x="21043" y="118408"/>
                  </a:lnTo>
                  <a:lnTo>
                    <a:pt x="24550" y="118737"/>
                  </a:lnTo>
                  <a:lnTo>
                    <a:pt x="28057" y="118967"/>
                  </a:lnTo>
                  <a:lnTo>
                    <a:pt x="31564" y="119363"/>
                  </a:lnTo>
                  <a:lnTo>
                    <a:pt x="35072" y="119734"/>
                  </a:lnTo>
                  <a:lnTo>
                    <a:pt x="38579" y="120065"/>
                  </a:lnTo>
                  <a:lnTo>
                    <a:pt x="42086" y="120246"/>
                  </a:lnTo>
                  <a:lnTo>
                    <a:pt x="45593" y="120344"/>
                  </a:lnTo>
                  <a:lnTo>
                    <a:pt x="49100" y="120499"/>
                  </a:lnTo>
                  <a:lnTo>
                    <a:pt x="52608" y="120756"/>
                  </a:lnTo>
                  <a:lnTo>
                    <a:pt x="56115" y="121021"/>
                  </a:lnTo>
                  <a:lnTo>
                    <a:pt x="59622" y="121322"/>
                  </a:lnTo>
                  <a:lnTo>
                    <a:pt x="63129" y="121561"/>
                  </a:lnTo>
                  <a:lnTo>
                    <a:pt x="66636" y="121963"/>
                  </a:lnTo>
                  <a:lnTo>
                    <a:pt x="70144" y="122084"/>
                  </a:lnTo>
                  <a:lnTo>
                    <a:pt x="73651" y="122324"/>
                  </a:lnTo>
                  <a:lnTo>
                    <a:pt x="77158" y="122617"/>
                  </a:lnTo>
                  <a:lnTo>
                    <a:pt x="80665" y="123007"/>
                  </a:lnTo>
                  <a:lnTo>
                    <a:pt x="84172" y="123375"/>
                  </a:lnTo>
                  <a:lnTo>
                    <a:pt x="87680" y="123575"/>
                  </a:lnTo>
                  <a:lnTo>
                    <a:pt x="91187" y="123784"/>
                  </a:lnTo>
                  <a:lnTo>
                    <a:pt x="94694" y="123994"/>
                  </a:lnTo>
                  <a:lnTo>
                    <a:pt x="98201" y="124203"/>
                  </a:lnTo>
                  <a:lnTo>
                    <a:pt x="101708" y="124412"/>
                  </a:lnTo>
                  <a:lnTo>
                    <a:pt x="105216" y="124663"/>
                  </a:lnTo>
                  <a:lnTo>
                    <a:pt x="108723" y="124923"/>
                  </a:lnTo>
                  <a:lnTo>
                    <a:pt x="112230" y="125289"/>
                  </a:lnTo>
                  <a:lnTo>
                    <a:pt x="115737" y="125590"/>
                  </a:lnTo>
                  <a:lnTo>
                    <a:pt x="119244" y="126033"/>
                  </a:lnTo>
                  <a:lnTo>
                    <a:pt x="122752" y="125948"/>
                  </a:lnTo>
                  <a:lnTo>
                    <a:pt x="126259" y="126088"/>
                  </a:lnTo>
                  <a:lnTo>
                    <a:pt x="129766" y="126425"/>
                  </a:lnTo>
                  <a:lnTo>
                    <a:pt x="133273" y="126744"/>
                  </a:lnTo>
                  <a:lnTo>
                    <a:pt x="136781" y="127135"/>
                  </a:lnTo>
                  <a:lnTo>
                    <a:pt x="140288" y="127451"/>
                  </a:lnTo>
                  <a:lnTo>
                    <a:pt x="143795" y="127922"/>
                  </a:lnTo>
                  <a:lnTo>
                    <a:pt x="147302" y="128365"/>
                  </a:lnTo>
                  <a:lnTo>
                    <a:pt x="150809" y="128663"/>
                  </a:lnTo>
                  <a:lnTo>
                    <a:pt x="154317" y="128755"/>
                  </a:lnTo>
                  <a:lnTo>
                    <a:pt x="157824" y="128970"/>
                  </a:lnTo>
                  <a:lnTo>
                    <a:pt x="161331" y="128982"/>
                  </a:lnTo>
                  <a:lnTo>
                    <a:pt x="164838" y="129258"/>
                  </a:lnTo>
                  <a:lnTo>
                    <a:pt x="168345" y="129421"/>
                  </a:lnTo>
                  <a:lnTo>
                    <a:pt x="171853" y="129559"/>
                  </a:lnTo>
                  <a:lnTo>
                    <a:pt x="175360" y="129608"/>
                  </a:lnTo>
                  <a:lnTo>
                    <a:pt x="178867" y="129774"/>
                  </a:lnTo>
                  <a:lnTo>
                    <a:pt x="182374" y="130046"/>
                  </a:lnTo>
                  <a:lnTo>
                    <a:pt x="185881" y="130113"/>
                  </a:lnTo>
                  <a:lnTo>
                    <a:pt x="189389" y="130592"/>
                  </a:lnTo>
                  <a:lnTo>
                    <a:pt x="192896" y="131076"/>
                  </a:lnTo>
                  <a:lnTo>
                    <a:pt x="196403" y="131356"/>
                  </a:lnTo>
                  <a:lnTo>
                    <a:pt x="199910" y="131611"/>
                  </a:lnTo>
                  <a:lnTo>
                    <a:pt x="203417" y="131870"/>
                  </a:lnTo>
                  <a:lnTo>
                    <a:pt x="206925" y="131956"/>
                  </a:lnTo>
                  <a:lnTo>
                    <a:pt x="210432" y="132192"/>
                  </a:lnTo>
                  <a:lnTo>
                    <a:pt x="213939" y="132105"/>
                  </a:lnTo>
                  <a:lnTo>
                    <a:pt x="217446" y="132264"/>
                  </a:lnTo>
                  <a:lnTo>
                    <a:pt x="220953" y="132316"/>
                  </a:lnTo>
                  <a:lnTo>
                    <a:pt x="224461" y="132477"/>
                  </a:lnTo>
                  <a:lnTo>
                    <a:pt x="227968" y="132567"/>
                  </a:lnTo>
                  <a:lnTo>
                    <a:pt x="231475" y="132872"/>
                  </a:lnTo>
                  <a:lnTo>
                    <a:pt x="234982" y="132820"/>
                  </a:lnTo>
                  <a:lnTo>
                    <a:pt x="238489" y="132967"/>
                  </a:lnTo>
                  <a:lnTo>
                    <a:pt x="241997" y="133239"/>
                  </a:lnTo>
                  <a:lnTo>
                    <a:pt x="245504" y="133280"/>
                  </a:lnTo>
                  <a:lnTo>
                    <a:pt x="249011" y="133289"/>
                  </a:lnTo>
                  <a:lnTo>
                    <a:pt x="252518" y="133424"/>
                  </a:lnTo>
                  <a:lnTo>
                    <a:pt x="256026" y="133364"/>
                  </a:lnTo>
                  <a:lnTo>
                    <a:pt x="259533" y="133260"/>
                  </a:lnTo>
                  <a:lnTo>
                    <a:pt x="263040" y="133318"/>
                  </a:lnTo>
                  <a:lnTo>
                    <a:pt x="266547" y="133262"/>
                  </a:lnTo>
                  <a:lnTo>
                    <a:pt x="270054" y="133206"/>
                  </a:lnTo>
                  <a:lnTo>
                    <a:pt x="273562" y="133318"/>
                  </a:lnTo>
                  <a:lnTo>
                    <a:pt x="277069" y="133215"/>
                  </a:lnTo>
                  <a:lnTo>
                    <a:pt x="280576" y="133226"/>
                  </a:lnTo>
                  <a:lnTo>
                    <a:pt x="284083" y="133330"/>
                  </a:lnTo>
                  <a:lnTo>
                    <a:pt x="287590" y="133520"/>
                  </a:lnTo>
                  <a:lnTo>
                    <a:pt x="291098" y="133214"/>
                  </a:lnTo>
                  <a:lnTo>
                    <a:pt x="294605" y="133396"/>
                  </a:lnTo>
                  <a:lnTo>
                    <a:pt x="298112" y="133009"/>
                  </a:lnTo>
                  <a:lnTo>
                    <a:pt x="301619" y="132806"/>
                  </a:lnTo>
                  <a:lnTo>
                    <a:pt x="305126" y="132571"/>
                  </a:lnTo>
                  <a:lnTo>
                    <a:pt x="308634" y="132364"/>
                  </a:lnTo>
                  <a:lnTo>
                    <a:pt x="312141" y="131953"/>
                  </a:lnTo>
                  <a:lnTo>
                    <a:pt x="315648" y="131957"/>
                  </a:lnTo>
                  <a:lnTo>
                    <a:pt x="319155" y="131872"/>
                  </a:lnTo>
                  <a:lnTo>
                    <a:pt x="322662" y="131758"/>
                  </a:lnTo>
                  <a:lnTo>
                    <a:pt x="326170" y="131577"/>
                  </a:lnTo>
                  <a:lnTo>
                    <a:pt x="329677" y="131379"/>
                  </a:lnTo>
                  <a:lnTo>
                    <a:pt x="333184" y="131181"/>
                  </a:lnTo>
                  <a:lnTo>
                    <a:pt x="336691" y="130752"/>
                  </a:lnTo>
                  <a:lnTo>
                    <a:pt x="340198" y="130429"/>
                  </a:lnTo>
                  <a:lnTo>
                    <a:pt x="343706" y="129886"/>
                  </a:lnTo>
                  <a:lnTo>
                    <a:pt x="347213" y="129667"/>
                  </a:lnTo>
                  <a:lnTo>
                    <a:pt x="350720" y="129340"/>
                  </a:lnTo>
                  <a:lnTo>
                    <a:pt x="354227" y="128948"/>
                  </a:lnTo>
                  <a:lnTo>
                    <a:pt x="357734" y="128569"/>
                  </a:lnTo>
                  <a:lnTo>
                    <a:pt x="361242" y="128323"/>
                  </a:lnTo>
                  <a:lnTo>
                    <a:pt x="364749" y="127925"/>
                  </a:lnTo>
                  <a:lnTo>
                    <a:pt x="368256" y="127541"/>
                  </a:lnTo>
                  <a:lnTo>
                    <a:pt x="371763" y="126967"/>
                  </a:lnTo>
                  <a:lnTo>
                    <a:pt x="375271" y="126323"/>
                  </a:lnTo>
                  <a:lnTo>
                    <a:pt x="378778" y="125749"/>
                  </a:lnTo>
                  <a:lnTo>
                    <a:pt x="382285" y="125099"/>
                  </a:lnTo>
                  <a:lnTo>
                    <a:pt x="385792" y="124630"/>
                  </a:lnTo>
                  <a:lnTo>
                    <a:pt x="389299" y="123824"/>
                  </a:lnTo>
                  <a:lnTo>
                    <a:pt x="392807" y="123266"/>
                  </a:lnTo>
                  <a:lnTo>
                    <a:pt x="396314" y="122793"/>
                  </a:lnTo>
                  <a:lnTo>
                    <a:pt x="399821" y="122157"/>
                  </a:lnTo>
                  <a:lnTo>
                    <a:pt x="403328" y="121481"/>
                  </a:lnTo>
                  <a:lnTo>
                    <a:pt x="406835" y="120956"/>
                  </a:lnTo>
                  <a:lnTo>
                    <a:pt x="410343" y="120231"/>
                  </a:lnTo>
                  <a:lnTo>
                    <a:pt x="413850" y="119812"/>
                  </a:lnTo>
                  <a:lnTo>
                    <a:pt x="417357" y="119226"/>
                  </a:lnTo>
                  <a:lnTo>
                    <a:pt x="420864" y="118564"/>
                  </a:lnTo>
                  <a:lnTo>
                    <a:pt x="424371" y="117864"/>
                  </a:lnTo>
                  <a:lnTo>
                    <a:pt x="427879" y="116960"/>
                  </a:lnTo>
                  <a:lnTo>
                    <a:pt x="431386" y="116378"/>
                  </a:lnTo>
                  <a:lnTo>
                    <a:pt x="434893" y="115383"/>
                  </a:lnTo>
                  <a:lnTo>
                    <a:pt x="438400" y="114629"/>
                  </a:lnTo>
                  <a:lnTo>
                    <a:pt x="441907" y="114024"/>
                  </a:lnTo>
                  <a:lnTo>
                    <a:pt x="445415" y="113292"/>
                  </a:lnTo>
                  <a:lnTo>
                    <a:pt x="448922" y="112404"/>
                  </a:lnTo>
                  <a:lnTo>
                    <a:pt x="452429" y="111551"/>
                  </a:lnTo>
                  <a:lnTo>
                    <a:pt x="455936" y="110936"/>
                  </a:lnTo>
                  <a:lnTo>
                    <a:pt x="459443" y="110095"/>
                  </a:lnTo>
                  <a:lnTo>
                    <a:pt x="462951" y="109271"/>
                  </a:lnTo>
                  <a:lnTo>
                    <a:pt x="466458" y="108457"/>
                  </a:lnTo>
                  <a:lnTo>
                    <a:pt x="469965" y="107635"/>
                  </a:lnTo>
                  <a:lnTo>
                    <a:pt x="473472" y="106883"/>
                  </a:lnTo>
                  <a:lnTo>
                    <a:pt x="476979" y="106085"/>
                  </a:lnTo>
                  <a:lnTo>
                    <a:pt x="480487" y="105341"/>
                  </a:lnTo>
                  <a:lnTo>
                    <a:pt x="483994" y="104536"/>
                  </a:lnTo>
                  <a:lnTo>
                    <a:pt x="487501" y="103654"/>
                  </a:lnTo>
                  <a:lnTo>
                    <a:pt x="491008" y="103073"/>
                  </a:lnTo>
                  <a:lnTo>
                    <a:pt x="494516" y="102057"/>
                  </a:lnTo>
                  <a:lnTo>
                    <a:pt x="498023" y="101173"/>
                  </a:lnTo>
                  <a:lnTo>
                    <a:pt x="501530" y="100255"/>
                  </a:lnTo>
                  <a:lnTo>
                    <a:pt x="505037" y="99516"/>
                  </a:lnTo>
                  <a:lnTo>
                    <a:pt x="508544" y="98516"/>
                  </a:lnTo>
                  <a:lnTo>
                    <a:pt x="512052" y="97671"/>
                  </a:lnTo>
                  <a:lnTo>
                    <a:pt x="515559" y="96829"/>
                  </a:lnTo>
                  <a:lnTo>
                    <a:pt x="519066" y="95962"/>
                  </a:lnTo>
                  <a:lnTo>
                    <a:pt x="522573" y="95032"/>
                  </a:lnTo>
                  <a:lnTo>
                    <a:pt x="526080" y="94066"/>
                  </a:lnTo>
                  <a:lnTo>
                    <a:pt x="529588" y="93038"/>
                  </a:lnTo>
                  <a:lnTo>
                    <a:pt x="533095" y="92005"/>
                  </a:lnTo>
                  <a:lnTo>
                    <a:pt x="536602" y="90965"/>
                  </a:lnTo>
                  <a:lnTo>
                    <a:pt x="540109" y="89929"/>
                  </a:lnTo>
                  <a:lnTo>
                    <a:pt x="543616" y="89013"/>
                  </a:lnTo>
                  <a:lnTo>
                    <a:pt x="547124" y="87973"/>
                  </a:lnTo>
                  <a:lnTo>
                    <a:pt x="550631" y="87199"/>
                  </a:lnTo>
                  <a:lnTo>
                    <a:pt x="554138" y="86057"/>
                  </a:lnTo>
                  <a:lnTo>
                    <a:pt x="557645" y="85195"/>
                  </a:lnTo>
                  <a:lnTo>
                    <a:pt x="561152" y="84217"/>
                  </a:lnTo>
                  <a:lnTo>
                    <a:pt x="564660" y="83214"/>
                  </a:lnTo>
                  <a:lnTo>
                    <a:pt x="568167" y="82212"/>
                  </a:lnTo>
                  <a:lnTo>
                    <a:pt x="571674" y="81187"/>
                  </a:lnTo>
                  <a:lnTo>
                    <a:pt x="575181" y="80152"/>
                  </a:lnTo>
                  <a:lnTo>
                    <a:pt x="578688" y="79198"/>
                  </a:lnTo>
                  <a:lnTo>
                    <a:pt x="582196" y="78190"/>
                  </a:lnTo>
                  <a:lnTo>
                    <a:pt x="585703" y="77185"/>
                  </a:lnTo>
                  <a:lnTo>
                    <a:pt x="589210" y="76283"/>
                  </a:lnTo>
                  <a:lnTo>
                    <a:pt x="592717" y="75294"/>
                  </a:lnTo>
                  <a:lnTo>
                    <a:pt x="596224" y="74185"/>
                  </a:lnTo>
                  <a:lnTo>
                    <a:pt x="599732" y="73135"/>
                  </a:lnTo>
                  <a:lnTo>
                    <a:pt x="603239" y="72108"/>
                  </a:lnTo>
                  <a:lnTo>
                    <a:pt x="606746" y="71088"/>
                  </a:lnTo>
                  <a:lnTo>
                    <a:pt x="610253" y="70066"/>
                  </a:lnTo>
                  <a:lnTo>
                    <a:pt x="613761" y="68928"/>
                  </a:lnTo>
                  <a:lnTo>
                    <a:pt x="617268" y="67833"/>
                  </a:lnTo>
                  <a:lnTo>
                    <a:pt x="620775" y="66575"/>
                  </a:lnTo>
                  <a:lnTo>
                    <a:pt x="624282" y="65521"/>
                  </a:lnTo>
                  <a:lnTo>
                    <a:pt x="627789" y="64573"/>
                  </a:lnTo>
                  <a:lnTo>
                    <a:pt x="631297" y="63410"/>
                  </a:lnTo>
                  <a:lnTo>
                    <a:pt x="634804" y="62201"/>
                  </a:lnTo>
                  <a:lnTo>
                    <a:pt x="638311" y="61150"/>
                  </a:lnTo>
                  <a:lnTo>
                    <a:pt x="641818" y="60013"/>
                  </a:lnTo>
                  <a:lnTo>
                    <a:pt x="645325" y="58916"/>
                  </a:lnTo>
                  <a:lnTo>
                    <a:pt x="648833" y="57778"/>
                  </a:lnTo>
                  <a:lnTo>
                    <a:pt x="652340" y="56576"/>
                  </a:lnTo>
                  <a:lnTo>
                    <a:pt x="655847" y="55426"/>
                  </a:lnTo>
                  <a:lnTo>
                    <a:pt x="659354" y="54331"/>
                  </a:lnTo>
                  <a:lnTo>
                    <a:pt x="662861" y="53520"/>
                  </a:lnTo>
                  <a:lnTo>
                    <a:pt x="666369" y="52711"/>
                  </a:lnTo>
                  <a:lnTo>
                    <a:pt x="669876" y="51390"/>
                  </a:lnTo>
                  <a:lnTo>
                    <a:pt x="673383" y="50133"/>
                  </a:lnTo>
                  <a:lnTo>
                    <a:pt x="676890" y="48787"/>
                  </a:lnTo>
                  <a:lnTo>
                    <a:pt x="680397" y="47984"/>
                  </a:lnTo>
                  <a:lnTo>
                    <a:pt x="683905" y="47065"/>
                  </a:lnTo>
                  <a:lnTo>
                    <a:pt x="687412" y="46095"/>
                  </a:lnTo>
                  <a:lnTo>
                    <a:pt x="690919" y="45193"/>
                  </a:lnTo>
                  <a:lnTo>
                    <a:pt x="694426" y="44178"/>
                  </a:lnTo>
                  <a:lnTo>
                    <a:pt x="697933" y="43077"/>
                  </a:lnTo>
                  <a:lnTo>
                    <a:pt x="701441" y="42064"/>
                  </a:lnTo>
                  <a:lnTo>
                    <a:pt x="704948" y="40988"/>
                  </a:lnTo>
                  <a:lnTo>
                    <a:pt x="708455" y="39941"/>
                  </a:lnTo>
                  <a:lnTo>
                    <a:pt x="711962" y="38998"/>
                  </a:lnTo>
                  <a:lnTo>
                    <a:pt x="715469" y="38023"/>
                  </a:lnTo>
                  <a:lnTo>
                    <a:pt x="718977" y="37046"/>
                  </a:lnTo>
                  <a:lnTo>
                    <a:pt x="722484" y="36069"/>
                  </a:lnTo>
                  <a:lnTo>
                    <a:pt x="725991" y="35057"/>
                  </a:lnTo>
                  <a:lnTo>
                    <a:pt x="729498" y="33996"/>
                  </a:lnTo>
                  <a:lnTo>
                    <a:pt x="733006" y="32935"/>
                  </a:lnTo>
                  <a:lnTo>
                    <a:pt x="736513" y="31875"/>
                  </a:lnTo>
                  <a:lnTo>
                    <a:pt x="740020" y="30814"/>
                  </a:lnTo>
                  <a:lnTo>
                    <a:pt x="743527" y="29755"/>
                  </a:lnTo>
                  <a:lnTo>
                    <a:pt x="747034" y="28699"/>
                  </a:lnTo>
                  <a:lnTo>
                    <a:pt x="750542" y="27639"/>
                  </a:lnTo>
                  <a:lnTo>
                    <a:pt x="754049" y="26574"/>
                  </a:lnTo>
                  <a:lnTo>
                    <a:pt x="757556" y="25511"/>
                  </a:lnTo>
                  <a:lnTo>
                    <a:pt x="761063" y="24451"/>
                  </a:lnTo>
                  <a:lnTo>
                    <a:pt x="764570" y="23390"/>
                  </a:lnTo>
                  <a:lnTo>
                    <a:pt x="768078" y="22330"/>
                  </a:lnTo>
                  <a:lnTo>
                    <a:pt x="771585" y="21270"/>
                  </a:lnTo>
                  <a:lnTo>
                    <a:pt x="775092" y="20210"/>
                  </a:lnTo>
                  <a:lnTo>
                    <a:pt x="778599" y="19151"/>
                  </a:lnTo>
                  <a:lnTo>
                    <a:pt x="782106" y="18091"/>
                  </a:lnTo>
                  <a:lnTo>
                    <a:pt x="785614" y="17032"/>
                  </a:lnTo>
                  <a:lnTo>
                    <a:pt x="789121" y="15973"/>
                  </a:lnTo>
                  <a:lnTo>
                    <a:pt x="792628" y="14691"/>
                  </a:lnTo>
                  <a:lnTo>
                    <a:pt x="796135" y="13619"/>
                  </a:lnTo>
                  <a:lnTo>
                    <a:pt x="799642" y="12539"/>
                  </a:lnTo>
                  <a:lnTo>
                    <a:pt x="803150" y="11357"/>
                  </a:lnTo>
                  <a:lnTo>
                    <a:pt x="806657" y="10181"/>
                  </a:lnTo>
                  <a:lnTo>
                    <a:pt x="810164" y="9005"/>
                  </a:lnTo>
                  <a:lnTo>
                    <a:pt x="813671" y="7828"/>
                  </a:lnTo>
                  <a:lnTo>
                    <a:pt x="817178" y="6614"/>
                  </a:lnTo>
                  <a:lnTo>
                    <a:pt x="820686" y="5290"/>
                  </a:lnTo>
                  <a:lnTo>
                    <a:pt x="824193" y="4297"/>
                  </a:lnTo>
                  <a:lnTo>
                    <a:pt x="827700" y="3119"/>
                  </a:lnTo>
                  <a:lnTo>
                    <a:pt x="831207" y="2027"/>
                  </a:lnTo>
                  <a:lnTo>
                    <a:pt x="834714" y="1013"/>
                  </a:lnTo>
                  <a:lnTo>
                    <a:pt x="838222" y="0"/>
                  </a:lnTo>
                  <a:lnTo>
                    <a:pt x="838222" y="210405"/>
                  </a:lnTo>
                  <a:lnTo>
                    <a:pt x="834714" y="210134"/>
                  </a:lnTo>
                  <a:lnTo>
                    <a:pt x="831207" y="209840"/>
                  </a:lnTo>
                  <a:lnTo>
                    <a:pt x="827700" y="209546"/>
                  </a:lnTo>
                  <a:lnTo>
                    <a:pt x="824193" y="209251"/>
                  </a:lnTo>
                  <a:lnTo>
                    <a:pt x="820686" y="208956"/>
                  </a:lnTo>
                  <a:lnTo>
                    <a:pt x="817178" y="208661"/>
                  </a:lnTo>
                  <a:lnTo>
                    <a:pt x="813671" y="208365"/>
                  </a:lnTo>
                  <a:lnTo>
                    <a:pt x="810164" y="208069"/>
                  </a:lnTo>
                  <a:lnTo>
                    <a:pt x="806657" y="207845"/>
                  </a:lnTo>
                  <a:lnTo>
                    <a:pt x="803150" y="207630"/>
                  </a:lnTo>
                  <a:lnTo>
                    <a:pt x="799642" y="207415"/>
                  </a:lnTo>
                  <a:lnTo>
                    <a:pt x="796135" y="207197"/>
                  </a:lnTo>
                  <a:lnTo>
                    <a:pt x="792628" y="206979"/>
                  </a:lnTo>
                  <a:lnTo>
                    <a:pt x="789121" y="206760"/>
                  </a:lnTo>
                  <a:lnTo>
                    <a:pt x="785614" y="206542"/>
                  </a:lnTo>
                  <a:lnTo>
                    <a:pt x="782106" y="206324"/>
                  </a:lnTo>
                  <a:lnTo>
                    <a:pt x="778599" y="206105"/>
                  </a:lnTo>
                  <a:lnTo>
                    <a:pt x="775092" y="205827"/>
                  </a:lnTo>
                  <a:lnTo>
                    <a:pt x="771585" y="205400"/>
                  </a:lnTo>
                  <a:lnTo>
                    <a:pt x="768078" y="205000"/>
                  </a:lnTo>
                  <a:lnTo>
                    <a:pt x="764570" y="204764"/>
                  </a:lnTo>
                  <a:lnTo>
                    <a:pt x="761063" y="204494"/>
                  </a:lnTo>
                  <a:lnTo>
                    <a:pt x="757556" y="204297"/>
                  </a:lnTo>
                  <a:lnTo>
                    <a:pt x="754049" y="204063"/>
                  </a:lnTo>
                  <a:lnTo>
                    <a:pt x="750542" y="203672"/>
                  </a:lnTo>
                  <a:lnTo>
                    <a:pt x="747034" y="203442"/>
                  </a:lnTo>
                  <a:lnTo>
                    <a:pt x="743527" y="203227"/>
                  </a:lnTo>
                  <a:lnTo>
                    <a:pt x="740020" y="203013"/>
                  </a:lnTo>
                  <a:lnTo>
                    <a:pt x="736513" y="202798"/>
                  </a:lnTo>
                  <a:lnTo>
                    <a:pt x="733006" y="202584"/>
                  </a:lnTo>
                  <a:lnTo>
                    <a:pt x="729498" y="202419"/>
                  </a:lnTo>
                  <a:lnTo>
                    <a:pt x="725991" y="202186"/>
                  </a:lnTo>
                  <a:lnTo>
                    <a:pt x="722484" y="201952"/>
                  </a:lnTo>
                  <a:lnTo>
                    <a:pt x="718977" y="201725"/>
                  </a:lnTo>
                  <a:lnTo>
                    <a:pt x="715469" y="201465"/>
                  </a:lnTo>
                  <a:lnTo>
                    <a:pt x="711962" y="201088"/>
                  </a:lnTo>
                  <a:lnTo>
                    <a:pt x="708455" y="200710"/>
                  </a:lnTo>
                  <a:lnTo>
                    <a:pt x="704948" y="200329"/>
                  </a:lnTo>
                  <a:lnTo>
                    <a:pt x="701441" y="199947"/>
                  </a:lnTo>
                  <a:lnTo>
                    <a:pt x="697933" y="199736"/>
                  </a:lnTo>
                  <a:lnTo>
                    <a:pt x="694426" y="199504"/>
                  </a:lnTo>
                  <a:lnTo>
                    <a:pt x="690919" y="199021"/>
                  </a:lnTo>
                  <a:lnTo>
                    <a:pt x="687412" y="198768"/>
                  </a:lnTo>
                  <a:lnTo>
                    <a:pt x="683905" y="198414"/>
                  </a:lnTo>
                  <a:lnTo>
                    <a:pt x="680397" y="198150"/>
                  </a:lnTo>
                  <a:lnTo>
                    <a:pt x="676890" y="197834"/>
                  </a:lnTo>
                  <a:lnTo>
                    <a:pt x="673383" y="197729"/>
                  </a:lnTo>
                  <a:lnTo>
                    <a:pt x="669876" y="197590"/>
                  </a:lnTo>
                  <a:lnTo>
                    <a:pt x="666369" y="197356"/>
                  </a:lnTo>
                  <a:lnTo>
                    <a:pt x="662861" y="197043"/>
                  </a:lnTo>
                  <a:lnTo>
                    <a:pt x="659354" y="196660"/>
                  </a:lnTo>
                  <a:lnTo>
                    <a:pt x="655847" y="196359"/>
                  </a:lnTo>
                  <a:lnTo>
                    <a:pt x="652340" y="196066"/>
                  </a:lnTo>
                  <a:lnTo>
                    <a:pt x="648833" y="195840"/>
                  </a:lnTo>
                  <a:lnTo>
                    <a:pt x="645325" y="195525"/>
                  </a:lnTo>
                  <a:lnTo>
                    <a:pt x="641818" y="195207"/>
                  </a:lnTo>
                  <a:lnTo>
                    <a:pt x="638311" y="194918"/>
                  </a:lnTo>
                  <a:lnTo>
                    <a:pt x="634804" y="194573"/>
                  </a:lnTo>
                  <a:lnTo>
                    <a:pt x="631297" y="194249"/>
                  </a:lnTo>
                  <a:lnTo>
                    <a:pt x="627789" y="193878"/>
                  </a:lnTo>
                  <a:lnTo>
                    <a:pt x="624282" y="193613"/>
                  </a:lnTo>
                  <a:lnTo>
                    <a:pt x="620775" y="193294"/>
                  </a:lnTo>
                  <a:lnTo>
                    <a:pt x="617268" y="193018"/>
                  </a:lnTo>
                  <a:lnTo>
                    <a:pt x="613761" y="192691"/>
                  </a:lnTo>
                  <a:lnTo>
                    <a:pt x="610253" y="192357"/>
                  </a:lnTo>
                  <a:lnTo>
                    <a:pt x="606746" y="192022"/>
                  </a:lnTo>
                  <a:lnTo>
                    <a:pt x="603239" y="191969"/>
                  </a:lnTo>
                  <a:lnTo>
                    <a:pt x="599732" y="191631"/>
                  </a:lnTo>
                  <a:lnTo>
                    <a:pt x="596224" y="191403"/>
                  </a:lnTo>
                  <a:lnTo>
                    <a:pt x="592717" y="191217"/>
                  </a:lnTo>
                  <a:lnTo>
                    <a:pt x="589210" y="191036"/>
                  </a:lnTo>
                  <a:lnTo>
                    <a:pt x="585703" y="191096"/>
                  </a:lnTo>
                  <a:lnTo>
                    <a:pt x="582196" y="190859"/>
                  </a:lnTo>
                  <a:lnTo>
                    <a:pt x="578688" y="190538"/>
                  </a:lnTo>
                  <a:lnTo>
                    <a:pt x="575181" y="190233"/>
                  </a:lnTo>
                  <a:lnTo>
                    <a:pt x="571674" y="189922"/>
                  </a:lnTo>
                  <a:lnTo>
                    <a:pt x="568167" y="189611"/>
                  </a:lnTo>
                  <a:lnTo>
                    <a:pt x="564660" y="189353"/>
                  </a:lnTo>
                  <a:lnTo>
                    <a:pt x="561152" y="189147"/>
                  </a:lnTo>
                  <a:lnTo>
                    <a:pt x="557645" y="188943"/>
                  </a:lnTo>
                  <a:lnTo>
                    <a:pt x="554138" y="188734"/>
                  </a:lnTo>
                  <a:lnTo>
                    <a:pt x="550631" y="188431"/>
                  </a:lnTo>
                  <a:lnTo>
                    <a:pt x="547124" y="188140"/>
                  </a:lnTo>
                  <a:lnTo>
                    <a:pt x="543616" y="187810"/>
                  </a:lnTo>
                  <a:lnTo>
                    <a:pt x="540109" y="187704"/>
                  </a:lnTo>
                  <a:lnTo>
                    <a:pt x="536602" y="187651"/>
                  </a:lnTo>
                  <a:lnTo>
                    <a:pt x="533095" y="187343"/>
                  </a:lnTo>
                  <a:lnTo>
                    <a:pt x="529588" y="186982"/>
                  </a:lnTo>
                  <a:lnTo>
                    <a:pt x="526080" y="186723"/>
                  </a:lnTo>
                  <a:lnTo>
                    <a:pt x="522573" y="186561"/>
                  </a:lnTo>
                  <a:lnTo>
                    <a:pt x="519066" y="186572"/>
                  </a:lnTo>
                  <a:lnTo>
                    <a:pt x="515559" y="186454"/>
                  </a:lnTo>
                  <a:lnTo>
                    <a:pt x="512052" y="186243"/>
                  </a:lnTo>
                  <a:lnTo>
                    <a:pt x="508544" y="186157"/>
                  </a:lnTo>
                  <a:lnTo>
                    <a:pt x="505037" y="186004"/>
                  </a:lnTo>
                  <a:lnTo>
                    <a:pt x="501530" y="185622"/>
                  </a:lnTo>
                  <a:lnTo>
                    <a:pt x="498023" y="185405"/>
                  </a:lnTo>
                  <a:lnTo>
                    <a:pt x="494516" y="185313"/>
                  </a:lnTo>
                  <a:lnTo>
                    <a:pt x="491008" y="184998"/>
                  </a:lnTo>
                  <a:lnTo>
                    <a:pt x="487501" y="184805"/>
                  </a:lnTo>
                  <a:lnTo>
                    <a:pt x="483994" y="184859"/>
                  </a:lnTo>
                  <a:lnTo>
                    <a:pt x="480487" y="184751"/>
                  </a:lnTo>
                  <a:lnTo>
                    <a:pt x="476979" y="184563"/>
                  </a:lnTo>
                  <a:lnTo>
                    <a:pt x="473472" y="184347"/>
                  </a:lnTo>
                  <a:lnTo>
                    <a:pt x="469965" y="184156"/>
                  </a:lnTo>
                  <a:lnTo>
                    <a:pt x="466458" y="184005"/>
                  </a:lnTo>
                  <a:lnTo>
                    <a:pt x="462951" y="183871"/>
                  </a:lnTo>
                  <a:lnTo>
                    <a:pt x="459443" y="183748"/>
                  </a:lnTo>
                  <a:lnTo>
                    <a:pt x="455936" y="183703"/>
                  </a:lnTo>
                  <a:lnTo>
                    <a:pt x="452429" y="183666"/>
                  </a:lnTo>
                  <a:lnTo>
                    <a:pt x="448922" y="183452"/>
                  </a:lnTo>
                  <a:lnTo>
                    <a:pt x="445415" y="183234"/>
                  </a:lnTo>
                  <a:lnTo>
                    <a:pt x="441907" y="183137"/>
                  </a:lnTo>
                  <a:lnTo>
                    <a:pt x="438400" y="183099"/>
                  </a:lnTo>
                  <a:lnTo>
                    <a:pt x="434893" y="183002"/>
                  </a:lnTo>
                  <a:lnTo>
                    <a:pt x="431386" y="182898"/>
                  </a:lnTo>
                  <a:lnTo>
                    <a:pt x="427879" y="182898"/>
                  </a:lnTo>
                  <a:lnTo>
                    <a:pt x="424371" y="182733"/>
                  </a:lnTo>
                  <a:lnTo>
                    <a:pt x="420864" y="182653"/>
                  </a:lnTo>
                  <a:lnTo>
                    <a:pt x="417357" y="182751"/>
                  </a:lnTo>
                  <a:lnTo>
                    <a:pt x="413850" y="182758"/>
                  </a:lnTo>
                  <a:lnTo>
                    <a:pt x="410343" y="182868"/>
                  </a:lnTo>
                  <a:lnTo>
                    <a:pt x="406835" y="182969"/>
                  </a:lnTo>
                  <a:lnTo>
                    <a:pt x="403328" y="183002"/>
                  </a:lnTo>
                  <a:lnTo>
                    <a:pt x="399821" y="183029"/>
                  </a:lnTo>
                  <a:lnTo>
                    <a:pt x="396314" y="183417"/>
                  </a:lnTo>
                  <a:lnTo>
                    <a:pt x="392807" y="183485"/>
                  </a:lnTo>
                  <a:lnTo>
                    <a:pt x="389299" y="183765"/>
                  </a:lnTo>
                  <a:lnTo>
                    <a:pt x="385792" y="183618"/>
                  </a:lnTo>
                  <a:lnTo>
                    <a:pt x="382285" y="183540"/>
                  </a:lnTo>
                  <a:lnTo>
                    <a:pt x="378778" y="183796"/>
                  </a:lnTo>
                  <a:lnTo>
                    <a:pt x="375271" y="183886"/>
                  </a:lnTo>
                  <a:lnTo>
                    <a:pt x="371763" y="184352"/>
                  </a:lnTo>
                  <a:lnTo>
                    <a:pt x="368256" y="184625"/>
                  </a:lnTo>
                  <a:lnTo>
                    <a:pt x="364749" y="184764"/>
                  </a:lnTo>
                  <a:lnTo>
                    <a:pt x="361242" y="185090"/>
                  </a:lnTo>
                  <a:lnTo>
                    <a:pt x="357734" y="185240"/>
                  </a:lnTo>
                  <a:lnTo>
                    <a:pt x="354227" y="185494"/>
                  </a:lnTo>
                  <a:lnTo>
                    <a:pt x="350720" y="185553"/>
                  </a:lnTo>
                  <a:lnTo>
                    <a:pt x="347213" y="185808"/>
                  </a:lnTo>
                  <a:lnTo>
                    <a:pt x="343706" y="185963"/>
                  </a:lnTo>
                  <a:lnTo>
                    <a:pt x="340198" y="186150"/>
                  </a:lnTo>
                  <a:lnTo>
                    <a:pt x="336691" y="186426"/>
                  </a:lnTo>
                  <a:lnTo>
                    <a:pt x="333184" y="186807"/>
                  </a:lnTo>
                  <a:lnTo>
                    <a:pt x="329677" y="187123"/>
                  </a:lnTo>
                  <a:lnTo>
                    <a:pt x="326170" y="187465"/>
                  </a:lnTo>
                  <a:lnTo>
                    <a:pt x="322662" y="187763"/>
                  </a:lnTo>
                  <a:lnTo>
                    <a:pt x="319155" y="188133"/>
                  </a:lnTo>
                  <a:lnTo>
                    <a:pt x="315648" y="188510"/>
                  </a:lnTo>
                  <a:lnTo>
                    <a:pt x="312141" y="188849"/>
                  </a:lnTo>
                  <a:lnTo>
                    <a:pt x="308634" y="189464"/>
                  </a:lnTo>
                  <a:lnTo>
                    <a:pt x="305126" y="190045"/>
                  </a:lnTo>
                  <a:lnTo>
                    <a:pt x="301619" y="190185"/>
                  </a:lnTo>
                  <a:lnTo>
                    <a:pt x="298112" y="190470"/>
                  </a:lnTo>
                  <a:lnTo>
                    <a:pt x="294605" y="190890"/>
                  </a:lnTo>
                  <a:lnTo>
                    <a:pt x="291098" y="191302"/>
                  </a:lnTo>
                  <a:lnTo>
                    <a:pt x="287590" y="191818"/>
                  </a:lnTo>
                  <a:lnTo>
                    <a:pt x="284083" y="192386"/>
                  </a:lnTo>
                  <a:lnTo>
                    <a:pt x="280576" y="192844"/>
                  </a:lnTo>
                  <a:lnTo>
                    <a:pt x="277069" y="193265"/>
                  </a:lnTo>
                  <a:lnTo>
                    <a:pt x="273562" y="193856"/>
                  </a:lnTo>
                  <a:lnTo>
                    <a:pt x="270054" y="194464"/>
                  </a:lnTo>
                  <a:lnTo>
                    <a:pt x="266547" y="195017"/>
                  </a:lnTo>
                  <a:lnTo>
                    <a:pt x="263040" y="195657"/>
                  </a:lnTo>
                  <a:lnTo>
                    <a:pt x="259533" y="196129"/>
                  </a:lnTo>
                  <a:lnTo>
                    <a:pt x="256026" y="196715"/>
                  </a:lnTo>
                  <a:lnTo>
                    <a:pt x="252518" y="197115"/>
                  </a:lnTo>
                  <a:lnTo>
                    <a:pt x="249011" y="197576"/>
                  </a:lnTo>
                  <a:lnTo>
                    <a:pt x="245504" y="198115"/>
                  </a:lnTo>
                  <a:lnTo>
                    <a:pt x="241997" y="198663"/>
                  </a:lnTo>
                  <a:lnTo>
                    <a:pt x="238489" y="199242"/>
                  </a:lnTo>
                  <a:lnTo>
                    <a:pt x="234982" y="199809"/>
                  </a:lnTo>
                  <a:lnTo>
                    <a:pt x="231475" y="200314"/>
                  </a:lnTo>
                  <a:lnTo>
                    <a:pt x="227968" y="200737"/>
                  </a:lnTo>
                  <a:lnTo>
                    <a:pt x="224461" y="201401"/>
                  </a:lnTo>
                  <a:lnTo>
                    <a:pt x="220953" y="202026"/>
                  </a:lnTo>
                  <a:lnTo>
                    <a:pt x="217446" y="202537"/>
                  </a:lnTo>
                  <a:lnTo>
                    <a:pt x="213939" y="203188"/>
                  </a:lnTo>
                  <a:lnTo>
                    <a:pt x="210432" y="204008"/>
                  </a:lnTo>
                  <a:lnTo>
                    <a:pt x="206925" y="204636"/>
                  </a:lnTo>
                  <a:lnTo>
                    <a:pt x="203417" y="205254"/>
                  </a:lnTo>
                  <a:lnTo>
                    <a:pt x="199910" y="205682"/>
                  </a:lnTo>
                  <a:lnTo>
                    <a:pt x="196403" y="206409"/>
                  </a:lnTo>
                  <a:lnTo>
                    <a:pt x="192896" y="207201"/>
                  </a:lnTo>
                  <a:lnTo>
                    <a:pt x="189389" y="207843"/>
                  </a:lnTo>
                  <a:lnTo>
                    <a:pt x="185881" y="208491"/>
                  </a:lnTo>
                  <a:lnTo>
                    <a:pt x="182374" y="209144"/>
                  </a:lnTo>
                  <a:lnTo>
                    <a:pt x="178867" y="209843"/>
                  </a:lnTo>
                  <a:lnTo>
                    <a:pt x="175360" y="210350"/>
                  </a:lnTo>
                  <a:lnTo>
                    <a:pt x="171853" y="211085"/>
                  </a:lnTo>
                  <a:lnTo>
                    <a:pt x="168345" y="211812"/>
                  </a:lnTo>
                  <a:lnTo>
                    <a:pt x="164838" y="212565"/>
                  </a:lnTo>
                  <a:lnTo>
                    <a:pt x="161331" y="213149"/>
                  </a:lnTo>
                  <a:lnTo>
                    <a:pt x="157824" y="213828"/>
                  </a:lnTo>
                  <a:lnTo>
                    <a:pt x="154317" y="214541"/>
                  </a:lnTo>
                  <a:lnTo>
                    <a:pt x="150809" y="215238"/>
                  </a:lnTo>
                  <a:lnTo>
                    <a:pt x="147302" y="215893"/>
                  </a:lnTo>
                  <a:lnTo>
                    <a:pt x="143795" y="216485"/>
                  </a:lnTo>
                  <a:lnTo>
                    <a:pt x="140288" y="217214"/>
                  </a:lnTo>
                  <a:lnTo>
                    <a:pt x="136781" y="217833"/>
                  </a:lnTo>
                  <a:lnTo>
                    <a:pt x="133273" y="218473"/>
                  </a:lnTo>
                  <a:lnTo>
                    <a:pt x="129766" y="219143"/>
                  </a:lnTo>
                  <a:lnTo>
                    <a:pt x="126259" y="219865"/>
                  </a:lnTo>
                  <a:lnTo>
                    <a:pt x="122752" y="220317"/>
                  </a:lnTo>
                  <a:lnTo>
                    <a:pt x="119244" y="221105"/>
                  </a:lnTo>
                  <a:lnTo>
                    <a:pt x="115737" y="221837"/>
                  </a:lnTo>
                  <a:lnTo>
                    <a:pt x="112230" y="222416"/>
                  </a:lnTo>
                  <a:lnTo>
                    <a:pt x="108723" y="222996"/>
                  </a:lnTo>
                  <a:lnTo>
                    <a:pt x="105216" y="223740"/>
                  </a:lnTo>
                  <a:lnTo>
                    <a:pt x="101708" y="224598"/>
                  </a:lnTo>
                  <a:lnTo>
                    <a:pt x="98201" y="225453"/>
                  </a:lnTo>
                  <a:lnTo>
                    <a:pt x="94694" y="226187"/>
                  </a:lnTo>
                  <a:lnTo>
                    <a:pt x="91187" y="226859"/>
                  </a:lnTo>
                  <a:lnTo>
                    <a:pt x="87680" y="227535"/>
                  </a:lnTo>
                  <a:lnTo>
                    <a:pt x="84172" y="228198"/>
                  </a:lnTo>
                  <a:lnTo>
                    <a:pt x="80665" y="228768"/>
                  </a:lnTo>
                  <a:lnTo>
                    <a:pt x="77158" y="229538"/>
                  </a:lnTo>
                  <a:lnTo>
                    <a:pt x="73651" y="230327"/>
                  </a:lnTo>
                  <a:lnTo>
                    <a:pt x="70144" y="231113"/>
                  </a:lnTo>
                  <a:lnTo>
                    <a:pt x="66636" y="231889"/>
                  </a:lnTo>
                  <a:lnTo>
                    <a:pt x="63129" y="232741"/>
                  </a:lnTo>
                  <a:lnTo>
                    <a:pt x="59622" y="233435"/>
                  </a:lnTo>
                  <a:lnTo>
                    <a:pt x="56115" y="234142"/>
                  </a:lnTo>
                  <a:lnTo>
                    <a:pt x="52608" y="234717"/>
                  </a:lnTo>
                  <a:lnTo>
                    <a:pt x="49100" y="235451"/>
                  </a:lnTo>
                  <a:lnTo>
                    <a:pt x="45593" y="236011"/>
                  </a:lnTo>
                  <a:lnTo>
                    <a:pt x="42086" y="236487"/>
                  </a:lnTo>
                  <a:lnTo>
                    <a:pt x="38579" y="237179"/>
                  </a:lnTo>
                  <a:lnTo>
                    <a:pt x="35072" y="237990"/>
                  </a:lnTo>
                  <a:lnTo>
                    <a:pt x="31564" y="238575"/>
                  </a:lnTo>
                  <a:lnTo>
                    <a:pt x="28057" y="239286"/>
                  </a:lnTo>
                  <a:lnTo>
                    <a:pt x="24550" y="239948"/>
                  </a:lnTo>
                  <a:lnTo>
                    <a:pt x="21043" y="240727"/>
                  </a:lnTo>
                  <a:lnTo>
                    <a:pt x="17536" y="241440"/>
                  </a:lnTo>
                  <a:lnTo>
                    <a:pt x="14028" y="242049"/>
                  </a:lnTo>
                  <a:lnTo>
                    <a:pt x="10521" y="242651"/>
                  </a:lnTo>
                  <a:lnTo>
                    <a:pt x="7014" y="243375"/>
                  </a:lnTo>
                  <a:lnTo>
                    <a:pt x="3507" y="243940"/>
                  </a:lnTo>
                  <a:lnTo>
                    <a:pt x="0" y="244503"/>
                  </a:lnTo>
                  <a:close/>
                </a:path>
              </a:pathLst>
            </a:custGeom>
            <a:solidFill>
              <a:srgbClr val="0072B2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376108" y="5003675"/>
              <a:ext cx="838222" cy="133520"/>
            </a:xfrm>
            <a:custGeom>
              <a:avLst/>
              <a:pathLst>
                <a:path w="838222" h="133520">
                  <a:moveTo>
                    <a:pt x="0" y="116342"/>
                  </a:moveTo>
                  <a:lnTo>
                    <a:pt x="3507" y="116729"/>
                  </a:lnTo>
                  <a:lnTo>
                    <a:pt x="7014" y="116975"/>
                  </a:lnTo>
                  <a:lnTo>
                    <a:pt x="10521" y="117170"/>
                  </a:lnTo>
                  <a:lnTo>
                    <a:pt x="14028" y="117735"/>
                  </a:lnTo>
                  <a:lnTo>
                    <a:pt x="17536" y="118073"/>
                  </a:lnTo>
                  <a:lnTo>
                    <a:pt x="21043" y="118408"/>
                  </a:lnTo>
                  <a:lnTo>
                    <a:pt x="24550" y="118737"/>
                  </a:lnTo>
                  <a:lnTo>
                    <a:pt x="28057" y="118967"/>
                  </a:lnTo>
                  <a:lnTo>
                    <a:pt x="31564" y="119363"/>
                  </a:lnTo>
                  <a:lnTo>
                    <a:pt x="35072" y="119734"/>
                  </a:lnTo>
                  <a:lnTo>
                    <a:pt x="38579" y="120065"/>
                  </a:lnTo>
                  <a:lnTo>
                    <a:pt x="42086" y="120246"/>
                  </a:lnTo>
                  <a:lnTo>
                    <a:pt x="45593" y="120344"/>
                  </a:lnTo>
                  <a:lnTo>
                    <a:pt x="49100" y="120499"/>
                  </a:lnTo>
                  <a:lnTo>
                    <a:pt x="52608" y="120756"/>
                  </a:lnTo>
                  <a:lnTo>
                    <a:pt x="56115" y="121021"/>
                  </a:lnTo>
                  <a:lnTo>
                    <a:pt x="59622" y="121322"/>
                  </a:lnTo>
                  <a:lnTo>
                    <a:pt x="63129" y="121561"/>
                  </a:lnTo>
                  <a:lnTo>
                    <a:pt x="66636" y="121963"/>
                  </a:lnTo>
                  <a:lnTo>
                    <a:pt x="70144" y="122084"/>
                  </a:lnTo>
                  <a:lnTo>
                    <a:pt x="73651" y="122324"/>
                  </a:lnTo>
                  <a:lnTo>
                    <a:pt x="77158" y="122617"/>
                  </a:lnTo>
                  <a:lnTo>
                    <a:pt x="80665" y="123007"/>
                  </a:lnTo>
                  <a:lnTo>
                    <a:pt x="84172" y="123375"/>
                  </a:lnTo>
                  <a:lnTo>
                    <a:pt x="87680" y="123575"/>
                  </a:lnTo>
                  <a:lnTo>
                    <a:pt x="91187" y="123784"/>
                  </a:lnTo>
                  <a:lnTo>
                    <a:pt x="94694" y="123994"/>
                  </a:lnTo>
                  <a:lnTo>
                    <a:pt x="98201" y="124203"/>
                  </a:lnTo>
                  <a:lnTo>
                    <a:pt x="101708" y="124412"/>
                  </a:lnTo>
                  <a:lnTo>
                    <a:pt x="105216" y="124663"/>
                  </a:lnTo>
                  <a:lnTo>
                    <a:pt x="108723" y="124923"/>
                  </a:lnTo>
                  <a:lnTo>
                    <a:pt x="112230" y="125289"/>
                  </a:lnTo>
                  <a:lnTo>
                    <a:pt x="115737" y="125590"/>
                  </a:lnTo>
                  <a:lnTo>
                    <a:pt x="119244" y="126033"/>
                  </a:lnTo>
                  <a:lnTo>
                    <a:pt x="122752" y="125948"/>
                  </a:lnTo>
                  <a:lnTo>
                    <a:pt x="126259" y="126088"/>
                  </a:lnTo>
                  <a:lnTo>
                    <a:pt x="129766" y="126425"/>
                  </a:lnTo>
                  <a:lnTo>
                    <a:pt x="133273" y="126744"/>
                  </a:lnTo>
                  <a:lnTo>
                    <a:pt x="136781" y="127135"/>
                  </a:lnTo>
                  <a:lnTo>
                    <a:pt x="140288" y="127451"/>
                  </a:lnTo>
                  <a:lnTo>
                    <a:pt x="143795" y="127922"/>
                  </a:lnTo>
                  <a:lnTo>
                    <a:pt x="147302" y="128365"/>
                  </a:lnTo>
                  <a:lnTo>
                    <a:pt x="150809" y="128663"/>
                  </a:lnTo>
                  <a:lnTo>
                    <a:pt x="154317" y="128755"/>
                  </a:lnTo>
                  <a:lnTo>
                    <a:pt x="157824" y="128970"/>
                  </a:lnTo>
                  <a:lnTo>
                    <a:pt x="161331" y="128982"/>
                  </a:lnTo>
                  <a:lnTo>
                    <a:pt x="164838" y="129258"/>
                  </a:lnTo>
                  <a:lnTo>
                    <a:pt x="168345" y="129421"/>
                  </a:lnTo>
                  <a:lnTo>
                    <a:pt x="171853" y="129559"/>
                  </a:lnTo>
                  <a:lnTo>
                    <a:pt x="175360" y="129608"/>
                  </a:lnTo>
                  <a:lnTo>
                    <a:pt x="178867" y="129774"/>
                  </a:lnTo>
                  <a:lnTo>
                    <a:pt x="182374" y="130046"/>
                  </a:lnTo>
                  <a:lnTo>
                    <a:pt x="185881" y="130113"/>
                  </a:lnTo>
                  <a:lnTo>
                    <a:pt x="189389" y="130592"/>
                  </a:lnTo>
                  <a:lnTo>
                    <a:pt x="192896" y="131076"/>
                  </a:lnTo>
                  <a:lnTo>
                    <a:pt x="196403" y="131356"/>
                  </a:lnTo>
                  <a:lnTo>
                    <a:pt x="199910" y="131611"/>
                  </a:lnTo>
                  <a:lnTo>
                    <a:pt x="203417" y="131870"/>
                  </a:lnTo>
                  <a:lnTo>
                    <a:pt x="206925" y="131956"/>
                  </a:lnTo>
                  <a:lnTo>
                    <a:pt x="210432" y="132192"/>
                  </a:lnTo>
                  <a:lnTo>
                    <a:pt x="213939" y="132105"/>
                  </a:lnTo>
                  <a:lnTo>
                    <a:pt x="217446" y="132264"/>
                  </a:lnTo>
                  <a:lnTo>
                    <a:pt x="220953" y="132316"/>
                  </a:lnTo>
                  <a:lnTo>
                    <a:pt x="224461" y="132477"/>
                  </a:lnTo>
                  <a:lnTo>
                    <a:pt x="227968" y="132567"/>
                  </a:lnTo>
                  <a:lnTo>
                    <a:pt x="231475" y="132872"/>
                  </a:lnTo>
                  <a:lnTo>
                    <a:pt x="234982" y="132820"/>
                  </a:lnTo>
                  <a:lnTo>
                    <a:pt x="238489" y="132967"/>
                  </a:lnTo>
                  <a:lnTo>
                    <a:pt x="241997" y="133239"/>
                  </a:lnTo>
                  <a:lnTo>
                    <a:pt x="245504" y="133280"/>
                  </a:lnTo>
                  <a:lnTo>
                    <a:pt x="249011" y="133289"/>
                  </a:lnTo>
                  <a:lnTo>
                    <a:pt x="252518" y="133424"/>
                  </a:lnTo>
                  <a:lnTo>
                    <a:pt x="256026" y="133364"/>
                  </a:lnTo>
                  <a:lnTo>
                    <a:pt x="259533" y="133260"/>
                  </a:lnTo>
                  <a:lnTo>
                    <a:pt x="263040" y="133318"/>
                  </a:lnTo>
                  <a:lnTo>
                    <a:pt x="266547" y="133262"/>
                  </a:lnTo>
                  <a:lnTo>
                    <a:pt x="270054" y="133206"/>
                  </a:lnTo>
                  <a:lnTo>
                    <a:pt x="273562" y="133318"/>
                  </a:lnTo>
                  <a:lnTo>
                    <a:pt x="277069" y="133215"/>
                  </a:lnTo>
                  <a:lnTo>
                    <a:pt x="280576" y="133226"/>
                  </a:lnTo>
                  <a:lnTo>
                    <a:pt x="284083" y="133330"/>
                  </a:lnTo>
                  <a:lnTo>
                    <a:pt x="287590" y="133520"/>
                  </a:lnTo>
                  <a:lnTo>
                    <a:pt x="291098" y="133214"/>
                  </a:lnTo>
                  <a:lnTo>
                    <a:pt x="294605" y="133396"/>
                  </a:lnTo>
                  <a:lnTo>
                    <a:pt x="298112" y="133009"/>
                  </a:lnTo>
                  <a:lnTo>
                    <a:pt x="301619" y="132806"/>
                  </a:lnTo>
                  <a:lnTo>
                    <a:pt x="305126" y="132571"/>
                  </a:lnTo>
                  <a:lnTo>
                    <a:pt x="308634" y="132364"/>
                  </a:lnTo>
                  <a:lnTo>
                    <a:pt x="312141" y="131953"/>
                  </a:lnTo>
                  <a:lnTo>
                    <a:pt x="315648" y="131957"/>
                  </a:lnTo>
                  <a:lnTo>
                    <a:pt x="319155" y="131872"/>
                  </a:lnTo>
                  <a:lnTo>
                    <a:pt x="322662" y="131758"/>
                  </a:lnTo>
                  <a:lnTo>
                    <a:pt x="326170" y="131577"/>
                  </a:lnTo>
                  <a:lnTo>
                    <a:pt x="329677" y="131379"/>
                  </a:lnTo>
                  <a:lnTo>
                    <a:pt x="333184" y="131181"/>
                  </a:lnTo>
                  <a:lnTo>
                    <a:pt x="336691" y="130752"/>
                  </a:lnTo>
                  <a:lnTo>
                    <a:pt x="340198" y="130429"/>
                  </a:lnTo>
                  <a:lnTo>
                    <a:pt x="343706" y="129886"/>
                  </a:lnTo>
                  <a:lnTo>
                    <a:pt x="347213" y="129667"/>
                  </a:lnTo>
                  <a:lnTo>
                    <a:pt x="350720" y="129340"/>
                  </a:lnTo>
                  <a:lnTo>
                    <a:pt x="354227" y="128948"/>
                  </a:lnTo>
                  <a:lnTo>
                    <a:pt x="357734" y="128569"/>
                  </a:lnTo>
                  <a:lnTo>
                    <a:pt x="361242" y="128323"/>
                  </a:lnTo>
                  <a:lnTo>
                    <a:pt x="364749" y="127925"/>
                  </a:lnTo>
                  <a:lnTo>
                    <a:pt x="368256" y="127541"/>
                  </a:lnTo>
                  <a:lnTo>
                    <a:pt x="371763" y="126967"/>
                  </a:lnTo>
                  <a:lnTo>
                    <a:pt x="375271" y="126323"/>
                  </a:lnTo>
                  <a:lnTo>
                    <a:pt x="378778" y="125749"/>
                  </a:lnTo>
                  <a:lnTo>
                    <a:pt x="382285" y="125099"/>
                  </a:lnTo>
                  <a:lnTo>
                    <a:pt x="385792" y="124630"/>
                  </a:lnTo>
                  <a:lnTo>
                    <a:pt x="389299" y="123824"/>
                  </a:lnTo>
                  <a:lnTo>
                    <a:pt x="392807" y="123266"/>
                  </a:lnTo>
                  <a:lnTo>
                    <a:pt x="396314" y="122793"/>
                  </a:lnTo>
                  <a:lnTo>
                    <a:pt x="399821" y="122157"/>
                  </a:lnTo>
                  <a:lnTo>
                    <a:pt x="403328" y="121481"/>
                  </a:lnTo>
                  <a:lnTo>
                    <a:pt x="406835" y="120956"/>
                  </a:lnTo>
                  <a:lnTo>
                    <a:pt x="410343" y="120231"/>
                  </a:lnTo>
                  <a:lnTo>
                    <a:pt x="413850" y="119812"/>
                  </a:lnTo>
                  <a:lnTo>
                    <a:pt x="417357" y="119226"/>
                  </a:lnTo>
                  <a:lnTo>
                    <a:pt x="420864" y="118564"/>
                  </a:lnTo>
                  <a:lnTo>
                    <a:pt x="424371" y="117864"/>
                  </a:lnTo>
                  <a:lnTo>
                    <a:pt x="427879" y="116960"/>
                  </a:lnTo>
                  <a:lnTo>
                    <a:pt x="431386" y="116378"/>
                  </a:lnTo>
                  <a:lnTo>
                    <a:pt x="434893" y="115383"/>
                  </a:lnTo>
                  <a:lnTo>
                    <a:pt x="438400" y="114629"/>
                  </a:lnTo>
                  <a:lnTo>
                    <a:pt x="441907" y="114024"/>
                  </a:lnTo>
                  <a:lnTo>
                    <a:pt x="445415" y="113292"/>
                  </a:lnTo>
                  <a:lnTo>
                    <a:pt x="448922" y="112404"/>
                  </a:lnTo>
                  <a:lnTo>
                    <a:pt x="452429" y="111551"/>
                  </a:lnTo>
                  <a:lnTo>
                    <a:pt x="455936" y="110936"/>
                  </a:lnTo>
                  <a:lnTo>
                    <a:pt x="459443" y="110095"/>
                  </a:lnTo>
                  <a:lnTo>
                    <a:pt x="462951" y="109271"/>
                  </a:lnTo>
                  <a:lnTo>
                    <a:pt x="466458" y="108457"/>
                  </a:lnTo>
                  <a:lnTo>
                    <a:pt x="469965" y="107635"/>
                  </a:lnTo>
                  <a:lnTo>
                    <a:pt x="473472" y="106883"/>
                  </a:lnTo>
                  <a:lnTo>
                    <a:pt x="476979" y="106085"/>
                  </a:lnTo>
                  <a:lnTo>
                    <a:pt x="480487" y="105341"/>
                  </a:lnTo>
                  <a:lnTo>
                    <a:pt x="483994" y="104536"/>
                  </a:lnTo>
                  <a:lnTo>
                    <a:pt x="487501" y="103654"/>
                  </a:lnTo>
                  <a:lnTo>
                    <a:pt x="491008" y="103073"/>
                  </a:lnTo>
                  <a:lnTo>
                    <a:pt x="494516" y="102057"/>
                  </a:lnTo>
                  <a:lnTo>
                    <a:pt x="498023" y="101173"/>
                  </a:lnTo>
                  <a:lnTo>
                    <a:pt x="501530" y="100255"/>
                  </a:lnTo>
                  <a:lnTo>
                    <a:pt x="505037" y="99516"/>
                  </a:lnTo>
                  <a:lnTo>
                    <a:pt x="508544" y="98516"/>
                  </a:lnTo>
                  <a:lnTo>
                    <a:pt x="512052" y="97671"/>
                  </a:lnTo>
                  <a:lnTo>
                    <a:pt x="515559" y="96829"/>
                  </a:lnTo>
                  <a:lnTo>
                    <a:pt x="519066" y="95962"/>
                  </a:lnTo>
                  <a:lnTo>
                    <a:pt x="522573" y="95032"/>
                  </a:lnTo>
                  <a:lnTo>
                    <a:pt x="526080" y="94066"/>
                  </a:lnTo>
                  <a:lnTo>
                    <a:pt x="529588" y="93038"/>
                  </a:lnTo>
                  <a:lnTo>
                    <a:pt x="533095" y="92005"/>
                  </a:lnTo>
                  <a:lnTo>
                    <a:pt x="536602" y="90965"/>
                  </a:lnTo>
                  <a:lnTo>
                    <a:pt x="540109" y="89929"/>
                  </a:lnTo>
                  <a:lnTo>
                    <a:pt x="543616" y="89013"/>
                  </a:lnTo>
                  <a:lnTo>
                    <a:pt x="547124" y="87973"/>
                  </a:lnTo>
                  <a:lnTo>
                    <a:pt x="550631" y="87199"/>
                  </a:lnTo>
                  <a:lnTo>
                    <a:pt x="554138" y="86057"/>
                  </a:lnTo>
                  <a:lnTo>
                    <a:pt x="557645" y="85195"/>
                  </a:lnTo>
                  <a:lnTo>
                    <a:pt x="561152" y="84217"/>
                  </a:lnTo>
                  <a:lnTo>
                    <a:pt x="564660" y="83214"/>
                  </a:lnTo>
                  <a:lnTo>
                    <a:pt x="568167" y="82212"/>
                  </a:lnTo>
                  <a:lnTo>
                    <a:pt x="571674" y="81187"/>
                  </a:lnTo>
                  <a:lnTo>
                    <a:pt x="575181" y="80152"/>
                  </a:lnTo>
                  <a:lnTo>
                    <a:pt x="578688" y="79198"/>
                  </a:lnTo>
                  <a:lnTo>
                    <a:pt x="582196" y="78190"/>
                  </a:lnTo>
                  <a:lnTo>
                    <a:pt x="585703" y="77185"/>
                  </a:lnTo>
                  <a:lnTo>
                    <a:pt x="589210" y="76283"/>
                  </a:lnTo>
                  <a:lnTo>
                    <a:pt x="592717" y="75294"/>
                  </a:lnTo>
                  <a:lnTo>
                    <a:pt x="596224" y="74185"/>
                  </a:lnTo>
                  <a:lnTo>
                    <a:pt x="599732" y="73135"/>
                  </a:lnTo>
                  <a:lnTo>
                    <a:pt x="603239" y="72108"/>
                  </a:lnTo>
                  <a:lnTo>
                    <a:pt x="606746" y="71088"/>
                  </a:lnTo>
                  <a:lnTo>
                    <a:pt x="610253" y="70066"/>
                  </a:lnTo>
                  <a:lnTo>
                    <a:pt x="613761" y="68928"/>
                  </a:lnTo>
                  <a:lnTo>
                    <a:pt x="617268" y="67833"/>
                  </a:lnTo>
                  <a:lnTo>
                    <a:pt x="620775" y="66575"/>
                  </a:lnTo>
                  <a:lnTo>
                    <a:pt x="624282" y="65521"/>
                  </a:lnTo>
                  <a:lnTo>
                    <a:pt x="627789" y="64573"/>
                  </a:lnTo>
                  <a:lnTo>
                    <a:pt x="631297" y="63410"/>
                  </a:lnTo>
                  <a:lnTo>
                    <a:pt x="634804" y="62201"/>
                  </a:lnTo>
                  <a:lnTo>
                    <a:pt x="638311" y="61150"/>
                  </a:lnTo>
                  <a:lnTo>
                    <a:pt x="641818" y="60013"/>
                  </a:lnTo>
                  <a:lnTo>
                    <a:pt x="645325" y="58916"/>
                  </a:lnTo>
                  <a:lnTo>
                    <a:pt x="648833" y="57778"/>
                  </a:lnTo>
                  <a:lnTo>
                    <a:pt x="652340" y="56576"/>
                  </a:lnTo>
                  <a:lnTo>
                    <a:pt x="655847" y="55426"/>
                  </a:lnTo>
                  <a:lnTo>
                    <a:pt x="659354" y="54331"/>
                  </a:lnTo>
                  <a:lnTo>
                    <a:pt x="662861" y="53520"/>
                  </a:lnTo>
                  <a:lnTo>
                    <a:pt x="666369" y="52711"/>
                  </a:lnTo>
                  <a:lnTo>
                    <a:pt x="669876" y="51390"/>
                  </a:lnTo>
                  <a:lnTo>
                    <a:pt x="673383" y="50133"/>
                  </a:lnTo>
                  <a:lnTo>
                    <a:pt x="676890" y="48787"/>
                  </a:lnTo>
                  <a:lnTo>
                    <a:pt x="680397" y="47984"/>
                  </a:lnTo>
                  <a:lnTo>
                    <a:pt x="683905" y="47065"/>
                  </a:lnTo>
                  <a:lnTo>
                    <a:pt x="687412" y="46095"/>
                  </a:lnTo>
                  <a:lnTo>
                    <a:pt x="690919" y="45193"/>
                  </a:lnTo>
                  <a:lnTo>
                    <a:pt x="694426" y="44178"/>
                  </a:lnTo>
                  <a:lnTo>
                    <a:pt x="697933" y="43077"/>
                  </a:lnTo>
                  <a:lnTo>
                    <a:pt x="701441" y="42064"/>
                  </a:lnTo>
                  <a:lnTo>
                    <a:pt x="704948" y="40988"/>
                  </a:lnTo>
                  <a:lnTo>
                    <a:pt x="708455" y="39941"/>
                  </a:lnTo>
                  <a:lnTo>
                    <a:pt x="711962" y="38998"/>
                  </a:lnTo>
                  <a:lnTo>
                    <a:pt x="715469" y="38023"/>
                  </a:lnTo>
                  <a:lnTo>
                    <a:pt x="718977" y="37046"/>
                  </a:lnTo>
                  <a:lnTo>
                    <a:pt x="722484" y="36069"/>
                  </a:lnTo>
                  <a:lnTo>
                    <a:pt x="725991" y="35057"/>
                  </a:lnTo>
                  <a:lnTo>
                    <a:pt x="729498" y="33996"/>
                  </a:lnTo>
                  <a:lnTo>
                    <a:pt x="733006" y="32935"/>
                  </a:lnTo>
                  <a:lnTo>
                    <a:pt x="736513" y="31875"/>
                  </a:lnTo>
                  <a:lnTo>
                    <a:pt x="740020" y="30814"/>
                  </a:lnTo>
                  <a:lnTo>
                    <a:pt x="743527" y="29755"/>
                  </a:lnTo>
                  <a:lnTo>
                    <a:pt x="747034" y="28699"/>
                  </a:lnTo>
                  <a:lnTo>
                    <a:pt x="750542" y="27639"/>
                  </a:lnTo>
                  <a:lnTo>
                    <a:pt x="754049" y="26574"/>
                  </a:lnTo>
                  <a:lnTo>
                    <a:pt x="757556" y="25511"/>
                  </a:lnTo>
                  <a:lnTo>
                    <a:pt x="761063" y="24451"/>
                  </a:lnTo>
                  <a:lnTo>
                    <a:pt x="764570" y="23390"/>
                  </a:lnTo>
                  <a:lnTo>
                    <a:pt x="768078" y="22330"/>
                  </a:lnTo>
                  <a:lnTo>
                    <a:pt x="771585" y="21270"/>
                  </a:lnTo>
                  <a:lnTo>
                    <a:pt x="775092" y="20210"/>
                  </a:lnTo>
                  <a:lnTo>
                    <a:pt x="778599" y="19151"/>
                  </a:lnTo>
                  <a:lnTo>
                    <a:pt x="782106" y="18091"/>
                  </a:lnTo>
                  <a:lnTo>
                    <a:pt x="785614" y="17032"/>
                  </a:lnTo>
                  <a:lnTo>
                    <a:pt x="789121" y="15973"/>
                  </a:lnTo>
                  <a:lnTo>
                    <a:pt x="792628" y="14691"/>
                  </a:lnTo>
                  <a:lnTo>
                    <a:pt x="796135" y="13619"/>
                  </a:lnTo>
                  <a:lnTo>
                    <a:pt x="799642" y="12539"/>
                  </a:lnTo>
                  <a:lnTo>
                    <a:pt x="803150" y="11357"/>
                  </a:lnTo>
                  <a:lnTo>
                    <a:pt x="806657" y="10181"/>
                  </a:lnTo>
                  <a:lnTo>
                    <a:pt x="810164" y="9005"/>
                  </a:lnTo>
                  <a:lnTo>
                    <a:pt x="813671" y="7828"/>
                  </a:lnTo>
                  <a:lnTo>
                    <a:pt x="817178" y="6614"/>
                  </a:lnTo>
                  <a:lnTo>
                    <a:pt x="820686" y="5290"/>
                  </a:lnTo>
                  <a:lnTo>
                    <a:pt x="824193" y="4297"/>
                  </a:lnTo>
                  <a:lnTo>
                    <a:pt x="827700" y="3119"/>
                  </a:lnTo>
                  <a:lnTo>
                    <a:pt x="831207" y="2027"/>
                  </a:lnTo>
                  <a:lnTo>
                    <a:pt x="834714" y="1013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376108" y="5186329"/>
              <a:ext cx="838222" cy="61849"/>
            </a:xfrm>
            <a:custGeom>
              <a:avLst/>
              <a:pathLst>
                <a:path w="838222" h="61849">
                  <a:moveTo>
                    <a:pt x="838222" y="27751"/>
                  </a:moveTo>
                  <a:lnTo>
                    <a:pt x="834714" y="27480"/>
                  </a:lnTo>
                  <a:lnTo>
                    <a:pt x="831207" y="27187"/>
                  </a:lnTo>
                  <a:lnTo>
                    <a:pt x="827700" y="26892"/>
                  </a:lnTo>
                  <a:lnTo>
                    <a:pt x="824193" y="26598"/>
                  </a:lnTo>
                  <a:lnTo>
                    <a:pt x="820686" y="26303"/>
                  </a:lnTo>
                  <a:lnTo>
                    <a:pt x="817178" y="26007"/>
                  </a:lnTo>
                  <a:lnTo>
                    <a:pt x="813671" y="25711"/>
                  </a:lnTo>
                  <a:lnTo>
                    <a:pt x="810164" y="25415"/>
                  </a:lnTo>
                  <a:lnTo>
                    <a:pt x="806657" y="25191"/>
                  </a:lnTo>
                  <a:lnTo>
                    <a:pt x="803150" y="24976"/>
                  </a:lnTo>
                  <a:lnTo>
                    <a:pt x="799642" y="24761"/>
                  </a:lnTo>
                  <a:lnTo>
                    <a:pt x="796135" y="24543"/>
                  </a:lnTo>
                  <a:lnTo>
                    <a:pt x="792628" y="24325"/>
                  </a:lnTo>
                  <a:lnTo>
                    <a:pt x="789121" y="24107"/>
                  </a:lnTo>
                  <a:lnTo>
                    <a:pt x="785614" y="23888"/>
                  </a:lnTo>
                  <a:lnTo>
                    <a:pt x="782106" y="23670"/>
                  </a:lnTo>
                  <a:lnTo>
                    <a:pt x="778599" y="23451"/>
                  </a:lnTo>
                  <a:lnTo>
                    <a:pt x="775092" y="23173"/>
                  </a:lnTo>
                  <a:lnTo>
                    <a:pt x="771585" y="22746"/>
                  </a:lnTo>
                  <a:lnTo>
                    <a:pt x="768078" y="22346"/>
                  </a:lnTo>
                  <a:lnTo>
                    <a:pt x="764570" y="22110"/>
                  </a:lnTo>
                  <a:lnTo>
                    <a:pt x="761063" y="21840"/>
                  </a:lnTo>
                  <a:lnTo>
                    <a:pt x="757556" y="21644"/>
                  </a:lnTo>
                  <a:lnTo>
                    <a:pt x="754049" y="21409"/>
                  </a:lnTo>
                  <a:lnTo>
                    <a:pt x="750542" y="21018"/>
                  </a:lnTo>
                  <a:lnTo>
                    <a:pt x="747034" y="20788"/>
                  </a:lnTo>
                  <a:lnTo>
                    <a:pt x="743527" y="20574"/>
                  </a:lnTo>
                  <a:lnTo>
                    <a:pt x="740020" y="20359"/>
                  </a:lnTo>
                  <a:lnTo>
                    <a:pt x="736513" y="20145"/>
                  </a:lnTo>
                  <a:lnTo>
                    <a:pt x="733006" y="19930"/>
                  </a:lnTo>
                  <a:lnTo>
                    <a:pt x="729498" y="19765"/>
                  </a:lnTo>
                  <a:lnTo>
                    <a:pt x="725991" y="19532"/>
                  </a:lnTo>
                  <a:lnTo>
                    <a:pt x="722484" y="19298"/>
                  </a:lnTo>
                  <a:lnTo>
                    <a:pt x="718977" y="19071"/>
                  </a:lnTo>
                  <a:lnTo>
                    <a:pt x="715469" y="18811"/>
                  </a:lnTo>
                  <a:lnTo>
                    <a:pt x="711962" y="18434"/>
                  </a:lnTo>
                  <a:lnTo>
                    <a:pt x="708455" y="18056"/>
                  </a:lnTo>
                  <a:lnTo>
                    <a:pt x="704948" y="17675"/>
                  </a:lnTo>
                  <a:lnTo>
                    <a:pt x="701441" y="17293"/>
                  </a:lnTo>
                  <a:lnTo>
                    <a:pt x="697933" y="17082"/>
                  </a:lnTo>
                  <a:lnTo>
                    <a:pt x="694426" y="16850"/>
                  </a:lnTo>
                  <a:lnTo>
                    <a:pt x="690919" y="16367"/>
                  </a:lnTo>
                  <a:lnTo>
                    <a:pt x="687412" y="16114"/>
                  </a:lnTo>
                  <a:lnTo>
                    <a:pt x="683905" y="15760"/>
                  </a:lnTo>
                  <a:lnTo>
                    <a:pt x="680397" y="15496"/>
                  </a:lnTo>
                  <a:lnTo>
                    <a:pt x="676890" y="15180"/>
                  </a:lnTo>
                  <a:lnTo>
                    <a:pt x="673383" y="15075"/>
                  </a:lnTo>
                  <a:lnTo>
                    <a:pt x="669876" y="14937"/>
                  </a:lnTo>
                  <a:lnTo>
                    <a:pt x="666369" y="14702"/>
                  </a:lnTo>
                  <a:lnTo>
                    <a:pt x="662861" y="14390"/>
                  </a:lnTo>
                  <a:lnTo>
                    <a:pt x="659354" y="14006"/>
                  </a:lnTo>
                  <a:lnTo>
                    <a:pt x="655847" y="13705"/>
                  </a:lnTo>
                  <a:lnTo>
                    <a:pt x="652340" y="13413"/>
                  </a:lnTo>
                  <a:lnTo>
                    <a:pt x="648833" y="13186"/>
                  </a:lnTo>
                  <a:lnTo>
                    <a:pt x="645325" y="12871"/>
                  </a:lnTo>
                  <a:lnTo>
                    <a:pt x="641818" y="12553"/>
                  </a:lnTo>
                  <a:lnTo>
                    <a:pt x="638311" y="12264"/>
                  </a:lnTo>
                  <a:lnTo>
                    <a:pt x="634804" y="11919"/>
                  </a:lnTo>
                  <a:lnTo>
                    <a:pt x="631297" y="11595"/>
                  </a:lnTo>
                  <a:lnTo>
                    <a:pt x="627789" y="11224"/>
                  </a:lnTo>
                  <a:lnTo>
                    <a:pt x="624282" y="10960"/>
                  </a:lnTo>
                  <a:lnTo>
                    <a:pt x="620775" y="10640"/>
                  </a:lnTo>
                  <a:lnTo>
                    <a:pt x="617268" y="10364"/>
                  </a:lnTo>
                  <a:lnTo>
                    <a:pt x="613761" y="10037"/>
                  </a:lnTo>
                  <a:lnTo>
                    <a:pt x="610253" y="9703"/>
                  </a:lnTo>
                  <a:lnTo>
                    <a:pt x="606746" y="9368"/>
                  </a:lnTo>
                  <a:lnTo>
                    <a:pt x="603239" y="9315"/>
                  </a:lnTo>
                  <a:lnTo>
                    <a:pt x="599732" y="8977"/>
                  </a:lnTo>
                  <a:lnTo>
                    <a:pt x="596224" y="8749"/>
                  </a:lnTo>
                  <a:lnTo>
                    <a:pt x="592717" y="8563"/>
                  </a:lnTo>
                  <a:lnTo>
                    <a:pt x="589210" y="8382"/>
                  </a:lnTo>
                  <a:lnTo>
                    <a:pt x="585703" y="8443"/>
                  </a:lnTo>
                  <a:lnTo>
                    <a:pt x="582196" y="8206"/>
                  </a:lnTo>
                  <a:lnTo>
                    <a:pt x="578688" y="7884"/>
                  </a:lnTo>
                  <a:lnTo>
                    <a:pt x="575181" y="7579"/>
                  </a:lnTo>
                  <a:lnTo>
                    <a:pt x="571674" y="7268"/>
                  </a:lnTo>
                  <a:lnTo>
                    <a:pt x="568167" y="6957"/>
                  </a:lnTo>
                  <a:lnTo>
                    <a:pt x="564660" y="6699"/>
                  </a:lnTo>
                  <a:lnTo>
                    <a:pt x="561152" y="6493"/>
                  </a:lnTo>
                  <a:lnTo>
                    <a:pt x="557645" y="6290"/>
                  </a:lnTo>
                  <a:lnTo>
                    <a:pt x="554138" y="6080"/>
                  </a:lnTo>
                  <a:lnTo>
                    <a:pt x="550631" y="5777"/>
                  </a:lnTo>
                  <a:lnTo>
                    <a:pt x="547124" y="5486"/>
                  </a:lnTo>
                  <a:lnTo>
                    <a:pt x="543616" y="5156"/>
                  </a:lnTo>
                  <a:lnTo>
                    <a:pt x="540109" y="5050"/>
                  </a:lnTo>
                  <a:lnTo>
                    <a:pt x="536602" y="4997"/>
                  </a:lnTo>
                  <a:lnTo>
                    <a:pt x="533095" y="4689"/>
                  </a:lnTo>
                  <a:lnTo>
                    <a:pt x="529588" y="4328"/>
                  </a:lnTo>
                  <a:lnTo>
                    <a:pt x="526080" y="4069"/>
                  </a:lnTo>
                  <a:lnTo>
                    <a:pt x="522573" y="3908"/>
                  </a:lnTo>
                  <a:lnTo>
                    <a:pt x="519066" y="3919"/>
                  </a:lnTo>
                  <a:lnTo>
                    <a:pt x="515559" y="3800"/>
                  </a:lnTo>
                  <a:lnTo>
                    <a:pt x="512052" y="3589"/>
                  </a:lnTo>
                  <a:lnTo>
                    <a:pt x="508544" y="3503"/>
                  </a:lnTo>
                  <a:lnTo>
                    <a:pt x="505037" y="3350"/>
                  </a:lnTo>
                  <a:lnTo>
                    <a:pt x="501530" y="2969"/>
                  </a:lnTo>
                  <a:lnTo>
                    <a:pt x="498023" y="2751"/>
                  </a:lnTo>
                  <a:lnTo>
                    <a:pt x="494516" y="2659"/>
                  </a:lnTo>
                  <a:lnTo>
                    <a:pt x="491008" y="2344"/>
                  </a:lnTo>
                  <a:lnTo>
                    <a:pt x="487501" y="2151"/>
                  </a:lnTo>
                  <a:lnTo>
                    <a:pt x="483994" y="2206"/>
                  </a:lnTo>
                  <a:lnTo>
                    <a:pt x="480487" y="2097"/>
                  </a:lnTo>
                  <a:lnTo>
                    <a:pt x="476979" y="1910"/>
                  </a:lnTo>
                  <a:lnTo>
                    <a:pt x="473472" y="1693"/>
                  </a:lnTo>
                  <a:lnTo>
                    <a:pt x="469965" y="1503"/>
                  </a:lnTo>
                  <a:lnTo>
                    <a:pt x="466458" y="1351"/>
                  </a:lnTo>
                  <a:lnTo>
                    <a:pt x="462951" y="1217"/>
                  </a:lnTo>
                  <a:lnTo>
                    <a:pt x="459443" y="1094"/>
                  </a:lnTo>
                  <a:lnTo>
                    <a:pt x="455936" y="1049"/>
                  </a:lnTo>
                  <a:lnTo>
                    <a:pt x="452429" y="1012"/>
                  </a:lnTo>
                  <a:lnTo>
                    <a:pt x="448922" y="798"/>
                  </a:lnTo>
                  <a:lnTo>
                    <a:pt x="445415" y="580"/>
                  </a:lnTo>
                  <a:lnTo>
                    <a:pt x="441907" y="483"/>
                  </a:lnTo>
                  <a:lnTo>
                    <a:pt x="438400" y="445"/>
                  </a:lnTo>
                  <a:lnTo>
                    <a:pt x="434893" y="348"/>
                  </a:lnTo>
                  <a:lnTo>
                    <a:pt x="431386" y="244"/>
                  </a:lnTo>
                  <a:lnTo>
                    <a:pt x="427879" y="244"/>
                  </a:lnTo>
                  <a:lnTo>
                    <a:pt x="424371" y="79"/>
                  </a:lnTo>
                  <a:lnTo>
                    <a:pt x="420864" y="0"/>
                  </a:lnTo>
                  <a:lnTo>
                    <a:pt x="417357" y="97"/>
                  </a:lnTo>
                  <a:lnTo>
                    <a:pt x="413850" y="104"/>
                  </a:lnTo>
                  <a:lnTo>
                    <a:pt x="410343" y="214"/>
                  </a:lnTo>
                  <a:lnTo>
                    <a:pt x="406835" y="315"/>
                  </a:lnTo>
                  <a:lnTo>
                    <a:pt x="403328" y="348"/>
                  </a:lnTo>
                  <a:lnTo>
                    <a:pt x="399821" y="375"/>
                  </a:lnTo>
                  <a:lnTo>
                    <a:pt x="396314" y="763"/>
                  </a:lnTo>
                  <a:lnTo>
                    <a:pt x="392807" y="831"/>
                  </a:lnTo>
                  <a:lnTo>
                    <a:pt x="389299" y="1111"/>
                  </a:lnTo>
                  <a:lnTo>
                    <a:pt x="385792" y="964"/>
                  </a:lnTo>
                  <a:lnTo>
                    <a:pt x="382285" y="887"/>
                  </a:lnTo>
                  <a:lnTo>
                    <a:pt x="378778" y="1142"/>
                  </a:lnTo>
                  <a:lnTo>
                    <a:pt x="375271" y="1232"/>
                  </a:lnTo>
                  <a:lnTo>
                    <a:pt x="371763" y="1698"/>
                  </a:lnTo>
                  <a:lnTo>
                    <a:pt x="368256" y="1971"/>
                  </a:lnTo>
                  <a:lnTo>
                    <a:pt x="364749" y="2110"/>
                  </a:lnTo>
                  <a:lnTo>
                    <a:pt x="361242" y="2437"/>
                  </a:lnTo>
                  <a:lnTo>
                    <a:pt x="357734" y="2586"/>
                  </a:lnTo>
                  <a:lnTo>
                    <a:pt x="354227" y="2840"/>
                  </a:lnTo>
                  <a:lnTo>
                    <a:pt x="350720" y="2899"/>
                  </a:lnTo>
                  <a:lnTo>
                    <a:pt x="347213" y="3154"/>
                  </a:lnTo>
                  <a:lnTo>
                    <a:pt x="343706" y="3309"/>
                  </a:lnTo>
                  <a:lnTo>
                    <a:pt x="340198" y="3497"/>
                  </a:lnTo>
                  <a:lnTo>
                    <a:pt x="336691" y="3772"/>
                  </a:lnTo>
                  <a:lnTo>
                    <a:pt x="333184" y="4153"/>
                  </a:lnTo>
                  <a:lnTo>
                    <a:pt x="329677" y="4470"/>
                  </a:lnTo>
                  <a:lnTo>
                    <a:pt x="326170" y="4811"/>
                  </a:lnTo>
                  <a:lnTo>
                    <a:pt x="322662" y="5109"/>
                  </a:lnTo>
                  <a:lnTo>
                    <a:pt x="319155" y="5479"/>
                  </a:lnTo>
                  <a:lnTo>
                    <a:pt x="315648" y="5856"/>
                  </a:lnTo>
                  <a:lnTo>
                    <a:pt x="312141" y="6195"/>
                  </a:lnTo>
                  <a:lnTo>
                    <a:pt x="308634" y="6810"/>
                  </a:lnTo>
                  <a:lnTo>
                    <a:pt x="305126" y="7391"/>
                  </a:lnTo>
                  <a:lnTo>
                    <a:pt x="301619" y="7531"/>
                  </a:lnTo>
                  <a:lnTo>
                    <a:pt x="298112" y="7817"/>
                  </a:lnTo>
                  <a:lnTo>
                    <a:pt x="294605" y="8236"/>
                  </a:lnTo>
                  <a:lnTo>
                    <a:pt x="291098" y="8648"/>
                  </a:lnTo>
                  <a:lnTo>
                    <a:pt x="287590" y="9165"/>
                  </a:lnTo>
                  <a:lnTo>
                    <a:pt x="284083" y="9732"/>
                  </a:lnTo>
                  <a:lnTo>
                    <a:pt x="280576" y="10191"/>
                  </a:lnTo>
                  <a:lnTo>
                    <a:pt x="277069" y="10611"/>
                  </a:lnTo>
                  <a:lnTo>
                    <a:pt x="273562" y="11202"/>
                  </a:lnTo>
                  <a:lnTo>
                    <a:pt x="270054" y="11810"/>
                  </a:lnTo>
                  <a:lnTo>
                    <a:pt x="266547" y="12363"/>
                  </a:lnTo>
                  <a:lnTo>
                    <a:pt x="263040" y="13003"/>
                  </a:lnTo>
                  <a:lnTo>
                    <a:pt x="259533" y="13475"/>
                  </a:lnTo>
                  <a:lnTo>
                    <a:pt x="256026" y="14061"/>
                  </a:lnTo>
                  <a:lnTo>
                    <a:pt x="252518" y="14461"/>
                  </a:lnTo>
                  <a:lnTo>
                    <a:pt x="249011" y="14923"/>
                  </a:lnTo>
                  <a:lnTo>
                    <a:pt x="245504" y="15461"/>
                  </a:lnTo>
                  <a:lnTo>
                    <a:pt x="241997" y="16010"/>
                  </a:lnTo>
                  <a:lnTo>
                    <a:pt x="238489" y="16588"/>
                  </a:lnTo>
                  <a:lnTo>
                    <a:pt x="234982" y="17156"/>
                  </a:lnTo>
                  <a:lnTo>
                    <a:pt x="231475" y="17660"/>
                  </a:lnTo>
                  <a:lnTo>
                    <a:pt x="227968" y="18084"/>
                  </a:lnTo>
                  <a:lnTo>
                    <a:pt x="224461" y="18747"/>
                  </a:lnTo>
                  <a:lnTo>
                    <a:pt x="220953" y="19372"/>
                  </a:lnTo>
                  <a:lnTo>
                    <a:pt x="217446" y="19883"/>
                  </a:lnTo>
                  <a:lnTo>
                    <a:pt x="213939" y="20535"/>
                  </a:lnTo>
                  <a:lnTo>
                    <a:pt x="210432" y="21354"/>
                  </a:lnTo>
                  <a:lnTo>
                    <a:pt x="206925" y="21982"/>
                  </a:lnTo>
                  <a:lnTo>
                    <a:pt x="203417" y="22600"/>
                  </a:lnTo>
                  <a:lnTo>
                    <a:pt x="199910" y="23029"/>
                  </a:lnTo>
                  <a:lnTo>
                    <a:pt x="196403" y="23756"/>
                  </a:lnTo>
                  <a:lnTo>
                    <a:pt x="192896" y="24547"/>
                  </a:lnTo>
                  <a:lnTo>
                    <a:pt x="189389" y="25189"/>
                  </a:lnTo>
                  <a:lnTo>
                    <a:pt x="185881" y="25838"/>
                  </a:lnTo>
                  <a:lnTo>
                    <a:pt x="182374" y="26490"/>
                  </a:lnTo>
                  <a:lnTo>
                    <a:pt x="178867" y="27189"/>
                  </a:lnTo>
                  <a:lnTo>
                    <a:pt x="175360" y="27697"/>
                  </a:lnTo>
                  <a:lnTo>
                    <a:pt x="171853" y="28431"/>
                  </a:lnTo>
                  <a:lnTo>
                    <a:pt x="168345" y="29158"/>
                  </a:lnTo>
                  <a:lnTo>
                    <a:pt x="164838" y="29911"/>
                  </a:lnTo>
                  <a:lnTo>
                    <a:pt x="161331" y="30496"/>
                  </a:lnTo>
                  <a:lnTo>
                    <a:pt x="157824" y="31174"/>
                  </a:lnTo>
                  <a:lnTo>
                    <a:pt x="154317" y="31887"/>
                  </a:lnTo>
                  <a:lnTo>
                    <a:pt x="150809" y="32584"/>
                  </a:lnTo>
                  <a:lnTo>
                    <a:pt x="147302" y="33239"/>
                  </a:lnTo>
                  <a:lnTo>
                    <a:pt x="143795" y="33831"/>
                  </a:lnTo>
                  <a:lnTo>
                    <a:pt x="140288" y="34560"/>
                  </a:lnTo>
                  <a:lnTo>
                    <a:pt x="136781" y="35179"/>
                  </a:lnTo>
                  <a:lnTo>
                    <a:pt x="133273" y="35819"/>
                  </a:lnTo>
                  <a:lnTo>
                    <a:pt x="129766" y="36490"/>
                  </a:lnTo>
                  <a:lnTo>
                    <a:pt x="126259" y="37211"/>
                  </a:lnTo>
                  <a:lnTo>
                    <a:pt x="122752" y="37663"/>
                  </a:lnTo>
                  <a:lnTo>
                    <a:pt x="119244" y="38451"/>
                  </a:lnTo>
                  <a:lnTo>
                    <a:pt x="115737" y="39183"/>
                  </a:lnTo>
                  <a:lnTo>
                    <a:pt x="112230" y="39762"/>
                  </a:lnTo>
                  <a:lnTo>
                    <a:pt x="108723" y="40342"/>
                  </a:lnTo>
                  <a:lnTo>
                    <a:pt x="105216" y="41086"/>
                  </a:lnTo>
                  <a:lnTo>
                    <a:pt x="101708" y="41944"/>
                  </a:lnTo>
                  <a:lnTo>
                    <a:pt x="98201" y="42799"/>
                  </a:lnTo>
                  <a:lnTo>
                    <a:pt x="94694" y="43533"/>
                  </a:lnTo>
                  <a:lnTo>
                    <a:pt x="91187" y="44205"/>
                  </a:lnTo>
                  <a:lnTo>
                    <a:pt x="87680" y="44881"/>
                  </a:lnTo>
                  <a:lnTo>
                    <a:pt x="84172" y="45544"/>
                  </a:lnTo>
                  <a:lnTo>
                    <a:pt x="80665" y="46115"/>
                  </a:lnTo>
                  <a:lnTo>
                    <a:pt x="77158" y="46884"/>
                  </a:lnTo>
                  <a:lnTo>
                    <a:pt x="73651" y="47673"/>
                  </a:lnTo>
                  <a:lnTo>
                    <a:pt x="70144" y="48459"/>
                  </a:lnTo>
                  <a:lnTo>
                    <a:pt x="66636" y="49236"/>
                  </a:lnTo>
                  <a:lnTo>
                    <a:pt x="63129" y="50087"/>
                  </a:lnTo>
                  <a:lnTo>
                    <a:pt x="59622" y="50781"/>
                  </a:lnTo>
                  <a:lnTo>
                    <a:pt x="56115" y="51488"/>
                  </a:lnTo>
                  <a:lnTo>
                    <a:pt x="52608" y="52063"/>
                  </a:lnTo>
                  <a:lnTo>
                    <a:pt x="49100" y="52797"/>
                  </a:lnTo>
                  <a:lnTo>
                    <a:pt x="45593" y="53357"/>
                  </a:lnTo>
                  <a:lnTo>
                    <a:pt x="42086" y="53833"/>
                  </a:lnTo>
                  <a:lnTo>
                    <a:pt x="38579" y="54525"/>
                  </a:lnTo>
                  <a:lnTo>
                    <a:pt x="35072" y="55337"/>
                  </a:lnTo>
                  <a:lnTo>
                    <a:pt x="31564" y="55922"/>
                  </a:lnTo>
                  <a:lnTo>
                    <a:pt x="28057" y="56632"/>
                  </a:lnTo>
                  <a:lnTo>
                    <a:pt x="24550" y="57294"/>
                  </a:lnTo>
                  <a:lnTo>
                    <a:pt x="21043" y="58073"/>
                  </a:lnTo>
                  <a:lnTo>
                    <a:pt x="17536" y="58787"/>
                  </a:lnTo>
                  <a:lnTo>
                    <a:pt x="14028" y="59395"/>
                  </a:lnTo>
                  <a:lnTo>
                    <a:pt x="10521" y="59997"/>
                  </a:lnTo>
                  <a:lnTo>
                    <a:pt x="7014" y="60721"/>
                  </a:lnTo>
                  <a:lnTo>
                    <a:pt x="3507" y="61286"/>
                  </a:lnTo>
                  <a:lnTo>
                    <a:pt x="0" y="618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376108" y="5116822"/>
              <a:ext cx="838222" cy="73381"/>
            </a:xfrm>
            <a:custGeom>
              <a:avLst/>
              <a:pathLst>
                <a:path w="838222" h="73381">
                  <a:moveTo>
                    <a:pt x="0" y="73381"/>
                  </a:moveTo>
                  <a:lnTo>
                    <a:pt x="3507" y="73129"/>
                  </a:lnTo>
                  <a:lnTo>
                    <a:pt x="7014" y="72877"/>
                  </a:lnTo>
                  <a:lnTo>
                    <a:pt x="10521" y="72624"/>
                  </a:lnTo>
                  <a:lnTo>
                    <a:pt x="14028" y="72370"/>
                  </a:lnTo>
                  <a:lnTo>
                    <a:pt x="17536" y="72116"/>
                  </a:lnTo>
                  <a:lnTo>
                    <a:pt x="21043" y="71862"/>
                  </a:lnTo>
                  <a:lnTo>
                    <a:pt x="24550" y="71607"/>
                  </a:lnTo>
                  <a:lnTo>
                    <a:pt x="28057" y="71352"/>
                  </a:lnTo>
                  <a:lnTo>
                    <a:pt x="31564" y="71096"/>
                  </a:lnTo>
                  <a:lnTo>
                    <a:pt x="35072" y="70840"/>
                  </a:lnTo>
                  <a:lnTo>
                    <a:pt x="38579" y="70583"/>
                  </a:lnTo>
                  <a:lnTo>
                    <a:pt x="42086" y="70326"/>
                  </a:lnTo>
                  <a:lnTo>
                    <a:pt x="45593" y="70068"/>
                  </a:lnTo>
                  <a:lnTo>
                    <a:pt x="49100" y="69809"/>
                  </a:lnTo>
                  <a:lnTo>
                    <a:pt x="52608" y="69551"/>
                  </a:lnTo>
                  <a:lnTo>
                    <a:pt x="56115" y="69291"/>
                  </a:lnTo>
                  <a:lnTo>
                    <a:pt x="59622" y="69032"/>
                  </a:lnTo>
                  <a:lnTo>
                    <a:pt x="63129" y="68771"/>
                  </a:lnTo>
                  <a:lnTo>
                    <a:pt x="66636" y="68511"/>
                  </a:lnTo>
                  <a:lnTo>
                    <a:pt x="70144" y="68249"/>
                  </a:lnTo>
                  <a:lnTo>
                    <a:pt x="73651" y="67988"/>
                  </a:lnTo>
                  <a:lnTo>
                    <a:pt x="77158" y="67726"/>
                  </a:lnTo>
                  <a:lnTo>
                    <a:pt x="80665" y="67463"/>
                  </a:lnTo>
                  <a:lnTo>
                    <a:pt x="84172" y="67200"/>
                  </a:lnTo>
                  <a:lnTo>
                    <a:pt x="87680" y="66936"/>
                  </a:lnTo>
                  <a:lnTo>
                    <a:pt x="91187" y="66672"/>
                  </a:lnTo>
                  <a:lnTo>
                    <a:pt x="94694" y="66407"/>
                  </a:lnTo>
                  <a:lnTo>
                    <a:pt x="98201" y="66142"/>
                  </a:lnTo>
                  <a:lnTo>
                    <a:pt x="101708" y="65876"/>
                  </a:lnTo>
                  <a:lnTo>
                    <a:pt x="105216" y="65610"/>
                  </a:lnTo>
                  <a:lnTo>
                    <a:pt x="108723" y="65344"/>
                  </a:lnTo>
                  <a:lnTo>
                    <a:pt x="112230" y="65077"/>
                  </a:lnTo>
                  <a:lnTo>
                    <a:pt x="115737" y="64809"/>
                  </a:lnTo>
                  <a:lnTo>
                    <a:pt x="119244" y="64541"/>
                  </a:lnTo>
                  <a:lnTo>
                    <a:pt x="122752" y="64272"/>
                  </a:lnTo>
                  <a:lnTo>
                    <a:pt x="126259" y="64003"/>
                  </a:lnTo>
                  <a:lnTo>
                    <a:pt x="129766" y="63734"/>
                  </a:lnTo>
                  <a:lnTo>
                    <a:pt x="133273" y="63464"/>
                  </a:lnTo>
                  <a:lnTo>
                    <a:pt x="136781" y="63193"/>
                  </a:lnTo>
                  <a:lnTo>
                    <a:pt x="140288" y="62922"/>
                  </a:lnTo>
                  <a:lnTo>
                    <a:pt x="143795" y="62651"/>
                  </a:lnTo>
                  <a:lnTo>
                    <a:pt x="147302" y="62379"/>
                  </a:lnTo>
                  <a:lnTo>
                    <a:pt x="150809" y="62106"/>
                  </a:lnTo>
                  <a:lnTo>
                    <a:pt x="154317" y="61833"/>
                  </a:lnTo>
                  <a:lnTo>
                    <a:pt x="157824" y="61560"/>
                  </a:lnTo>
                  <a:lnTo>
                    <a:pt x="161331" y="61286"/>
                  </a:lnTo>
                  <a:lnTo>
                    <a:pt x="164838" y="61011"/>
                  </a:lnTo>
                  <a:lnTo>
                    <a:pt x="168345" y="60736"/>
                  </a:lnTo>
                  <a:lnTo>
                    <a:pt x="171853" y="60461"/>
                  </a:lnTo>
                  <a:lnTo>
                    <a:pt x="175360" y="60185"/>
                  </a:lnTo>
                  <a:lnTo>
                    <a:pt x="178867" y="59909"/>
                  </a:lnTo>
                  <a:lnTo>
                    <a:pt x="182374" y="59632"/>
                  </a:lnTo>
                  <a:lnTo>
                    <a:pt x="185881" y="59355"/>
                  </a:lnTo>
                  <a:lnTo>
                    <a:pt x="189389" y="59077"/>
                  </a:lnTo>
                  <a:lnTo>
                    <a:pt x="192896" y="58798"/>
                  </a:lnTo>
                  <a:lnTo>
                    <a:pt x="196403" y="58520"/>
                  </a:lnTo>
                  <a:lnTo>
                    <a:pt x="199910" y="58240"/>
                  </a:lnTo>
                  <a:lnTo>
                    <a:pt x="203417" y="57961"/>
                  </a:lnTo>
                  <a:lnTo>
                    <a:pt x="206925" y="57680"/>
                  </a:lnTo>
                  <a:lnTo>
                    <a:pt x="210432" y="57400"/>
                  </a:lnTo>
                  <a:lnTo>
                    <a:pt x="213939" y="57118"/>
                  </a:lnTo>
                  <a:lnTo>
                    <a:pt x="217446" y="56837"/>
                  </a:lnTo>
                  <a:lnTo>
                    <a:pt x="220953" y="56554"/>
                  </a:lnTo>
                  <a:lnTo>
                    <a:pt x="224461" y="56272"/>
                  </a:lnTo>
                  <a:lnTo>
                    <a:pt x="227968" y="55989"/>
                  </a:lnTo>
                  <a:lnTo>
                    <a:pt x="231475" y="55705"/>
                  </a:lnTo>
                  <a:lnTo>
                    <a:pt x="234982" y="55421"/>
                  </a:lnTo>
                  <a:lnTo>
                    <a:pt x="238489" y="55136"/>
                  </a:lnTo>
                  <a:lnTo>
                    <a:pt x="241997" y="54851"/>
                  </a:lnTo>
                  <a:lnTo>
                    <a:pt x="245504" y="54566"/>
                  </a:lnTo>
                  <a:lnTo>
                    <a:pt x="249011" y="54280"/>
                  </a:lnTo>
                  <a:lnTo>
                    <a:pt x="252518" y="53993"/>
                  </a:lnTo>
                  <a:lnTo>
                    <a:pt x="256026" y="53706"/>
                  </a:lnTo>
                  <a:lnTo>
                    <a:pt x="259533" y="53419"/>
                  </a:lnTo>
                  <a:lnTo>
                    <a:pt x="263040" y="53131"/>
                  </a:lnTo>
                  <a:lnTo>
                    <a:pt x="266547" y="52842"/>
                  </a:lnTo>
                  <a:lnTo>
                    <a:pt x="270054" y="52553"/>
                  </a:lnTo>
                  <a:lnTo>
                    <a:pt x="273562" y="52264"/>
                  </a:lnTo>
                  <a:lnTo>
                    <a:pt x="277069" y="51974"/>
                  </a:lnTo>
                  <a:lnTo>
                    <a:pt x="280576" y="51684"/>
                  </a:lnTo>
                  <a:lnTo>
                    <a:pt x="284083" y="51393"/>
                  </a:lnTo>
                  <a:lnTo>
                    <a:pt x="287590" y="51102"/>
                  </a:lnTo>
                  <a:lnTo>
                    <a:pt x="291098" y="50810"/>
                  </a:lnTo>
                  <a:lnTo>
                    <a:pt x="294605" y="50518"/>
                  </a:lnTo>
                  <a:lnTo>
                    <a:pt x="298112" y="50225"/>
                  </a:lnTo>
                  <a:lnTo>
                    <a:pt x="301619" y="49932"/>
                  </a:lnTo>
                  <a:lnTo>
                    <a:pt x="305126" y="49638"/>
                  </a:lnTo>
                  <a:lnTo>
                    <a:pt x="308634" y="49344"/>
                  </a:lnTo>
                  <a:lnTo>
                    <a:pt x="312141" y="49049"/>
                  </a:lnTo>
                  <a:lnTo>
                    <a:pt x="315648" y="48754"/>
                  </a:lnTo>
                  <a:lnTo>
                    <a:pt x="319155" y="48459"/>
                  </a:lnTo>
                  <a:lnTo>
                    <a:pt x="322662" y="48163"/>
                  </a:lnTo>
                  <a:lnTo>
                    <a:pt x="326170" y="47866"/>
                  </a:lnTo>
                  <a:lnTo>
                    <a:pt x="329677" y="47569"/>
                  </a:lnTo>
                  <a:lnTo>
                    <a:pt x="333184" y="47272"/>
                  </a:lnTo>
                  <a:lnTo>
                    <a:pt x="336691" y="46974"/>
                  </a:lnTo>
                  <a:lnTo>
                    <a:pt x="340198" y="46675"/>
                  </a:lnTo>
                  <a:lnTo>
                    <a:pt x="343706" y="46377"/>
                  </a:lnTo>
                  <a:lnTo>
                    <a:pt x="347213" y="46077"/>
                  </a:lnTo>
                  <a:lnTo>
                    <a:pt x="350720" y="45778"/>
                  </a:lnTo>
                  <a:lnTo>
                    <a:pt x="354227" y="45477"/>
                  </a:lnTo>
                  <a:lnTo>
                    <a:pt x="357734" y="45177"/>
                  </a:lnTo>
                  <a:lnTo>
                    <a:pt x="361242" y="44875"/>
                  </a:lnTo>
                  <a:lnTo>
                    <a:pt x="364749" y="44574"/>
                  </a:lnTo>
                  <a:lnTo>
                    <a:pt x="368256" y="44272"/>
                  </a:lnTo>
                  <a:lnTo>
                    <a:pt x="371763" y="43969"/>
                  </a:lnTo>
                  <a:lnTo>
                    <a:pt x="375271" y="43666"/>
                  </a:lnTo>
                  <a:lnTo>
                    <a:pt x="378778" y="43363"/>
                  </a:lnTo>
                  <a:lnTo>
                    <a:pt x="382285" y="43059"/>
                  </a:lnTo>
                  <a:lnTo>
                    <a:pt x="385792" y="42754"/>
                  </a:lnTo>
                  <a:lnTo>
                    <a:pt x="389299" y="42450"/>
                  </a:lnTo>
                  <a:lnTo>
                    <a:pt x="392807" y="42144"/>
                  </a:lnTo>
                  <a:lnTo>
                    <a:pt x="396314" y="41839"/>
                  </a:lnTo>
                  <a:lnTo>
                    <a:pt x="399821" y="41532"/>
                  </a:lnTo>
                  <a:lnTo>
                    <a:pt x="403328" y="41226"/>
                  </a:lnTo>
                  <a:lnTo>
                    <a:pt x="406835" y="40918"/>
                  </a:lnTo>
                  <a:lnTo>
                    <a:pt x="410343" y="40611"/>
                  </a:lnTo>
                  <a:lnTo>
                    <a:pt x="413850" y="40303"/>
                  </a:lnTo>
                  <a:lnTo>
                    <a:pt x="417357" y="39994"/>
                  </a:lnTo>
                  <a:lnTo>
                    <a:pt x="420864" y="39685"/>
                  </a:lnTo>
                  <a:lnTo>
                    <a:pt x="424371" y="39376"/>
                  </a:lnTo>
                  <a:lnTo>
                    <a:pt x="427879" y="39066"/>
                  </a:lnTo>
                  <a:lnTo>
                    <a:pt x="431386" y="38756"/>
                  </a:lnTo>
                  <a:lnTo>
                    <a:pt x="434893" y="38445"/>
                  </a:lnTo>
                  <a:lnTo>
                    <a:pt x="438400" y="38134"/>
                  </a:lnTo>
                  <a:lnTo>
                    <a:pt x="441907" y="37822"/>
                  </a:lnTo>
                  <a:lnTo>
                    <a:pt x="445415" y="37510"/>
                  </a:lnTo>
                  <a:lnTo>
                    <a:pt x="448922" y="37198"/>
                  </a:lnTo>
                  <a:lnTo>
                    <a:pt x="452429" y="36885"/>
                  </a:lnTo>
                  <a:lnTo>
                    <a:pt x="455936" y="36571"/>
                  </a:lnTo>
                  <a:lnTo>
                    <a:pt x="459443" y="36258"/>
                  </a:lnTo>
                  <a:lnTo>
                    <a:pt x="462951" y="35943"/>
                  </a:lnTo>
                  <a:lnTo>
                    <a:pt x="466458" y="35628"/>
                  </a:lnTo>
                  <a:lnTo>
                    <a:pt x="469965" y="35313"/>
                  </a:lnTo>
                  <a:lnTo>
                    <a:pt x="473472" y="34998"/>
                  </a:lnTo>
                  <a:lnTo>
                    <a:pt x="476979" y="34682"/>
                  </a:lnTo>
                  <a:lnTo>
                    <a:pt x="480487" y="34365"/>
                  </a:lnTo>
                  <a:lnTo>
                    <a:pt x="483994" y="34048"/>
                  </a:lnTo>
                  <a:lnTo>
                    <a:pt x="487501" y="33731"/>
                  </a:lnTo>
                  <a:lnTo>
                    <a:pt x="491008" y="33413"/>
                  </a:lnTo>
                  <a:lnTo>
                    <a:pt x="494516" y="33095"/>
                  </a:lnTo>
                  <a:lnTo>
                    <a:pt x="498023" y="32776"/>
                  </a:lnTo>
                  <a:lnTo>
                    <a:pt x="501530" y="32457"/>
                  </a:lnTo>
                  <a:lnTo>
                    <a:pt x="505037" y="32138"/>
                  </a:lnTo>
                  <a:lnTo>
                    <a:pt x="508544" y="31818"/>
                  </a:lnTo>
                  <a:lnTo>
                    <a:pt x="512052" y="31497"/>
                  </a:lnTo>
                  <a:lnTo>
                    <a:pt x="515559" y="31176"/>
                  </a:lnTo>
                  <a:lnTo>
                    <a:pt x="519066" y="30855"/>
                  </a:lnTo>
                  <a:lnTo>
                    <a:pt x="522573" y="30534"/>
                  </a:lnTo>
                  <a:lnTo>
                    <a:pt x="526080" y="30212"/>
                  </a:lnTo>
                  <a:lnTo>
                    <a:pt x="529588" y="29889"/>
                  </a:lnTo>
                  <a:lnTo>
                    <a:pt x="533095" y="29566"/>
                  </a:lnTo>
                  <a:lnTo>
                    <a:pt x="536602" y="29243"/>
                  </a:lnTo>
                  <a:lnTo>
                    <a:pt x="540109" y="28919"/>
                  </a:lnTo>
                  <a:lnTo>
                    <a:pt x="543616" y="28595"/>
                  </a:lnTo>
                  <a:lnTo>
                    <a:pt x="547124" y="28270"/>
                  </a:lnTo>
                  <a:lnTo>
                    <a:pt x="550631" y="27945"/>
                  </a:lnTo>
                  <a:lnTo>
                    <a:pt x="554138" y="27620"/>
                  </a:lnTo>
                  <a:lnTo>
                    <a:pt x="557645" y="27294"/>
                  </a:lnTo>
                  <a:lnTo>
                    <a:pt x="561152" y="26968"/>
                  </a:lnTo>
                  <a:lnTo>
                    <a:pt x="564660" y="26641"/>
                  </a:lnTo>
                  <a:lnTo>
                    <a:pt x="568167" y="26314"/>
                  </a:lnTo>
                  <a:lnTo>
                    <a:pt x="571674" y="25986"/>
                  </a:lnTo>
                  <a:lnTo>
                    <a:pt x="575181" y="25659"/>
                  </a:lnTo>
                  <a:lnTo>
                    <a:pt x="578688" y="25330"/>
                  </a:lnTo>
                  <a:lnTo>
                    <a:pt x="582196" y="25001"/>
                  </a:lnTo>
                  <a:lnTo>
                    <a:pt x="585703" y="24672"/>
                  </a:lnTo>
                  <a:lnTo>
                    <a:pt x="589210" y="24343"/>
                  </a:lnTo>
                  <a:lnTo>
                    <a:pt x="592717" y="24013"/>
                  </a:lnTo>
                  <a:lnTo>
                    <a:pt x="596224" y="23683"/>
                  </a:lnTo>
                  <a:lnTo>
                    <a:pt x="599732" y="23352"/>
                  </a:lnTo>
                  <a:lnTo>
                    <a:pt x="603239" y="23021"/>
                  </a:lnTo>
                  <a:lnTo>
                    <a:pt x="606746" y="22689"/>
                  </a:lnTo>
                  <a:lnTo>
                    <a:pt x="610253" y="22357"/>
                  </a:lnTo>
                  <a:lnTo>
                    <a:pt x="613761" y="22025"/>
                  </a:lnTo>
                  <a:lnTo>
                    <a:pt x="617268" y="21692"/>
                  </a:lnTo>
                  <a:lnTo>
                    <a:pt x="620775" y="21359"/>
                  </a:lnTo>
                  <a:lnTo>
                    <a:pt x="624282" y="21026"/>
                  </a:lnTo>
                  <a:lnTo>
                    <a:pt x="627789" y="20692"/>
                  </a:lnTo>
                  <a:lnTo>
                    <a:pt x="631297" y="20358"/>
                  </a:lnTo>
                  <a:lnTo>
                    <a:pt x="634804" y="20023"/>
                  </a:lnTo>
                  <a:lnTo>
                    <a:pt x="638311" y="19688"/>
                  </a:lnTo>
                  <a:lnTo>
                    <a:pt x="641818" y="19352"/>
                  </a:lnTo>
                  <a:lnTo>
                    <a:pt x="645325" y="19017"/>
                  </a:lnTo>
                  <a:lnTo>
                    <a:pt x="648833" y="18680"/>
                  </a:lnTo>
                  <a:lnTo>
                    <a:pt x="652340" y="18344"/>
                  </a:lnTo>
                  <a:lnTo>
                    <a:pt x="655847" y="18007"/>
                  </a:lnTo>
                  <a:lnTo>
                    <a:pt x="659354" y="17670"/>
                  </a:lnTo>
                  <a:lnTo>
                    <a:pt x="662861" y="17332"/>
                  </a:lnTo>
                  <a:lnTo>
                    <a:pt x="666369" y="16994"/>
                  </a:lnTo>
                  <a:lnTo>
                    <a:pt x="669876" y="16655"/>
                  </a:lnTo>
                  <a:lnTo>
                    <a:pt x="673383" y="16317"/>
                  </a:lnTo>
                  <a:lnTo>
                    <a:pt x="676890" y="15977"/>
                  </a:lnTo>
                  <a:lnTo>
                    <a:pt x="680397" y="15638"/>
                  </a:lnTo>
                  <a:lnTo>
                    <a:pt x="683905" y="15298"/>
                  </a:lnTo>
                  <a:lnTo>
                    <a:pt x="687412" y="14958"/>
                  </a:lnTo>
                  <a:lnTo>
                    <a:pt x="690919" y="14617"/>
                  </a:lnTo>
                  <a:lnTo>
                    <a:pt x="694426" y="14276"/>
                  </a:lnTo>
                  <a:lnTo>
                    <a:pt x="697933" y="13935"/>
                  </a:lnTo>
                  <a:lnTo>
                    <a:pt x="701441" y="13593"/>
                  </a:lnTo>
                  <a:lnTo>
                    <a:pt x="704948" y="13251"/>
                  </a:lnTo>
                  <a:lnTo>
                    <a:pt x="708455" y="12908"/>
                  </a:lnTo>
                  <a:lnTo>
                    <a:pt x="711962" y="12565"/>
                  </a:lnTo>
                  <a:lnTo>
                    <a:pt x="715469" y="12222"/>
                  </a:lnTo>
                  <a:lnTo>
                    <a:pt x="718977" y="11879"/>
                  </a:lnTo>
                  <a:lnTo>
                    <a:pt x="722484" y="11535"/>
                  </a:lnTo>
                  <a:lnTo>
                    <a:pt x="725991" y="11191"/>
                  </a:lnTo>
                  <a:lnTo>
                    <a:pt x="729498" y="10846"/>
                  </a:lnTo>
                  <a:lnTo>
                    <a:pt x="733006" y="10501"/>
                  </a:lnTo>
                  <a:lnTo>
                    <a:pt x="736513" y="10156"/>
                  </a:lnTo>
                  <a:lnTo>
                    <a:pt x="740020" y="9810"/>
                  </a:lnTo>
                  <a:lnTo>
                    <a:pt x="743527" y="9464"/>
                  </a:lnTo>
                  <a:lnTo>
                    <a:pt x="747034" y="9118"/>
                  </a:lnTo>
                  <a:lnTo>
                    <a:pt x="750542" y="8771"/>
                  </a:lnTo>
                  <a:lnTo>
                    <a:pt x="754049" y="8424"/>
                  </a:lnTo>
                  <a:lnTo>
                    <a:pt x="757556" y="8077"/>
                  </a:lnTo>
                  <a:lnTo>
                    <a:pt x="761063" y="7729"/>
                  </a:lnTo>
                  <a:lnTo>
                    <a:pt x="764570" y="7381"/>
                  </a:lnTo>
                  <a:lnTo>
                    <a:pt x="768078" y="7033"/>
                  </a:lnTo>
                  <a:lnTo>
                    <a:pt x="771585" y="6684"/>
                  </a:lnTo>
                  <a:lnTo>
                    <a:pt x="775092" y="6335"/>
                  </a:lnTo>
                  <a:lnTo>
                    <a:pt x="778599" y="5986"/>
                  </a:lnTo>
                  <a:lnTo>
                    <a:pt x="782106" y="5636"/>
                  </a:lnTo>
                  <a:lnTo>
                    <a:pt x="785614" y="5287"/>
                  </a:lnTo>
                  <a:lnTo>
                    <a:pt x="789121" y="4936"/>
                  </a:lnTo>
                  <a:lnTo>
                    <a:pt x="792628" y="4586"/>
                  </a:lnTo>
                  <a:lnTo>
                    <a:pt x="796135" y="4235"/>
                  </a:lnTo>
                  <a:lnTo>
                    <a:pt x="799642" y="3883"/>
                  </a:lnTo>
                  <a:lnTo>
                    <a:pt x="803150" y="3532"/>
                  </a:lnTo>
                  <a:lnTo>
                    <a:pt x="806657" y="3180"/>
                  </a:lnTo>
                  <a:lnTo>
                    <a:pt x="810164" y="2828"/>
                  </a:lnTo>
                  <a:lnTo>
                    <a:pt x="813671" y="2475"/>
                  </a:lnTo>
                  <a:lnTo>
                    <a:pt x="817178" y="2123"/>
                  </a:lnTo>
                  <a:lnTo>
                    <a:pt x="820686" y="1770"/>
                  </a:lnTo>
                  <a:lnTo>
                    <a:pt x="824193" y="1416"/>
                  </a:lnTo>
                  <a:lnTo>
                    <a:pt x="827700" y="1062"/>
                  </a:lnTo>
                  <a:lnTo>
                    <a:pt x="831207" y="708"/>
                  </a:lnTo>
                  <a:lnTo>
                    <a:pt x="834714" y="354"/>
                  </a:lnTo>
                  <a:lnTo>
                    <a:pt x="838222" y="0"/>
                  </a:lnTo>
                </a:path>
              </a:pathLst>
            </a:custGeom>
            <a:ln w="28456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334197" y="5213158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39121" y="2645185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481032" y="2982918"/>
              <a:ext cx="838222" cy="347476"/>
            </a:xfrm>
            <a:custGeom>
              <a:avLst/>
              <a:pathLst>
                <a:path w="838222" h="347476">
                  <a:moveTo>
                    <a:pt x="0" y="264038"/>
                  </a:moveTo>
                  <a:lnTo>
                    <a:pt x="3507" y="263878"/>
                  </a:lnTo>
                  <a:lnTo>
                    <a:pt x="7014" y="263723"/>
                  </a:lnTo>
                  <a:lnTo>
                    <a:pt x="10521" y="263526"/>
                  </a:lnTo>
                  <a:lnTo>
                    <a:pt x="14028" y="263287"/>
                  </a:lnTo>
                  <a:lnTo>
                    <a:pt x="17536" y="263040"/>
                  </a:lnTo>
                  <a:lnTo>
                    <a:pt x="21043" y="262792"/>
                  </a:lnTo>
                  <a:lnTo>
                    <a:pt x="24550" y="262551"/>
                  </a:lnTo>
                  <a:lnTo>
                    <a:pt x="28057" y="262349"/>
                  </a:lnTo>
                  <a:lnTo>
                    <a:pt x="31564" y="262135"/>
                  </a:lnTo>
                  <a:lnTo>
                    <a:pt x="35072" y="261892"/>
                  </a:lnTo>
                  <a:lnTo>
                    <a:pt x="38579" y="261566"/>
                  </a:lnTo>
                  <a:lnTo>
                    <a:pt x="42086" y="261345"/>
                  </a:lnTo>
                  <a:lnTo>
                    <a:pt x="45593" y="261135"/>
                  </a:lnTo>
                  <a:lnTo>
                    <a:pt x="49100" y="260926"/>
                  </a:lnTo>
                  <a:lnTo>
                    <a:pt x="52608" y="260716"/>
                  </a:lnTo>
                  <a:lnTo>
                    <a:pt x="56115" y="260469"/>
                  </a:lnTo>
                  <a:lnTo>
                    <a:pt x="59622" y="260266"/>
                  </a:lnTo>
                  <a:lnTo>
                    <a:pt x="63129" y="260034"/>
                  </a:lnTo>
                  <a:lnTo>
                    <a:pt x="66636" y="259800"/>
                  </a:lnTo>
                  <a:lnTo>
                    <a:pt x="70144" y="259563"/>
                  </a:lnTo>
                  <a:lnTo>
                    <a:pt x="73651" y="259328"/>
                  </a:lnTo>
                  <a:lnTo>
                    <a:pt x="77158" y="259093"/>
                  </a:lnTo>
                  <a:lnTo>
                    <a:pt x="80665" y="258858"/>
                  </a:lnTo>
                  <a:lnTo>
                    <a:pt x="84172" y="258623"/>
                  </a:lnTo>
                  <a:lnTo>
                    <a:pt x="87680" y="258388"/>
                  </a:lnTo>
                  <a:lnTo>
                    <a:pt x="91187" y="258161"/>
                  </a:lnTo>
                  <a:lnTo>
                    <a:pt x="94694" y="257941"/>
                  </a:lnTo>
                  <a:lnTo>
                    <a:pt x="98201" y="257722"/>
                  </a:lnTo>
                  <a:lnTo>
                    <a:pt x="101708" y="257485"/>
                  </a:lnTo>
                  <a:lnTo>
                    <a:pt x="105216" y="257278"/>
                  </a:lnTo>
                  <a:lnTo>
                    <a:pt x="108723" y="257038"/>
                  </a:lnTo>
                  <a:lnTo>
                    <a:pt x="112230" y="256758"/>
                  </a:lnTo>
                  <a:lnTo>
                    <a:pt x="115737" y="256494"/>
                  </a:lnTo>
                  <a:lnTo>
                    <a:pt x="119244" y="256285"/>
                  </a:lnTo>
                  <a:lnTo>
                    <a:pt x="122752" y="256169"/>
                  </a:lnTo>
                  <a:lnTo>
                    <a:pt x="126259" y="255954"/>
                  </a:lnTo>
                  <a:lnTo>
                    <a:pt x="129766" y="255736"/>
                  </a:lnTo>
                  <a:lnTo>
                    <a:pt x="133273" y="255544"/>
                  </a:lnTo>
                  <a:lnTo>
                    <a:pt x="136781" y="255291"/>
                  </a:lnTo>
                  <a:lnTo>
                    <a:pt x="140288" y="254956"/>
                  </a:lnTo>
                  <a:lnTo>
                    <a:pt x="143795" y="254587"/>
                  </a:lnTo>
                  <a:lnTo>
                    <a:pt x="147302" y="254347"/>
                  </a:lnTo>
                  <a:lnTo>
                    <a:pt x="150809" y="254133"/>
                  </a:lnTo>
                  <a:lnTo>
                    <a:pt x="154317" y="253956"/>
                  </a:lnTo>
                  <a:lnTo>
                    <a:pt x="157824" y="253683"/>
                  </a:lnTo>
                  <a:lnTo>
                    <a:pt x="161331" y="253476"/>
                  </a:lnTo>
                  <a:lnTo>
                    <a:pt x="164838" y="253212"/>
                  </a:lnTo>
                  <a:lnTo>
                    <a:pt x="168345" y="252975"/>
                  </a:lnTo>
                  <a:lnTo>
                    <a:pt x="171853" y="252802"/>
                  </a:lnTo>
                  <a:lnTo>
                    <a:pt x="175360" y="252590"/>
                  </a:lnTo>
                  <a:lnTo>
                    <a:pt x="178867" y="252274"/>
                  </a:lnTo>
                  <a:lnTo>
                    <a:pt x="182374" y="251958"/>
                  </a:lnTo>
                  <a:lnTo>
                    <a:pt x="185881" y="251747"/>
                  </a:lnTo>
                  <a:lnTo>
                    <a:pt x="189389" y="251562"/>
                  </a:lnTo>
                  <a:lnTo>
                    <a:pt x="192896" y="251328"/>
                  </a:lnTo>
                  <a:lnTo>
                    <a:pt x="196403" y="251027"/>
                  </a:lnTo>
                  <a:lnTo>
                    <a:pt x="199910" y="250735"/>
                  </a:lnTo>
                  <a:lnTo>
                    <a:pt x="203417" y="250492"/>
                  </a:lnTo>
                  <a:lnTo>
                    <a:pt x="206925" y="250247"/>
                  </a:lnTo>
                  <a:lnTo>
                    <a:pt x="210432" y="249857"/>
                  </a:lnTo>
                  <a:lnTo>
                    <a:pt x="213939" y="249615"/>
                  </a:lnTo>
                  <a:lnTo>
                    <a:pt x="217446" y="249316"/>
                  </a:lnTo>
                  <a:lnTo>
                    <a:pt x="220953" y="249072"/>
                  </a:lnTo>
                  <a:lnTo>
                    <a:pt x="224461" y="248941"/>
                  </a:lnTo>
                  <a:lnTo>
                    <a:pt x="227968" y="248624"/>
                  </a:lnTo>
                  <a:lnTo>
                    <a:pt x="231475" y="248300"/>
                  </a:lnTo>
                  <a:lnTo>
                    <a:pt x="234982" y="248029"/>
                  </a:lnTo>
                  <a:lnTo>
                    <a:pt x="238489" y="247861"/>
                  </a:lnTo>
                  <a:lnTo>
                    <a:pt x="241997" y="247602"/>
                  </a:lnTo>
                  <a:lnTo>
                    <a:pt x="245504" y="247257"/>
                  </a:lnTo>
                  <a:lnTo>
                    <a:pt x="249011" y="246804"/>
                  </a:lnTo>
                  <a:lnTo>
                    <a:pt x="252518" y="246560"/>
                  </a:lnTo>
                  <a:lnTo>
                    <a:pt x="256026" y="246210"/>
                  </a:lnTo>
                  <a:lnTo>
                    <a:pt x="259533" y="245823"/>
                  </a:lnTo>
                  <a:lnTo>
                    <a:pt x="263040" y="245426"/>
                  </a:lnTo>
                  <a:lnTo>
                    <a:pt x="266547" y="245020"/>
                  </a:lnTo>
                  <a:lnTo>
                    <a:pt x="270054" y="244706"/>
                  </a:lnTo>
                  <a:lnTo>
                    <a:pt x="273562" y="244287"/>
                  </a:lnTo>
                  <a:lnTo>
                    <a:pt x="277069" y="243983"/>
                  </a:lnTo>
                  <a:lnTo>
                    <a:pt x="280576" y="243583"/>
                  </a:lnTo>
                  <a:lnTo>
                    <a:pt x="284083" y="243209"/>
                  </a:lnTo>
                  <a:lnTo>
                    <a:pt x="287590" y="242645"/>
                  </a:lnTo>
                  <a:lnTo>
                    <a:pt x="291098" y="242131"/>
                  </a:lnTo>
                  <a:lnTo>
                    <a:pt x="294605" y="241721"/>
                  </a:lnTo>
                  <a:lnTo>
                    <a:pt x="298112" y="241295"/>
                  </a:lnTo>
                  <a:lnTo>
                    <a:pt x="301619" y="240810"/>
                  </a:lnTo>
                  <a:lnTo>
                    <a:pt x="305126" y="240312"/>
                  </a:lnTo>
                  <a:lnTo>
                    <a:pt x="308634" y="239853"/>
                  </a:lnTo>
                  <a:lnTo>
                    <a:pt x="312141" y="239350"/>
                  </a:lnTo>
                  <a:lnTo>
                    <a:pt x="315648" y="238659"/>
                  </a:lnTo>
                  <a:lnTo>
                    <a:pt x="319155" y="238040"/>
                  </a:lnTo>
                  <a:lnTo>
                    <a:pt x="322662" y="237456"/>
                  </a:lnTo>
                  <a:lnTo>
                    <a:pt x="326170" y="236814"/>
                  </a:lnTo>
                  <a:lnTo>
                    <a:pt x="329677" y="236098"/>
                  </a:lnTo>
                  <a:lnTo>
                    <a:pt x="333184" y="235370"/>
                  </a:lnTo>
                  <a:lnTo>
                    <a:pt x="336691" y="234576"/>
                  </a:lnTo>
                  <a:lnTo>
                    <a:pt x="340198" y="233864"/>
                  </a:lnTo>
                  <a:lnTo>
                    <a:pt x="343706" y="233062"/>
                  </a:lnTo>
                  <a:lnTo>
                    <a:pt x="347213" y="232367"/>
                  </a:lnTo>
                  <a:lnTo>
                    <a:pt x="350720" y="231585"/>
                  </a:lnTo>
                  <a:lnTo>
                    <a:pt x="354227" y="230700"/>
                  </a:lnTo>
                  <a:lnTo>
                    <a:pt x="357734" y="229734"/>
                  </a:lnTo>
                  <a:lnTo>
                    <a:pt x="361242" y="228760"/>
                  </a:lnTo>
                  <a:lnTo>
                    <a:pt x="364749" y="227695"/>
                  </a:lnTo>
                  <a:lnTo>
                    <a:pt x="368256" y="226663"/>
                  </a:lnTo>
                  <a:lnTo>
                    <a:pt x="371763" y="225685"/>
                  </a:lnTo>
                  <a:lnTo>
                    <a:pt x="375271" y="224550"/>
                  </a:lnTo>
                  <a:lnTo>
                    <a:pt x="378778" y="223625"/>
                  </a:lnTo>
                  <a:lnTo>
                    <a:pt x="382285" y="222562"/>
                  </a:lnTo>
                  <a:lnTo>
                    <a:pt x="385792" y="221310"/>
                  </a:lnTo>
                  <a:lnTo>
                    <a:pt x="389299" y="220214"/>
                  </a:lnTo>
                  <a:lnTo>
                    <a:pt x="392807" y="218982"/>
                  </a:lnTo>
                  <a:lnTo>
                    <a:pt x="396314" y="217830"/>
                  </a:lnTo>
                  <a:lnTo>
                    <a:pt x="399821" y="216563"/>
                  </a:lnTo>
                  <a:lnTo>
                    <a:pt x="403328" y="215128"/>
                  </a:lnTo>
                  <a:lnTo>
                    <a:pt x="406835" y="213858"/>
                  </a:lnTo>
                  <a:lnTo>
                    <a:pt x="410343" y="212497"/>
                  </a:lnTo>
                  <a:lnTo>
                    <a:pt x="413850" y="211276"/>
                  </a:lnTo>
                  <a:lnTo>
                    <a:pt x="417357" y="209992"/>
                  </a:lnTo>
                  <a:lnTo>
                    <a:pt x="420864" y="208789"/>
                  </a:lnTo>
                  <a:lnTo>
                    <a:pt x="424371" y="207355"/>
                  </a:lnTo>
                  <a:lnTo>
                    <a:pt x="427879" y="206022"/>
                  </a:lnTo>
                  <a:lnTo>
                    <a:pt x="431386" y="204630"/>
                  </a:lnTo>
                  <a:lnTo>
                    <a:pt x="434893" y="203254"/>
                  </a:lnTo>
                  <a:lnTo>
                    <a:pt x="438400" y="201912"/>
                  </a:lnTo>
                  <a:lnTo>
                    <a:pt x="441907" y="200464"/>
                  </a:lnTo>
                  <a:lnTo>
                    <a:pt x="445415" y="199124"/>
                  </a:lnTo>
                  <a:lnTo>
                    <a:pt x="448922" y="197602"/>
                  </a:lnTo>
                  <a:lnTo>
                    <a:pt x="452429" y="196194"/>
                  </a:lnTo>
                  <a:lnTo>
                    <a:pt x="455936" y="194883"/>
                  </a:lnTo>
                  <a:lnTo>
                    <a:pt x="459443" y="193556"/>
                  </a:lnTo>
                  <a:lnTo>
                    <a:pt x="462951" y="192047"/>
                  </a:lnTo>
                  <a:lnTo>
                    <a:pt x="466458" y="190512"/>
                  </a:lnTo>
                  <a:lnTo>
                    <a:pt x="469965" y="189007"/>
                  </a:lnTo>
                  <a:lnTo>
                    <a:pt x="473472" y="187703"/>
                  </a:lnTo>
                  <a:lnTo>
                    <a:pt x="476979" y="186254"/>
                  </a:lnTo>
                  <a:lnTo>
                    <a:pt x="480487" y="184796"/>
                  </a:lnTo>
                  <a:lnTo>
                    <a:pt x="483994" y="183443"/>
                  </a:lnTo>
                  <a:lnTo>
                    <a:pt x="487501" y="181821"/>
                  </a:lnTo>
                  <a:lnTo>
                    <a:pt x="491008" y="180257"/>
                  </a:lnTo>
                  <a:lnTo>
                    <a:pt x="494516" y="178531"/>
                  </a:lnTo>
                  <a:lnTo>
                    <a:pt x="498023" y="176855"/>
                  </a:lnTo>
                  <a:lnTo>
                    <a:pt x="501530" y="175218"/>
                  </a:lnTo>
                  <a:lnTo>
                    <a:pt x="505037" y="173562"/>
                  </a:lnTo>
                  <a:lnTo>
                    <a:pt x="508544" y="171984"/>
                  </a:lnTo>
                  <a:lnTo>
                    <a:pt x="512052" y="170485"/>
                  </a:lnTo>
                  <a:lnTo>
                    <a:pt x="515559" y="169026"/>
                  </a:lnTo>
                  <a:lnTo>
                    <a:pt x="519066" y="167448"/>
                  </a:lnTo>
                  <a:lnTo>
                    <a:pt x="522573" y="165976"/>
                  </a:lnTo>
                  <a:lnTo>
                    <a:pt x="526080" y="164352"/>
                  </a:lnTo>
                  <a:lnTo>
                    <a:pt x="529588" y="162754"/>
                  </a:lnTo>
                  <a:lnTo>
                    <a:pt x="533095" y="161218"/>
                  </a:lnTo>
                  <a:lnTo>
                    <a:pt x="536602" y="159587"/>
                  </a:lnTo>
                  <a:lnTo>
                    <a:pt x="540109" y="157940"/>
                  </a:lnTo>
                  <a:lnTo>
                    <a:pt x="543616" y="156222"/>
                  </a:lnTo>
                  <a:lnTo>
                    <a:pt x="547124" y="154597"/>
                  </a:lnTo>
                  <a:lnTo>
                    <a:pt x="550631" y="153044"/>
                  </a:lnTo>
                  <a:lnTo>
                    <a:pt x="554138" y="151485"/>
                  </a:lnTo>
                  <a:lnTo>
                    <a:pt x="557645" y="149784"/>
                  </a:lnTo>
                  <a:lnTo>
                    <a:pt x="561152" y="148095"/>
                  </a:lnTo>
                  <a:lnTo>
                    <a:pt x="564660" y="146477"/>
                  </a:lnTo>
                  <a:lnTo>
                    <a:pt x="568167" y="144856"/>
                  </a:lnTo>
                  <a:lnTo>
                    <a:pt x="571674" y="143277"/>
                  </a:lnTo>
                  <a:lnTo>
                    <a:pt x="575181" y="141711"/>
                  </a:lnTo>
                  <a:lnTo>
                    <a:pt x="578688" y="140092"/>
                  </a:lnTo>
                  <a:lnTo>
                    <a:pt x="582196" y="138347"/>
                  </a:lnTo>
                  <a:lnTo>
                    <a:pt x="585703" y="136692"/>
                  </a:lnTo>
                  <a:lnTo>
                    <a:pt x="589210" y="135048"/>
                  </a:lnTo>
                  <a:lnTo>
                    <a:pt x="592717" y="133379"/>
                  </a:lnTo>
                  <a:lnTo>
                    <a:pt x="596224" y="131623"/>
                  </a:lnTo>
                  <a:lnTo>
                    <a:pt x="599732" y="129887"/>
                  </a:lnTo>
                  <a:lnTo>
                    <a:pt x="603239" y="128085"/>
                  </a:lnTo>
                  <a:lnTo>
                    <a:pt x="606746" y="126274"/>
                  </a:lnTo>
                  <a:lnTo>
                    <a:pt x="610253" y="124390"/>
                  </a:lnTo>
                  <a:lnTo>
                    <a:pt x="613761" y="122502"/>
                  </a:lnTo>
                  <a:lnTo>
                    <a:pt x="617268" y="120625"/>
                  </a:lnTo>
                  <a:lnTo>
                    <a:pt x="620775" y="118813"/>
                  </a:lnTo>
                  <a:lnTo>
                    <a:pt x="624282" y="116996"/>
                  </a:lnTo>
                  <a:lnTo>
                    <a:pt x="627789" y="115174"/>
                  </a:lnTo>
                  <a:lnTo>
                    <a:pt x="631297" y="113349"/>
                  </a:lnTo>
                  <a:lnTo>
                    <a:pt x="634804" y="111519"/>
                  </a:lnTo>
                  <a:lnTo>
                    <a:pt x="638311" y="109682"/>
                  </a:lnTo>
                  <a:lnTo>
                    <a:pt x="641818" y="107826"/>
                  </a:lnTo>
                  <a:lnTo>
                    <a:pt x="645325" y="105962"/>
                  </a:lnTo>
                  <a:lnTo>
                    <a:pt x="648833" y="104145"/>
                  </a:lnTo>
                  <a:lnTo>
                    <a:pt x="652340" y="102288"/>
                  </a:lnTo>
                  <a:lnTo>
                    <a:pt x="655847" y="100429"/>
                  </a:lnTo>
                  <a:lnTo>
                    <a:pt x="659354" y="98617"/>
                  </a:lnTo>
                  <a:lnTo>
                    <a:pt x="662861" y="96701"/>
                  </a:lnTo>
                  <a:lnTo>
                    <a:pt x="666369" y="94826"/>
                  </a:lnTo>
                  <a:lnTo>
                    <a:pt x="669876" y="92947"/>
                  </a:lnTo>
                  <a:lnTo>
                    <a:pt x="673383" y="91063"/>
                  </a:lnTo>
                  <a:lnTo>
                    <a:pt x="676890" y="89175"/>
                  </a:lnTo>
                  <a:lnTo>
                    <a:pt x="680397" y="87285"/>
                  </a:lnTo>
                  <a:lnTo>
                    <a:pt x="683905" y="85390"/>
                  </a:lnTo>
                  <a:lnTo>
                    <a:pt x="687412" y="83491"/>
                  </a:lnTo>
                  <a:lnTo>
                    <a:pt x="690919" y="81588"/>
                  </a:lnTo>
                  <a:lnTo>
                    <a:pt x="694426" y="79681"/>
                  </a:lnTo>
                  <a:lnTo>
                    <a:pt x="697933" y="77770"/>
                  </a:lnTo>
                  <a:lnTo>
                    <a:pt x="701441" y="75855"/>
                  </a:lnTo>
                  <a:lnTo>
                    <a:pt x="704948" y="73936"/>
                  </a:lnTo>
                  <a:lnTo>
                    <a:pt x="708455" y="72051"/>
                  </a:lnTo>
                  <a:lnTo>
                    <a:pt x="711962" y="70163"/>
                  </a:lnTo>
                  <a:lnTo>
                    <a:pt x="715469" y="68273"/>
                  </a:lnTo>
                  <a:lnTo>
                    <a:pt x="718977" y="66380"/>
                  </a:lnTo>
                  <a:lnTo>
                    <a:pt x="722484" y="64447"/>
                  </a:lnTo>
                  <a:lnTo>
                    <a:pt x="725991" y="62568"/>
                  </a:lnTo>
                  <a:lnTo>
                    <a:pt x="729498" y="60679"/>
                  </a:lnTo>
                  <a:lnTo>
                    <a:pt x="733006" y="58774"/>
                  </a:lnTo>
                  <a:lnTo>
                    <a:pt x="736513" y="56867"/>
                  </a:lnTo>
                  <a:lnTo>
                    <a:pt x="740020" y="54962"/>
                  </a:lnTo>
                  <a:lnTo>
                    <a:pt x="743527" y="53118"/>
                  </a:lnTo>
                  <a:lnTo>
                    <a:pt x="747034" y="51239"/>
                  </a:lnTo>
                  <a:lnTo>
                    <a:pt x="750542" y="49339"/>
                  </a:lnTo>
                  <a:lnTo>
                    <a:pt x="754049" y="47434"/>
                  </a:lnTo>
                  <a:lnTo>
                    <a:pt x="757556" y="45561"/>
                  </a:lnTo>
                  <a:lnTo>
                    <a:pt x="761063" y="43685"/>
                  </a:lnTo>
                  <a:lnTo>
                    <a:pt x="764570" y="41808"/>
                  </a:lnTo>
                  <a:lnTo>
                    <a:pt x="768078" y="39873"/>
                  </a:lnTo>
                  <a:lnTo>
                    <a:pt x="771585" y="37863"/>
                  </a:lnTo>
                  <a:lnTo>
                    <a:pt x="775092" y="35867"/>
                  </a:lnTo>
                  <a:lnTo>
                    <a:pt x="778599" y="33858"/>
                  </a:lnTo>
                  <a:lnTo>
                    <a:pt x="782106" y="31846"/>
                  </a:lnTo>
                  <a:lnTo>
                    <a:pt x="785614" y="29831"/>
                  </a:lnTo>
                  <a:lnTo>
                    <a:pt x="789121" y="27874"/>
                  </a:lnTo>
                  <a:lnTo>
                    <a:pt x="792628" y="25979"/>
                  </a:lnTo>
                  <a:lnTo>
                    <a:pt x="796135" y="24029"/>
                  </a:lnTo>
                  <a:lnTo>
                    <a:pt x="799642" y="22077"/>
                  </a:lnTo>
                  <a:lnTo>
                    <a:pt x="803150" y="20124"/>
                  </a:lnTo>
                  <a:lnTo>
                    <a:pt x="806657" y="18169"/>
                  </a:lnTo>
                  <a:lnTo>
                    <a:pt x="810164" y="16212"/>
                  </a:lnTo>
                  <a:lnTo>
                    <a:pt x="813671" y="14203"/>
                  </a:lnTo>
                  <a:lnTo>
                    <a:pt x="817178" y="12078"/>
                  </a:lnTo>
                  <a:lnTo>
                    <a:pt x="820686" y="9966"/>
                  </a:lnTo>
                  <a:lnTo>
                    <a:pt x="824193" y="7975"/>
                  </a:lnTo>
                  <a:lnTo>
                    <a:pt x="827700" y="5982"/>
                  </a:lnTo>
                  <a:lnTo>
                    <a:pt x="831207" y="3989"/>
                  </a:lnTo>
                  <a:lnTo>
                    <a:pt x="834714" y="1933"/>
                  </a:lnTo>
                  <a:lnTo>
                    <a:pt x="838222" y="0"/>
                  </a:lnTo>
                  <a:lnTo>
                    <a:pt x="838222" y="211681"/>
                  </a:lnTo>
                  <a:lnTo>
                    <a:pt x="834714" y="211910"/>
                  </a:lnTo>
                  <a:lnTo>
                    <a:pt x="831207" y="212094"/>
                  </a:lnTo>
                  <a:lnTo>
                    <a:pt x="827700" y="212411"/>
                  </a:lnTo>
                  <a:lnTo>
                    <a:pt x="824193" y="212669"/>
                  </a:lnTo>
                  <a:lnTo>
                    <a:pt x="820686" y="212933"/>
                  </a:lnTo>
                  <a:lnTo>
                    <a:pt x="817178" y="213205"/>
                  </a:lnTo>
                  <a:lnTo>
                    <a:pt x="813671" y="213379"/>
                  </a:lnTo>
                  <a:lnTo>
                    <a:pt x="810164" y="213613"/>
                  </a:lnTo>
                  <a:lnTo>
                    <a:pt x="806657" y="213846"/>
                  </a:lnTo>
                  <a:lnTo>
                    <a:pt x="803150" y="214069"/>
                  </a:lnTo>
                  <a:lnTo>
                    <a:pt x="799642" y="214246"/>
                  </a:lnTo>
                  <a:lnTo>
                    <a:pt x="796135" y="214422"/>
                  </a:lnTo>
                  <a:lnTo>
                    <a:pt x="792628" y="214598"/>
                  </a:lnTo>
                  <a:lnTo>
                    <a:pt x="789121" y="214775"/>
                  </a:lnTo>
                  <a:lnTo>
                    <a:pt x="785614" y="214978"/>
                  </a:lnTo>
                  <a:lnTo>
                    <a:pt x="782106" y="215314"/>
                  </a:lnTo>
                  <a:lnTo>
                    <a:pt x="778599" y="215649"/>
                  </a:lnTo>
                  <a:lnTo>
                    <a:pt x="775092" y="215864"/>
                  </a:lnTo>
                  <a:lnTo>
                    <a:pt x="771585" y="216074"/>
                  </a:lnTo>
                  <a:lnTo>
                    <a:pt x="768078" y="216283"/>
                  </a:lnTo>
                  <a:lnTo>
                    <a:pt x="764570" y="216504"/>
                  </a:lnTo>
                  <a:lnTo>
                    <a:pt x="761063" y="216783"/>
                  </a:lnTo>
                  <a:lnTo>
                    <a:pt x="757556" y="217118"/>
                  </a:lnTo>
                  <a:lnTo>
                    <a:pt x="754049" y="217359"/>
                  </a:lnTo>
                  <a:lnTo>
                    <a:pt x="750542" y="217614"/>
                  </a:lnTo>
                  <a:lnTo>
                    <a:pt x="747034" y="217893"/>
                  </a:lnTo>
                  <a:lnTo>
                    <a:pt x="743527" y="218171"/>
                  </a:lnTo>
                  <a:lnTo>
                    <a:pt x="740020" y="218449"/>
                  </a:lnTo>
                  <a:lnTo>
                    <a:pt x="736513" y="218727"/>
                  </a:lnTo>
                  <a:lnTo>
                    <a:pt x="733006" y="219002"/>
                  </a:lnTo>
                  <a:lnTo>
                    <a:pt x="729498" y="219278"/>
                  </a:lnTo>
                  <a:lnTo>
                    <a:pt x="725991" y="219553"/>
                  </a:lnTo>
                  <a:lnTo>
                    <a:pt x="722484" y="219828"/>
                  </a:lnTo>
                  <a:lnTo>
                    <a:pt x="718977" y="220103"/>
                  </a:lnTo>
                  <a:lnTo>
                    <a:pt x="715469" y="220377"/>
                  </a:lnTo>
                  <a:lnTo>
                    <a:pt x="711962" y="220652"/>
                  </a:lnTo>
                  <a:lnTo>
                    <a:pt x="708455" y="220925"/>
                  </a:lnTo>
                  <a:lnTo>
                    <a:pt x="704948" y="221198"/>
                  </a:lnTo>
                  <a:lnTo>
                    <a:pt x="701441" y="221433"/>
                  </a:lnTo>
                  <a:lnTo>
                    <a:pt x="697933" y="221746"/>
                  </a:lnTo>
                  <a:lnTo>
                    <a:pt x="694426" y="222016"/>
                  </a:lnTo>
                  <a:lnTo>
                    <a:pt x="690919" y="222186"/>
                  </a:lnTo>
                  <a:lnTo>
                    <a:pt x="687412" y="222440"/>
                  </a:lnTo>
                  <a:lnTo>
                    <a:pt x="683905" y="222777"/>
                  </a:lnTo>
                  <a:lnTo>
                    <a:pt x="680397" y="223101"/>
                  </a:lnTo>
                  <a:lnTo>
                    <a:pt x="676890" y="223348"/>
                  </a:lnTo>
                  <a:lnTo>
                    <a:pt x="673383" y="223597"/>
                  </a:lnTo>
                  <a:lnTo>
                    <a:pt x="669876" y="223841"/>
                  </a:lnTo>
                  <a:lnTo>
                    <a:pt x="666369" y="224088"/>
                  </a:lnTo>
                  <a:lnTo>
                    <a:pt x="662861" y="224300"/>
                  </a:lnTo>
                  <a:lnTo>
                    <a:pt x="659354" y="224422"/>
                  </a:lnTo>
                  <a:lnTo>
                    <a:pt x="655847" y="224684"/>
                  </a:lnTo>
                  <a:lnTo>
                    <a:pt x="652340" y="224947"/>
                  </a:lnTo>
                  <a:lnTo>
                    <a:pt x="648833" y="225208"/>
                  </a:lnTo>
                  <a:lnTo>
                    <a:pt x="645325" y="225470"/>
                  </a:lnTo>
                  <a:lnTo>
                    <a:pt x="641818" y="225732"/>
                  </a:lnTo>
                  <a:lnTo>
                    <a:pt x="638311" y="226045"/>
                  </a:lnTo>
                  <a:lnTo>
                    <a:pt x="634804" y="226254"/>
                  </a:lnTo>
                  <a:lnTo>
                    <a:pt x="631297" y="226461"/>
                  </a:lnTo>
                  <a:lnTo>
                    <a:pt x="627789" y="226624"/>
                  </a:lnTo>
                  <a:lnTo>
                    <a:pt x="624282" y="226956"/>
                  </a:lnTo>
                  <a:lnTo>
                    <a:pt x="620775" y="227249"/>
                  </a:lnTo>
                  <a:lnTo>
                    <a:pt x="617268" y="227419"/>
                  </a:lnTo>
                  <a:lnTo>
                    <a:pt x="613761" y="227723"/>
                  </a:lnTo>
                  <a:lnTo>
                    <a:pt x="610253" y="227869"/>
                  </a:lnTo>
                  <a:lnTo>
                    <a:pt x="606746" y="227954"/>
                  </a:lnTo>
                  <a:lnTo>
                    <a:pt x="603239" y="228143"/>
                  </a:lnTo>
                  <a:lnTo>
                    <a:pt x="599732" y="228399"/>
                  </a:lnTo>
                  <a:lnTo>
                    <a:pt x="596224" y="228656"/>
                  </a:lnTo>
                  <a:lnTo>
                    <a:pt x="592717" y="228824"/>
                  </a:lnTo>
                  <a:lnTo>
                    <a:pt x="589210" y="229080"/>
                  </a:lnTo>
                  <a:lnTo>
                    <a:pt x="585703" y="229352"/>
                  </a:lnTo>
                  <a:lnTo>
                    <a:pt x="582196" y="229623"/>
                  </a:lnTo>
                  <a:lnTo>
                    <a:pt x="578688" y="229949"/>
                  </a:lnTo>
                  <a:lnTo>
                    <a:pt x="575181" y="230217"/>
                  </a:lnTo>
                  <a:lnTo>
                    <a:pt x="571674" y="230561"/>
                  </a:lnTo>
                  <a:lnTo>
                    <a:pt x="568167" y="230795"/>
                  </a:lnTo>
                  <a:lnTo>
                    <a:pt x="564660" y="231128"/>
                  </a:lnTo>
                  <a:lnTo>
                    <a:pt x="561152" y="231369"/>
                  </a:lnTo>
                  <a:lnTo>
                    <a:pt x="557645" y="231608"/>
                  </a:lnTo>
                  <a:lnTo>
                    <a:pt x="554138" y="231872"/>
                  </a:lnTo>
                  <a:lnTo>
                    <a:pt x="550631" y="232087"/>
                  </a:lnTo>
                  <a:lnTo>
                    <a:pt x="547124" y="232324"/>
                  </a:lnTo>
                  <a:lnTo>
                    <a:pt x="543616" y="232593"/>
                  </a:lnTo>
                  <a:lnTo>
                    <a:pt x="540109" y="232863"/>
                  </a:lnTo>
                  <a:lnTo>
                    <a:pt x="536602" y="233170"/>
                  </a:lnTo>
                  <a:lnTo>
                    <a:pt x="533095" y="233524"/>
                  </a:lnTo>
                  <a:lnTo>
                    <a:pt x="529588" y="233799"/>
                  </a:lnTo>
                  <a:lnTo>
                    <a:pt x="526080" y="234073"/>
                  </a:lnTo>
                  <a:lnTo>
                    <a:pt x="522573" y="234349"/>
                  </a:lnTo>
                  <a:lnTo>
                    <a:pt x="519066" y="234621"/>
                  </a:lnTo>
                  <a:lnTo>
                    <a:pt x="515559" y="234878"/>
                  </a:lnTo>
                  <a:lnTo>
                    <a:pt x="512052" y="235115"/>
                  </a:lnTo>
                  <a:lnTo>
                    <a:pt x="508544" y="235363"/>
                  </a:lnTo>
                  <a:lnTo>
                    <a:pt x="505037" y="235682"/>
                  </a:lnTo>
                  <a:lnTo>
                    <a:pt x="501530" y="235989"/>
                  </a:lnTo>
                  <a:lnTo>
                    <a:pt x="498023" y="236234"/>
                  </a:lnTo>
                  <a:lnTo>
                    <a:pt x="494516" y="236532"/>
                  </a:lnTo>
                  <a:lnTo>
                    <a:pt x="491008" y="236707"/>
                  </a:lnTo>
                  <a:lnTo>
                    <a:pt x="487501" y="236934"/>
                  </a:lnTo>
                  <a:lnTo>
                    <a:pt x="483994" y="237145"/>
                  </a:lnTo>
                  <a:lnTo>
                    <a:pt x="480487" y="237428"/>
                  </a:lnTo>
                  <a:lnTo>
                    <a:pt x="476979" y="237814"/>
                  </a:lnTo>
                  <a:lnTo>
                    <a:pt x="473472" y="238067"/>
                  </a:lnTo>
                  <a:lnTo>
                    <a:pt x="469965" y="238432"/>
                  </a:lnTo>
                  <a:lnTo>
                    <a:pt x="466458" y="238832"/>
                  </a:lnTo>
                  <a:lnTo>
                    <a:pt x="462951" y="239173"/>
                  </a:lnTo>
                  <a:lnTo>
                    <a:pt x="459443" y="239424"/>
                  </a:lnTo>
                  <a:lnTo>
                    <a:pt x="455936" y="239713"/>
                  </a:lnTo>
                  <a:lnTo>
                    <a:pt x="452429" y="239962"/>
                  </a:lnTo>
                  <a:lnTo>
                    <a:pt x="448922" y="240299"/>
                  </a:lnTo>
                  <a:lnTo>
                    <a:pt x="445415" y="240691"/>
                  </a:lnTo>
                  <a:lnTo>
                    <a:pt x="441907" y="240889"/>
                  </a:lnTo>
                  <a:lnTo>
                    <a:pt x="438400" y="241164"/>
                  </a:lnTo>
                  <a:lnTo>
                    <a:pt x="434893" y="241679"/>
                  </a:lnTo>
                  <a:lnTo>
                    <a:pt x="431386" y="242009"/>
                  </a:lnTo>
                  <a:lnTo>
                    <a:pt x="427879" y="242278"/>
                  </a:lnTo>
                  <a:lnTo>
                    <a:pt x="424371" y="242607"/>
                  </a:lnTo>
                  <a:lnTo>
                    <a:pt x="420864" y="242989"/>
                  </a:lnTo>
                  <a:lnTo>
                    <a:pt x="417357" y="243321"/>
                  </a:lnTo>
                  <a:lnTo>
                    <a:pt x="413850" y="243789"/>
                  </a:lnTo>
                  <a:lnTo>
                    <a:pt x="410343" y="244204"/>
                  </a:lnTo>
                  <a:lnTo>
                    <a:pt x="406835" y="244672"/>
                  </a:lnTo>
                  <a:lnTo>
                    <a:pt x="403328" y="245094"/>
                  </a:lnTo>
                  <a:lnTo>
                    <a:pt x="399821" y="245333"/>
                  </a:lnTo>
                  <a:lnTo>
                    <a:pt x="396314" y="245737"/>
                  </a:lnTo>
                  <a:lnTo>
                    <a:pt x="392807" y="246240"/>
                  </a:lnTo>
                  <a:lnTo>
                    <a:pt x="389299" y="246668"/>
                  </a:lnTo>
                  <a:lnTo>
                    <a:pt x="385792" y="247192"/>
                  </a:lnTo>
                  <a:lnTo>
                    <a:pt x="382285" y="247696"/>
                  </a:lnTo>
                  <a:lnTo>
                    <a:pt x="378778" y="248062"/>
                  </a:lnTo>
                  <a:lnTo>
                    <a:pt x="375271" y="248586"/>
                  </a:lnTo>
                  <a:lnTo>
                    <a:pt x="371763" y="249064"/>
                  </a:lnTo>
                  <a:lnTo>
                    <a:pt x="368256" y="249481"/>
                  </a:lnTo>
                  <a:lnTo>
                    <a:pt x="364749" y="250098"/>
                  </a:lnTo>
                  <a:lnTo>
                    <a:pt x="361242" y="250812"/>
                  </a:lnTo>
                  <a:lnTo>
                    <a:pt x="357734" y="251423"/>
                  </a:lnTo>
                  <a:lnTo>
                    <a:pt x="354227" y="252076"/>
                  </a:lnTo>
                  <a:lnTo>
                    <a:pt x="350720" y="252852"/>
                  </a:lnTo>
                  <a:lnTo>
                    <a:pt x="347213" y="253608"/>
                  </a:lnTo>
                  <a:lnTo>
                    <a:pt x="343706" y="254239"/>
                  </a:lnTo>
                  <a:lnTo>
                    <a:pt x="340198" y="254950"/>
                  </a:lnTo>
                  <a:lnTo>
                    <a:pt x="336691" y="255684"/>
                  </a:lnTo>
                  <a:lnTo>
                    <a:pt x="333184" y="256432"/>
                  </a:lnTo>
                  <a:lnTo>
                    <a:pt x="329677" y="257293"/>
                  </a:lnTo>
                  <a:lnTo>
                    <a:pt x="326170" y="258172"/>
                  </a:lnTo>
                  <a:lnTo>
                    <a:pt x="322662" y="259072"/>
                  </a:lnTo>
                  <a:lnTo>
                    <a:pt x="319155" y="259937"/>
                  </a:lnTo>
                  <a:lnTo>
                    <a:pt x="315648" y="260877"/>
                  </a:lnTo>
                  <a:lnTo>
                    <a:pt x="312141" y="261900"/>
                  </a:lnTo>
                  <a:lnTo>
                    <a:pt x="308634" y="262835"/>
                  </a:lnTo>
                  <a:lnTo>
                    <a:pt x="305126" y="263892"/>
                  </a:lnTo>
                  <a:lnTo>
                    <a:pt x="301619" y="264894"/>
                  </a:lnTo>
                  <a:lnTo>
                    <a:pt x="298112" y="265924"/>
                  </a:lnTo>
                  <a:lnTo>
                    <a:pt x="294605" y="267001"/>
                  </a:lnTo>
                  <a:lnTo>
                    <a:pt x="291098" y="268021"/>
                  </a:lnTo>
                  <a:lnTo>
                    <a:pt x="287590" y="268987"/>
                  </a:lnTo>
                  <a:lnTo>
                    <a:pt x="284083" y="270097"/>
                  </a:lnTo>
                  <a:lnTo>
                    <a:pt x="280576" y="271166"/>
                  </a:lnTo>
                  <a:lnTo>
                    <a:pt x="277069" y="272164"/>
                  </a:lnTo>
                  <a:lnTo>
                    <a:pt x="273562" y="273155"/>
                  </a:lnTo>
                  <a:lnTo>
                    <a:pt x="270054" y="274155"/>
                  </a:lnTo>
                  <a:lnTo>
                    <a:pt x="266547" y="275183"/>
                  </a:lnTo>
                  <a:lnTo>
                    <a:pt x="263040" y="276301"/>
                  </a:lnTo>
                  <a:lnTo>
                    <a:pt x="259533" y="277416"/>
                  </a:lnTo>
                  <a:lnTo>
                    <a:pt x="256026" y="278494"/>
                  </a:lnTo>
                  <a:lnTo>
                    <a:pt x="252518" y="279520"/>
                  </a:lnTo>
                  <a:lnTo>
                    <a:pt x="249011" y="280601"/>
                  </a:lnTo>
                  <a:lnTo>
                    <a:pt x="245504" y="281761"/>
                  </a:lnTo>
                  <a:lnTo>
                    <a:pt x="241997" y="282875"/>
                  </a:lnTo>
                  <a:lnTo>
                    <a:pt x="238489" y="283924"/>
                  </a:lnTo>
                  <a:lnTo>
                    <a:pt x="234982" y="284964"/>
                  </a:lnTo>
                  <a:lnTo>
                    <a:pt x="231475" y="286071"/>
                  </a:lnTo>
                  <a:lnTo>
                    <a:pt x="227968" y="287124"/>
                  </a:lnTo>
                  <a:lnTo>
                    <a:pt x="224461" y="288212"/>
                  </a:lnTo>
                  <a:lnTo>
                    <a:pt x="220953" y="289396"/>
                  </a:lnTo>
                  <a:lnTo>
                    <a:pt x="217446" y="290493"/>
                  </a:lnTo>
                  <a:lnTo>
                    <a:pt x="213939" y="291532"/>
                  </a:lnTo>
                  <a:lnTo>
                    <a:pt x="210432" y="292584"/>
                  </a:lnTo>
                  <a:lnTo>
                    <a:pt x="206925" y="293664"/>
                  </a:lnTo>
                  <a:lnTo>
                    <a:pt x="203417" y="294746"/>
                  </a:lnTo>
                  <a:lnTo>
                    <a:pt x="199910" y="295770"/>
                  </a:lnTo>
                  <a:lnTo>
                    <a:pt x="196403" y="296739"/>
                  </a:lnTo>
                  <a:lnTo>
                    <a:pt x="192896" y="297861"/>
                  </a:lnTo>
                  <a:lnTo>
                    <a:pt x="189389" y="298938"/>
                  </a:lnTo>
                  <a:lnTo>
                    <a:pt x="185881" y="299919"/>
                  </a:lnTo>
                  <a:lnTo>
                    <a:pt x="182374" y="301009"/>
                  </a:lnTo>
                  <a:lnTo>
                    <a:pt x="178867" y="302043"/>
                  </a:lnTo>
                  <a:lnTo>
                    <a:pt x="175360" y="303023"/>
                  </a:lnTo>
                  <a:lnTo>
                    <a:pt x="171853" y="303998"/>
                  </a:lnTo>
                  <a:lnTo>
                    <a:pt x="168345" y="304969"/>
                  </a:lnTo>
                  <a:lnTo>
                    <a:pt x="164838" y="305937"/>
                  </a:lnTo>
                  <a:lnTo>
                    <a:pt x="161331" y="306911"/>
                  </a:lnTo>
                  <a:lnTo>
                    <a:pt x="157824" y="307912"/>
                  </a:lnTo>
                  <a:lnTo>
                    <a:pt x="154317" y="308905"/>
                  </a:lnTo>
                  <a:lnTo>
                    <a:pt x="150809" y="309894"/>
                  </a:lnTo>
                  <a:lnTo>
                    <a:pt x="147302" y="310854"/>
                  </a:lnTo>
                  <a:lnTo>
                    <a:pt x="143795" y="311848"/>
                  </a:lnTo>
                  <a:lnTo>
                    <a:pt x="140288" y="312833"/>
                  </a:lnTo>
                  <a:lnTo>
                    <a:pt x="136781" y="313885"/>
                  </a:lnTo>
                  <a:lnTo>
                    <a:pt x="133273" y="314865"/>
                  </a:lnTo>
                  <a:lnTo>
                    <a:pt x="129766" y="315895"/>
                  </a:lnTo>
                  <a:lnTo>
                    <a:pt x="126259" y="316878"/>
                  </a:lnTo>
                  <a:lnTo>
                    <a:pt x="122752" y="317789"/>
                  </a:lnTo>
                  <a:lnTo>
                    <a:pt x="119244" y="318696"/>
                  </a:lnTo>
                  <a:lnTo>
                    <a:pt x="115737" y="319612"/>
                  </a:lnTo>
                  <a:lnTo>
                    <a:pt x="112230" y="320557"/>
                  </a:lnTo>
                  <a:lnTo>
                    <a:pt x="108723" y="321445"/>
                  </a:lnTo>
                  <a:lnTo>
                    <a:pt x="105216" y="322296"/>
                  </a:lnTo>
                  <a:lnTo>
                    <a:pt x="101708" y="323216"/>
                  </a:lnTo>
                  <a:lnTo>
                    <a:pt x="98201" y="324124"/>
                  </a:lnTo>
                  <a:lnTo>
                    <a:pt x="94694" y="324966"/>
                  </a:lnTo>
                  <a:lnTo>
                    <a:pt x="91187" y="325834"/>
                  </a:lnTo>
                  <a:lnTo>
                    <a:pt x="87680" y="326766"/>
                  </a:lnTo>
                  <a:lnTo>
                    <a:pt x="84172" y="327587"/>
                  </a:lnTo>
                  <a:lnTo>
                    <a:pt x="80665" y="328412"/>
                  </a:lnTo>
                  <a:lnTo>
                    <a:pt x="77158" y="329256"/>
                  </a:lnTo>
                  <a:lnTo>
                    <a:pt x="73651" y="330100"/>
                  </a:lnTo>
                  <a:lnTo>
                    <a:pt x="70144" y="330939"/>
                  </a:lnTo>
                  <a:lnTo>
                    <a:pt x="66636" y="331774"/>
                  </a:lnTo>
                  <a:lnTo>
                    <a:pt x="63129" y="332634"/>
                  </a:lnTo>
                  <a:lnTo>
                    <a:pt x="59622" y="333506"/>
                  </a:lnTo>
                  <a:lnTo>
                    <a:pt x="56115" y="334397"/>
                  </a:lnTo>
                  <a:lnTo>
                    <a:pt x="52608" y="335293"/>
                  </a:lnTo>
                  <a:lnTo>
                    <a:pt x="49100" y="336172"/>
                  </a:lnTo>
                  <a:lnTo>
                    <a:pt x="45593" y="337003"/>
                  </a:lnTo>
                  <a:lnTo>
                    <a:pt x="42086" y="337828"/>
                  </a:lnTo>
                  <a:lnTo>
                    <a:pt x="38579" y="338648"/>
                  </a:lnTo>
                  <a:lnTo>
                    <a:pt x="35072" y="339467"/>
                  </a:lnTo>
                  <a:lnTo>
                    <a:pt x="31564" y="340284"/>
                  </a:lnTo>
                  <a:lnTo>
                    <a:pt x="28057" y="341116"/>
                  </a:lnTo>
                  <a:lnTo>
                    <a:pt x="24550" y="341939"/>
                  </a:lnTo>
                  <a:lnTo>
                    <a:pt x="21043" y="342716"/>
                  </a:lnTo>
                  <a:lnTo>
                    <a:pt x="17536" y="343488"/>
                  </a:lnTo>
                  <a:lnTo>
                    <a:pt x="14028" y="344275"/>
                  </a:lnTo>
                  <a:lnTo>
                    <a:pt x="10521" y="345111"/>
                  </a:lnTo>
                  <a:lnTo>
                    <a:pt x="7014" y="345885"/>
                  </a:lnTo>
                  <a:lnTo>
                    <a:pt x="3507" y="346683"/>
                  </a:lnTo>
                  <a:lnTo>
                    <a:pt x="0" y="347476"/>
                  </a:lnTo>
                  <a:close/>
                </a:path>
              </a:pathLst>
            </a:custGeom>
            <a:solidFill>
              <a:srgbClr val="E69F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481032" y="2982918"/>
              <a:ext cx="838222" cy="264038"/>
            </a:xfrm>
            <a:custGeom>
              <a:avLst/>
              <a:pathLst>
                <a:path w="838222" h="264038">
                  <a:moveTo>
                    <a:pt x="0" y="264038"/>
                  </a:moveTo>
                  <a:lnTo>
                    <a:pt x="3507" y="263878"/>
                  </a:lnTo>
                  <a:lnTo>
                    <a:pt x="7014" y="263723"/>
                  </a:lnTo>
                  <a:lnTo>
                    <a:pt x="10521" y="263526"/>
                  </a:lnTo>
                  <a:lnTo>
                    <a:pt x="14028" y="263287"/>
                  </a:lnTo>
                  <a:lnTo>
                    <a:pt x="17536" y="263040"/>
                  </a:lnTo>
                  <a:lnTo>
                    <a:pt x="21043" y="262792"/>
                  </a:lnTo>
                  <a:lnTo>
                    <a:pt x="24550" y="262551"/>
                  </a:lnTo>
                  <a:lnTo>
                    <a:pt x="28057" y="262349"/>
                  </a:lnTo>
                  <a:lnTo>
                    <a:pt x="31564" y="262135"/>
                  </a:lnTo>
                  <a:lnTo>
                    <a:pt x="35072" y="261892"/>
                  </a:lnTo>
                  <a:lnTo>
                    <a:pt x="38579" y="261566"/>
                  </a:lnTo>
                  <a:lnTo>
                    <a:pt x="42086" y="261345"/>
                  </a:lnTo>
                  <a:lnTo>
                    <a:pt x="45593" y="261135"/>
                  </a:lnTo>
                  <a:lnTo>
                    <a:pt x="49100" y="260926"/>
                  </a:lnTo>
                  <a:lnTo>
                    <a:pt x="52608" y="260716"/>
                  </a:lnTo>
                  <a:lnTo>
                    <a:pt x="56115" y="260469"/>
                  </a:lnTo>
                  <a:lnTo>
                    <a:pt x="59622" y="260266"/>
                  </a:lnTo>
                  <a:lnTo>
                    <a:pt x="63129" y="260034"/>
                  </a:lnTo>
                  <a:lnTo>
                    <a:pt x="66636" y="259800"/>
                  </a:lnTo>
                  <a:lnTo>
                    <a:pt x="70144" y="259563"/>
                  </a:lnTo>
                  <a:lnTo>
                    <a:pt x="73651" y="259328"/>
                  </a:lnTo>
                  <a:lnTo>
                    <a:pt x="77158" y="259093"/>
                  </a:lnTo>
                  <a:lnTo>
                    <a:pt x="80665" y="258858"/>
                  </a:lnTo>
                  <a:lnTo>
                    <a:pt x="84172" y="258623"/>
                  </a:lnTo>
                  <a:lnTo>
                    <a:pt x="87680" y="258388"/>
                  </a:lnTo>
                  <a:lnTo>
                    <a:pt x="91187" y="258161"/>
                  </a:lnTo>
                  <a:lnTo>
                    <a:pt x="94694" y="257941"/>
                  </a:lnTo>
                  <a:lnTo>
                    <a:pt x="98201" y="257722"/>
                  </a:lnTo>
                  <a:lnTo>
                    <a:pt x="101708" y="257485"/>
                  </a:lnTo>
                  <a:lnTo>
                    <a:pt x="105216" y="257278"/>
                  </a:lnTo>
                  <a:lnTo>
                    <a:pt x="108723" y="257038"/>
                  </a:lnTo>
                  <a:lnTo>
                    <a:pt x="112230" y="256758"/>
                  </a:lnTo>
                  <a:lnTo>
                    <a:pt x="115737" y="256494"/>
                  </a:lnTo>
                  <a:lnTo>
                    <a:pt x="119244" y="256285"/>
                  </a:lnTo>
                  <a:lnTo>
                    <a:pt x="122752" y="256169"/>
                  </a:lnTo>
                  <a:lnTo>
                    <a:pt x="126259" y="255954"/>
                  </a:lnTo>
                  <a:lnTo>
                    <a:pt x="129766" y="255736"/>
                  </a:lnTo>
                  <a:lnTo>
                    <a:pt x="133273" y="255544"/>
                  </a:lnTo>
                  <a:lnTo>
                    <a:pt x="136781" y="255291"/>
                  </a:lnTo>
                  <a:lnTo>
                    <a:pt x="140288" y="254956"/>
                  </a:lnTo>
                  <a:lnTo>
                    <a:pt x="143795" y="254587"/>
                  </a:lnTo>
                  <a:lnTo>
                    <a:pt x="147302" y="254347"/>
                  </a:lnTo>
                  <a:lnTo>
                    <a:pt x="150809" y="254133"/>
                  </a:lnTo>
                  <a:lnTo>
                    <a:pt x="154317" y="253956"/>
                  </a:lnTo>
                  <a:lnTo>
                    <a:pt x="157824" y="253683"/>
                  </a:lnTo>
                  <a:lnTo>
                    <a:pt x="161331" y="253476"/>
                  </a:lnTo>
                  <a:lnTo>
                    <a:pt x="164838" y="253212"/>
                  </a:lnTo>
                  <a:lnTo>
                    <a:pt x="168345" y="252975"/>
                  </a:lnTo>
                  <a:lnTo>
                    <a:pt x="171853" y="252802"/>
                  </a:lnTo>
                  <a:lnTo>
                    <a:pt x="175360" y="252590"/>
                  </a:lnTo>
                  <a:lnTo>
                    <a:pt x="178867" y="252274"/>
                  </a:lnTo>
                  <a:lnTo>
                    <a:pt x="182374" y="251958"/>
                  </a:lnTo>
                  <a:lnTo>
                    <a:pt x="185881" y="251747"/>
                  </a:lnTo>
                  <a:lnTo>
                    <a:pt x="189389" y="251562"/>
                  </a:lnTo>
                  <a:lnTo>
                    <a:pt x="192896" y="251328"/>
                  </a:lnTo>
                  <a:lnTo>
                    <a:pt x="196403" y="251027"/>
                  </a:lnTo>
                  <a:lnTo>
                    <a:pt x="199910" y="250735"/>
                  </a:lnTo>
                  <a:lnTo>
                    <a:pt x="203417" y="250492"/>
                  </a:lnTo>
                  <a:lnTo>
                    <a:pt x="206925" y="250247"/>
                  </a:lnTo>
                  <a:lnTo>
                    <a:pt x="210432" y="249857"/>
                  </a:lnTo>
                  <a:lnTo>
                    <a:pt x="213939" y="249615"/>
                  </a:lnTo>
                  <a:lnTo>
                    <a:pt x="217446" y="249316"/>
                  </a:lnTo>
                  <a:lnTo>
                    <a:pt x="220953" y="249072"/>
                  </a:lnTo>
                  <a:lnTo>
                    <a:pt x="224461" y="248941"/>
                  </a:lnTo>
                  <a:lnTo>
                    <a:pt x="227968" y="248624"/>
                  </a:lnTo>
                  <a:lnTo>
                    <a:pt x="231475" y="248300"/>
                  </a:lnTo>
                  <a:lnTo>
                    <a:pt x="234982" y="248029"/>
                  </a:lnTo>
                  <a:lnTo>
                    <a:pt x="238489" y="247861"/>
                  </a:lnTo>
                  <a:lnTo>
                    <a:pt x="241997" y="247602"/>
                  </a:lnTo>
                  <a:lnTo>
                    <a:pt x="245504" y="247257"/>
                  </a:lnTo>
                  <a:lnTo>
                    <a:pt x="249011" y="246804"/>
                  </a:lnTo>
                  <a:lnTo>
                    <a:pt x="252518" y="246560"/>
                  </a:lnTo>
                  <a:lnTo>
                    <a:pt x="256026" y="246210"/>
                  </a:lnTo>
                  <a:lnTo>
                    <a:pt x="259533" y="245823"/>
                  </a:lnTo>
                  <a:lnTo>
                    <a:pt x="263040" y="245426"/>
                  </a:lnTo>
                  <a:lnTo>
                    <a:pt x="266547" y="245020"/>
                  </a:lnTo>
                  <a:lnTo>
                    <a:pt x="270054" y="244706"/>
                  </a:lnTo>
                  <a:lnTo>
                    <a:pt x="273562" y="244287"/>
                  </a:lnTo>
                  <a:lnTo>
                    <a:pt x="277069" y="243983"/>
                  </a:lnTo>
                  <a:lnTo>
                    <a:pt x="280576" y="243583"/>
                  </a:lnTo>
                  <a:lnTo>
                    <a:pt x="284083" y="243209"/>
                  </a:lnTo>
                  <a:lnTo>
                    <a:pt x="287590" y="242645"/>
                  </a:lnTo>
                  <a:lnTo>
                    <a:pt x="291098" y="242131"/>
                  </a:lnTo>
                  <a:lnTo>
                    <a:pt x="294605" y="241721"/>
                  </a:lnTo>
                  <a:lnTo>
                    <a:pt x="298112" y="241295"/>
                  </a:lnTo>
                  <a:lnTo>
                    <a:pt x="301619" y="240810"/>
                  </a:lnTo>
                  <a:lnTo>
                    <a:pt x="305126" y="240312"/>
                  </a:lnTo>
                  <a:lnTo>
                    <a:pt x="308634" y="239853"/>
                  </a:lnTo>
                  <a:lnTo>
                    <a:pt x="312141" y="239350"/>
                  </a:lnTo>
                  <a:lnTo>
                    <a:pt x="315648" y="238659"/>
                  </a:lnTo>
                  <a:lnTo>
                    <a:pt x="319155" y="238040"/>
                  </a:lnTo>
                  <a:lnTo>
                    <a:pt x="322662" y="237456"/>
                  </a:lnTo>
                  <a:lnTo>
                    <a:pt x="326170" y="236814"/>
                  </a:lnTo>
                  <a:lnTo>
                    <a:pt x="329677" y="236098"/>
                  </a:lnTo>
                  <a:lnTo>
                    <a:pt x="333184" y="235370"/>
                  </a:lnTo>
                  <a:lnTo>
                    <a:pt x="336691" y="234576"/>
                  </a:lnTo>
                  <a:lnTo>
                    <a:pt x="340198" y="233864"/>
                  </a:lnTo>
                  <a:lnTo>
                    <a:pt x="343706" y="233062"/>
                  </a:lnTo>
                  <a:lnTo>
                    <a:pt x="347213" y="232367"/>
                  </a:lnTo>
                  <a:lnTo>
                    <a:pt x="350720" y="231585"/>
                  </a:lnTo>
                  <a:lnTo>
                    <a:pt x="354227" y="230700"/>
                  </a:lnTo>
                  <a:lnTo>
                    <a:pt x="357734" y="229734"/>
                  </a:lnTo>
                  <a:lnTo>
                    <a:pt x="361242" y="228760"/>
                  </a:lnTo>
                  <a:lnTo>
                    <a:pt x="364749" y="227695"/>
                  </a:lnTo>
                  <a:lnTo>
                    <a:pt x="368256" y="226663"/>
                  </a:lnTo>
                  <a:lnTo>
                    <a:pt x="371763" y="225685"/>
                  </a:lnTo>
                  <a:lnTo>
                    <a:pt x="375271" y="224550"/>
                  </a:lnTo>
                  <a:lnTo>
                    <a:pt x="378778" y="223625"/>
                  </a:lnTo>
                  <a:lnTo>
                    <a:pt x="382285" y="222562"/>
                  </a:lnTo>
                  <a:lnTo>
                    <a:pt x="385792" y="221310"/>
                  </a:lnTo>
                  <a:lnTo>
                    <a:pt x="389299" y="220214"/>
                  </a:lnTo>
                  <a:lnTo>
                    <a:pt x="392807" y="218982"/>
                  </a:lnTo>
                  <a:lnTo>
                    <a:pt x="396314" y="217830"/>
                  </a:lnTo>
                  <a:lnTo>
                    <a:pt x="399821" y="216563"/>
                  </a:lnTo>
                  <a:lnTo>
                    <a:pt x="403328" y="215128"/>
                  </a:lnTo>
                  <a:lnTo>
                    <a:pt x="406835" y="213858"/>
                  </a:lnTo>
                  <a:lnTo>
                    <a:pt x="410343" y="212497"/>
                  </a:lnTo>
                  <a:lnTo>
                    <a:pt x="413850" y="211276"/>
                  </a:lnTo>
                  <a:lnTo>
                    <a:pt x="417357" y="209992"/>
                  </a:lnTo>
                  <a:lnTo>
                    <a:pt x="420864" y="208789"/>
                  </a:lnTo>
                  <a:lnTo>
                    <a:pt x="424371" y="207355"/>
                  </a:lnTo>
                  <a:lnTo>
                    <a:pt x="427879" y="206022"/>
                  </a:lnTo>
                  <a:lnTo>
                    <a:pt x="431386" y="204630"/>
                  </a:lnTo>
                  <a:lnTo>
                    <a:pt x="434893" y="203254"/>
                  </a:lnTo>
                  <a:lnTo>
                    <a:pt x="438400" y="201912"/>
                  </a:lnTo>
                  <a:lnTo>
                    <a:pt x="441907" y="200464"/>
                  </a:lnTo>
                  <a:lnTo>
                    <a:pt x="445415" y="199124"/>
                  </a:lnTo>
                  <a:lnTo>
                    <a:pt x="448922" y="197602"/>
                  </a:lnTo>
                  <a:lnTo>
                    <a:pt x="452429" y="196194"/>
                  </a:lnTo>
                  <a:lnTo>
                    <a:pt x="455936" y="194883"/>
                  </a:lnTo>
                  <a:lnTo>
                    <a:pt x="459443" y="193556"/>
                  </a:lnTo>
                  <a:lnTo>
                    <a:pt x="462951" y="192047"/>
                  </a:lnTo>
                  <a:lnTo>
                    <a:pt x="466458" y="190512"/>
                  </a:lnTo>
                  <a:lnTo>
                    <a:pt x="469965" y="189007"/>
                  </a:lnTo>
                  <a:lnTo>
                    <a:pt x="473472" y="187703"/>
                  </a:lnTo>
                  <a:lnTo>
                    <a:pt x="476979" y="186254"/>
                  </a:lnTo>
                  <a:lnTo>
                    <a:pt x="480487" y="184796"/>
                  </a:lnTo>
                  <a:lnTo>
                    <a:pt x="483994" y="183443"/>
                  </a:lnTo>
                  <a:lnTo>
                    <a:pt x="487501" y="181821"/>
                  </a:lnTo>
                  <a:lnTo>
                    <a:pt x="491008" y="180257"/>
                  </a:lnTo>
                  <a:lnTo>
                    <a:pt x="494516" y="178531"/>
                  </a:lnTo>
                  <a:lnTo>
                    <a:pt x="498023" y="176855"/>
                  </a:lnTo>
                  <a:lnTo>
                    <a:pt x="501530" y="175218"/>
                  </a:lnTo>
                  <a:lnTo>
                    <a:pt x="505037" y="173562"/>
                  </a:lnTo>
                  <a:lnTo>
                    <a:pt x="508544" y="171984"/>
                  </a:lnTo>
                  <a:lnTo>
                    <a:pt x="512052" y="170485"/>
                  </a:lnTo>
                  <a:lnTo>
                    <a:pt x="515559" y="169026"/>
                  </a:lnTo>
                  <a:lnTo>
                    <a:pt x="519066" y="167448"/>
                  </a:lnTo>
                  <a:lnTo>
                    <a:pt x="522573" y="165976"/>
                  </a:lnTo>
                  <a:lnTo>
                    <a:pt x="526080" y="164352"/>
                  </a:lnTo>
                  <a:lnTo>
                    <a:pt x="529588" y="162754"/>
                  </a:lnTo>
                  <a:lnTo>
                    <a:pt x="533095" y="161218"/>
                  </a:lnTo>
                  <a:lnTo>
                    <a:pt x="536602" y="159587"/>
                  </a:lnTo>
                  <a:lnTo>
                    <a:pt x="540109" y="157940"/>
                  </a:lnTo>
                  <a:lnTo>
                    <a:pt x="543616" y="156222"/>
                  </a:lnTo>
                  <a:lnTo>
                    <a:pt x="547124" y="154597"/>
                  </a:lnTo>
                  <a:lnTo>
                    <a:pt x="550631" y="153044"/>
                  </a:lnTo>
                  <a:lnTo>
                    <a:pt x="554138" y="151485"/>
                  </a:lnTo>
                  <a:lnTo>
                    <a:pt x="557645" y="149784"/>
                  </a:lnTo>
                  <a:lnTo>
                    <a:pt x="561152" y="148095"/>
                  </a:lnTo>
                  <a:lnTo>
                    <a:pt x="564660" y="146477"/>
                  </a:lnTo>
                  <a:lnTo>
                    <a:pt x="568167" y="144856"/>
                  </a:lnTo>
                  <a:lnTo>
                    <a:pt x="571674" y="143277"/>
                  </a:lnTo>
                  <a:lnTo>
                    <a:pt x="575181" y="141711"/>
                  </a:lnTo>
                  <a:lnTo>
                    <a:pt x="578688" y="140092"/>
                  </a:lnTo>
                  <a:lnTo>
                    <a:pt x="582196" y="138347"/>
                  </a:lnTo>
                  <a:lnTo>
                    <a:pt x="585703" y="136692"/>
                  </a:lnTo>
                  <a:lnTo>
                    <a:pt x="589210" y="135048"/>
                  </a:lnTo>
                  <a:lnTo>
                    <a:pt x="592717" y="133379"/>
                  </a:lnTo>
                  <a:lnTo>
                    <a:pt x="596224" y="131623"/>
                  </a:lnTo>
                  <a:lnTo>
                    <a:pt x="599732" y="129887"/>
                  </a:lnTo>
                  <a:lnTo>
                    <a:pt x="603239" y="128085"/>
                  </a:lnTo>
                  <a:lnTo>
                    <a:pt x="606746" y="126274"/>
                  </a:lnTo>
                  <a:lnTo>
                    <a:pt x="610253" y="124390"/>
                  </a:lnTo>
                  <a:lnTo>
                    <a:pt x="613761" y="122502"/>
                  </a:lnTo>
                  <a:lnTo>
                    <a:pt x="617268" y="120625"/>
                  </a:lnTo>
                  <a:lnTo>
                    <a:pt x="620775" y="118813"/>
                  </a:lnTo>
                  <a:lnTo>
                    <a:pt x="624282" y="116996"/>
                  </a:lnTo>
                  <a:lnTo>
                    <a:pt x="627789" y="115174"/>
                  </a:lnTo>
                  <a:lnTo>
                    <a:pt x="631297" y="113349"/>
                  </a:lnTo>
                  <a:lnTo>
                    <a:pt x="634804" y="111519"/>
                  </a:lnTo>
                  <a:lnTo>
                    <a:pt x="638311" y="109682"/>
                  </a:lnTo>
                  <a:lnTo>
                    <a:pt x="641818" y="107826"/>
                  </a:lnTo>
                  <a:lnTo>
                    <a:pt x="645325" y="105962"/>
                  </a:lnTo>
                  <a:lnTo>
                    <a:pt x="648833" y="104145"/>
                  </a:lnTo>
                  <a:lnTo>
                    <a:pt x="652340" y="102288"/>
                  </a:lnTo>
                  <a:lnTo>
                    <a:pt x="655847" y="100429"/>
                  </a:lnTo>
                  <a:lnTo>
                    <a:pt x="659354" y="98617"/>
                  </a:lnTo>
                  <a:lnTo>
                    <a:pt x="662861" y="96701"/>
                  </a:lnTo>
                  <a:lnTo>
                    <a:pt x="666369" y="94826"/>
                  </a:lnTo>
                  <a:lnTo>
                    <a:pt x="669876" y="92947"/>
                  </a:lnTo>
                  <a:lnTo>
                    <a:pt x="673383" y="91063"/>
                  </a:lnTo>
                  <a:lnTo>
                    <a:pt x="676890" y="89175"/>
                  </a:lnTo>
                  <a:lnTo>
                    <a:pt x="680397" y="87285"/>
                  </a:lnTo>
                  <a:lnTo>
                    <a:pt x="683905" y="85390"/>
                  </a:lnTo>
                  <a:lnTo>
                    <a:pt x="687412" y="83491"/>
                  </a:lnTo>
                  <a:lnTo>
                    <a:pt x="690919" y="81588"/>
                  </a:lnTo>
                  <a:lnTo>
                    <a:pt x="694426" y="79681"/>
                  </a:lnTo>
                  <a:lnTo>
                    <a:pt x="697933" y="77770"/>
                  </a:lnTo>
                  <a:lnTo>
                    <a:pt x="701441" y="75855"/>
                  </a:lnTo>
                  <a:lnTo>
                    <a:pt x="704948" y="73936"/>
                  </a:lnTo>
                  <a:lnTo>
                    <a:pt x="708455" y="72051"/>
                  </a:lnTo>
                  <a:lnTo>
                    <a:pt x="711962" y="70163"/>
                  </a:lnTo>
                  <a:lnTo>
                    <a:pt x="715469" y="68273"/>
                  </a:lnTo>
                  <a:lnTo>
                    <a:pt x="718977" y="66380"/>
                  </a:lnTo>
                  <a:lnTo>
                    <a:pt x="722484" y="64447"/>
                  </a:lnTo>
                  <a:lnTo>
                    <a:pt x="725991" y="62568"/>
                  </a:lnTo>
                  <a:lnTo>
                    <a:pt x="729498" y="60679"/>
                  </a:lnTo>
                  <a:lnTo>
                    <a:pt x="733006" y="58774"/>
                  </a:lnTo>
                  <a:lnTo>
                    <a:pt x="736513" y="56867"/>
                  </a:lnTo>
                  <a:lnTo>
                    <a:pt x="740020" y="54962"/>
                  </a:lnTo>
                  <a:lnTo>
                    <a:pt x="743527" y="53118"/>
                  </a:lnTo>
                  <a:lnTo>
                    <a:pt x="747034" y="51239"/>
                  </a:lnTo>
                  <a:lnTo>
                    <a:pt x="750542" y="49339"/>
                  </a:lnTo>
                  <a:lnTo>
                    <a:pt x="754049" y="47434"/>
                  </a:lnTo>
                  <a:lnTo>
                    <a:pt x="757556" y="45561"/>
                  </a:lnTo>
                  <a:lnTo>
                    <a:pt x="761063" y="43685"/>
                  </a:lnTo>
                  <a:lnTo>
                    <a:pt x="764570" y="41808"/>
                  </a:lnTo>
                  <a:lnTo>
                    <a:pt x="768078" y="39873"/>
                  </a:lnTo>
                  <a:lnTo>
                    <a:pt x="771585" y="37863"/>
                  </a:lnTo>
                  <a:lnTo>
                    <a:pt x="775092" y="35867"/>
                  </a:lnTo>
                  <a:lnTo>
                    <a:pt x="778599" y="33858"/>
                  </a:lnTo>
                  <a:lnTo>
                    <a:pt x="782106" y="31846"/>
                  </a:lnTo>
                  <a:lnTo>
                    <a:pt x="785614" y="29831"/>
                  </a:lnTo>
                  <a:lnTo>
                    <a:pt x="789121" y="27874"/>
                  </a:lnTo>
                  <a:lnTo>
                    <a:pt x="792628" y="25979"/>
                  </a:lnTo>
                  <a:lnTo>
                    <a:pt x="796135" y="24029"/>
                  </a:lnTo>
                  <a:lnTo>
                    <a:pt x="799642" y="22077"/>
                  </a:lnTo>
                  <a:lnTo>
                    <a:pt x="803150" y="20124"/>
                  </a:lnTo>
                  <a:lnTo>
                    <a:pt x="806657" y="18169"/>
                  </a:lnTo>
                  <a:lnTo>
                    <a:pt x="810164" y="16212"/>
                  </a:lnTo>
                  <a:lnTo>
                    <a:pt x="813671" y="14203"/>
                  </a:lnTo>
                  <a:lnTo>
                    <a:pt x="817178" y="12078"/>
                  </a:lnTo>
                  <a:lnTo>
                    <a:pt x="820686" y="9966"/>
                  </a:lnTo>
                  <a:lnTo>
                    <a:pt x="824193" y="7975"/>
                  </a:lnTo>
                  <a:lnTo>
                    <a:pt x="827700" y="5982"/>
                  </a:lnTo>
                  <a:lnTo>
                    <a:pt x="831207" y="3989"/>
                  </a:lnTo>
                  <a:lnTo>
                    <a:pt x="834714" y="1933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481032" y="3194600"/>
              <a:ext cx="838222" cy="135794"/>
            </a:xfrm>
            <a:custGeom>
              <a:avLst/>
              <a:pathLst>
                <a:path w="838222" h="135794">
                  <a:moveTo>
                    <a:pt x="838222" y="0"/>
                  </a:moveTo>
                  <a:lnTo>
                    <a:pt x="834714" y="228"/>
                  </a:lnTo>
                  <a:lnTo>
                    <a:pt x="831207" y="412"/>
                  </a:lnTo>
                  <a:lnTo>
                    <a:pt x="827700" y="729"/>
                  </a:lnTo>
                  <a:lnTo>
                    <a:pt x="824193" y="988"/>
                  </a:lnTo>
                  <a:lnTo>
                    <a:pt x="820686" y="1251"/>
                  </a:lnTo>
                  <a:lnTo>
                    <a:pt x="817178" y="1524"/>
                  </a:lnTo>
                  <a:lnTo>
                    <a:pt x="813671" y="1697"/>
                  </a:lnTo>
                  <a:lnTo>
                    <a:pt x="810164" y="1931"/>
                  </a:lnTo>
                  <a:lnTo>
                    <a:pt x="806657" y="2165"/>
                  </a:lnTo>
                  <a:lnTo>
                    <a:pt x="803150" y="2388"/>
                  </a:lnTo>
                  <a:lnTo>
                    <a:pt x="799642" y="2564"/>
                  </a:lnTo>
                  <a:lnTo>
                    <a:pt x="796135" y="2740"/>
                  </a:lnTo>
                  <a:lnTo>
                    <a:pt x="792628" y="2917"/>
                  </a:lnTo>
                  <a:lnTo>
                    <a:pt x="789121" y="3093"/>
                  </a:lnTo>
                  <a:lnTo>
                    <a:pt x="785614" y="3297"/>
                  </a:lnTo>
                  <a:lnTo>
                    <a:pt x="782106" y="3632"/>
                  </a:lnTo>
                  <a:lnTo>
                    <a:pt x="778599" y="3968"/>
                  </a:lnTo>
                  <a:lnTo>
                    <a:pt x="775092" y="4183"/>
                  </a:lnTo>
                  <a:lnTo>
                    <a:pt x="771585" y="4392"/>
                  </a:lnTo>
                  <a:lnTo>
                    <a:pt x="768078" y="4602"/>
                  </a:lnTo>
                  <a:lnTo>
                    <a:pt x="764570" y="4823"/>
                  </a:lnTo>
                  <a:lnTo>
                    <a:pt x="761063" y="5102"/>
                  </a:lnTo>
                  <a:lnTo>
                    <a:pt x="757556" y="5436"/>
                  </a:lnTo>
                  <a:lnTo>
                    <a:pt x="754049" y="5678"/>
                  </a:lnTo>
                  <a:lnTo>
                    <a:pt x="750542" y="5933"/>
                  </a:lnTo>
                  <a:lnTo>
                    <a:pt x="747034" y="6211"/>
                  </a:lnTo>
                  <a:lnTo>
                    <a:pt x="743527" y="6489"/>
                  </a:lnTo>
                  <a:lnTo>
                    <a:pt x="740020" y="6767"/>
                  </a:lnTo>
                  <a:lnTo>
                    <a:pt x="736513" y="7045"/>
                  </a:lnTo>
                  <a:lnTo>
                    <a:pt x="733006" y="7321"/>
                  </a:lnTo>
                  <a:lnTo>
                    <a:pt x="729498" y="7596"/>
                  </a:lnTo>
                  <a:lnTo>
                    <a:pt x="725991" y="7871"/>
                  </a:lnTo>
                  <a:lnTo>
                    <a:pt x="722484" y="8146"/>
                  </a:lnTo>
                  <a:lnTo>
                    <a:pt x="718977" y="8421"/>
                  </a:lnTo>
                  <a:lnTo>
                    <a:pt x="715469" y="8696"/>
                  </a:lnTo>
                  <a:lnTo>
                    <a:pt x="711962" y="8970"/>
                  </a:lnTo>
                  <a:lnTo>
                    <a:pt x="708455" y="9244"/>
                  </a:lnTo>
                  <a:lnTo>
                    <a:pt x="704948" y="9516"/>
                  </a:lnTo>
                  <a:lnTo>
                    <a:pt x="701441" y="9751"/>
                  </a:lnTo>
                  <a:lnTo>
                    <a:pt x="697933" y="10064"/>
                  </a:lnTo>
                  <a:lnTo>
                    <a:pt x="694426" y="10335"/>
                  </a:lnTo>
                  <a:lnTo>
                    <a:pt x="690919" y="10504"/>
                  </a:lnTo>
                  <a:lnTo>
                    <a:pt x="687412" y="10758"/>
                  </a:lnTo>
                  <a:lnTo>
                    <a:pt x="683905" y="11095"/>
                  </a:lnTo>
                  <a:lnTo>
                    <a:pt x="680397" y="11419"/>
                  </a:lnTo>
                  <a:lnTo>
                    <a:pt x="676890" y="11666"/>
                  </a:lnTo>
                  <a:lnTo>
                    <a:pt x="673383" y="11915"/>
                  </a:lnTo>
                  <a:lnTo>
                    <a:pt x="669876" y="12160"/>
                  </a:lnTo>
                  <a:lnTo>
                    <a:pt x="666369" y="12406"/>
                  </a:lnTo>
                  <a:lnTo>
                    <a:pt x="662861" y="12618"/>
                  </a:lnTo>
                  <a:lnTo>
                    <a:pt x="659354" y="12740"/>
                  </a:lnTo>
                  <a:lnTo>
                    <a:pt x="655847" y="13003"/>
                  </a:lnTo>
                  <a:lnTo>
                    <a:pt x="652340" y="13265"/>
                  </a:lnTo>
                  <a:lnTo>
                    <a:pt x="648833" y="13527"/>
                  </a:lnTo>
                  <a:lnTo>
                    <a:pt x="645325" y="13789"/>
                  </a:lnTo>
                  <a:lnTo>
                    <a:pt x="641818" y="14050"/>
                  </a:lnTo>
                  <a:lnTo>
                    <a:pt x="638311" y="14363"/>
                  </a:lnTo>
                  <a:lnTo>
                    <a:pt x="634804" y="14573"/>
                  </a:lnTo>
                  <a:lnTo>
                    <a:pt x="631297" y="14780"/>
                  </a:lnTo>
                  <a:lnTo>
                    <a:pt x="627789" y="14943"/>
                  </a:lnTo>
                  <a:lnTo>
                    <a:pt x="624282" y="15275"/>
                  </a:lnTo>
                  <a:lnTo>
                    <a:pt x="620775" y="15568"/>
                  </a:lnTo>
                  <a:lnTo>
                    <a:pt x="617268" y="15737"/>
                  </a:lnTo>
                  <a:lnTo>
                    <a:pt x="613761" y="16041"/>
                  </a:lnTo>
                  <a:lnTo>
                    <a:pt x="610253" y="16187"/>
                  </a:lnTo>
                  <a:lnTo>
                    <a:pt x="606746" y="16273"/>
                  </a:lnTo>
                  <a:lnTo>
                    <a:pt x="603239" y="16461"/>
                  </a:lnTo>
                  <a:lnTo>
                    <a:pt x="599732" y="16718"/>
                  </a:lnTo>
                  <a:lnTo>
                    <a:pt x="596224" y="16974"/>
                  </a:lnTo>
                  <a:lnTo>
                    <a:pt x="592717" y="17142"/>
                  </a:lnTo>
                  <a:lnTo>
                    <a:pt x="589210" y="17399"/>
                  </a:lnTo>
                  <a:lnTo>
                    <a:pt x="585703" y="17670"/>
                  </a:lnTo>
                  <a:lnTo>
                    <a:pt x="582196" y="17942"/>
                  </a:lnTo>
                  <a:lnTo>
                    <a:pt x="578688" y="18267"/>
                  </a:lnTo>
                  <a:lnTo>
                    <a:pt x="575181" y="18535"/>
                  </a:lnTo>
                  <a:lnTo>
                    <a:pt x="571674" y="18879"/>
                  </a:lnTo>
                  <a:lnTo>
                    <a:pt x="568167" y="19113"/>
                  </a:lnTo>
                  <a:lnTo>
                    <a:pt x="564660" y="19447"/>
                  </a:lnTo>
                  <a:lnTo>
                    <a:pt x="561152" y="19687"/>
                  </a:lnTo>
                  <a:lnTo>
                    <a:pt x="557645" y="19926"/>
                  </a:lnTo>
                  <a:lnTo>
                    <a:pt x="554138" y="20191"/>
                  </a:lnTo>
                  <a:lnTo>
                    <a:pt x="550631" y="20405"/>
                  </a:lnTo>
                  <a:lnTo>
                    <a:pt x="547124" y="20642"/>
                  </a:lnTo>
                  <a:lnTo>
                    <a:pt x="543616" y="20911"/>
                  </a:lnTo>
                  <a:lnTo>
                    <a:pt x="540109" y="21181"/>
                  </a:lnTo>
                  <a:lnTo>
                    <a:pt x="536602" y="21488"/>
                  </a:lnTo>
                  <a:lnTo>
                    <a:pt x="533095" y="21843"/>
                  </a:lnTo>
                  <a:lnTo>
                    <a:pt x="529588" y="22117"/>
                  </a:lnTo>
                  <a:lnTo>
                    <a:pt x="526080" y="22392"/>
                  </a:lnTo>
                  <a:lnTo>
                    <a:pt x="522573" y="22667"/>
                  </a:lnTo>
                  <a:lnTo>
                    <a:pt x="519066" y="22940"/>
                  </a:lnTo>
                  <a:lnTo>
                    <a:pt x="515559" y="23196"/>
                  </a:lnTo>
                  <a:lnTo>
                    <a:pt x="512052" y="23433"/>
                  </a:lnTo>
                  <a:lnTo>
                    <a:pt x="508544" y="23681"/>
                  </a:lnTo>
                  <a:lnTo>
                    <a:pt x="505037" y="24001"/>
                  </a:lnTo>
                  <a:lnTo>
                    <a:pt x="501530" y="24308"/>
                  </a:lnTo>
                  <a:lnTo>
                    <a:pt x="498023" y="24552"/>
                  </a:lnTo>
                  <a:lnTo>
                    <a:pt x="494516" y="24850"/>
                  </a:lnTo>
                  <a:lnTo>
                    <a:pt x="491008" y="25025"/>
                  </a:lnTo>
                  <a:lnTo>
                    <a:pt x="487501" y="25252"/>
                  </a:lnTo>
                  <a:lnTo>
                    <a:pt x="483994" y="25463"/>
                  </a:lnTo>
                  <a:lnTo>
                    <a:pt x="480487" y="25746"/>
                  </a:lnTo>
                  <a:lnTo>
                    <a:pt x="476979" y="26132"/>
                  </a:lnTo>
                  <a:lnTo>
                    <a:pt x="473472" y="26385"/>
                  </a:lnTo>
                  <a:lnTo>
                    <a:pt x="469965" y="26750"/>
                  </a:lnTo>
                  <a:lnTo>
                    <a:pt x="466458" y="27150"/>
                  </a:lnTo>
                  <a:lnTo>
                    <a:pt x="462951" y="27492"/>
                  </a:lnTo>
                  <a:lnTo>
                    <a:pt x="459443" y="27743"/>
                  </a:lnTo>
                  <a:lnTo>
                    <a:pt x="455936" y="28031"/>
                  </a:lnTo>
                  <a:lnTo>
                    <a:pt x="452429" y="28280"/>
                  </a:lnTo>
                  <a:lnTo>
                    <a:pt x="448922" y="28617"/>
                  </a:lnTo>
                  <a:lnTo>
                    <a:pt x="445415" y="29009"/>
                  </a:lnTo>
                  <a:lnTo>
                    <a:pt x="441907" y="29208"/>
                  </a:lnTo>
                  <a:lnTo>
                    <a:pt x="438400" y="29482"/>
                  </a:lnTo>
                  <a:lnTo>
                    <a:pt x="434893" y="29998"/>
                  </a:lnTo>
                  <a:lnTo>
                    <a:pt x="431386" y="30327"/>
                  </a:lnTo>
                  <a:lnTo>
                    <a:pt x="427879" y="30596"/>
                  </a:lnTo>
                  <a:lnTo>
                    <a:pt x="424371" y="30926"/>
                  </a:lnTo>
                  <a:lnTo>
                    <a:pt x="420864" y="31307"/>
                  </a:lnTo>
                  <a:lnTo>
                    <a:pt x="417357" y="31640"/>
                  </a:lnTo>
                  <a:lnTo>
                    <a:pt x="413850" y="32108"/>
                  </a:lnTo>
                  <a:lnTo>
                    <a:pt x="410343" y="32523"/>
                  </a:lnTo>
                  <a:lnTo>
                    <a:pt x="406835" y="32990"/>
                  </a:lnTo>
                  <a:lnTo>
                    <a:pt x="403328" y="33413"/>
                  </a:lnTo>
                  <a:lnTo>
                    <a:pt x="399821" y="33652"/>
                  </a:lnTo>
                  <a:lnTo>
                    <a:pt x="396314" y="34055"/>
                  </a:lnTo>
                  <a:lnTo>
                    <a:pt x="392807" y="34559"/>
                  </a:lnTo>
                  <a:lnTo>
                    <a:pt x="389299" y="34986"/>
                  </a:lnTo>
                  <a:lnTo>
                    <a:pt x="385792" y="35510"/>
                  </a:lnTo>
                  <a:lnTo>
                    <a:pt x="382285" y="36015"/>
                  </a:lnTo>
                  <a:lnTo>
                    <a:pt x="378778" y="36380"/>
                  </a:lnTo>
                  <a:lnTo>
                    <a:pt x="375271" y="36904"/>
                  </a:lnTo>
                  <a:lnTo>
                    <a:pt x="371763" y="37383"/>
                  </a:lnTo>
                  <a:lnTo>
                    <a:pt x="368256" y="37799"/>
                  </a:lnTo>
                  <a:lnTo>
                    <a:pt x="364749" y="38416"/>
                  </a:lnTo>
                  <a:lnTo>
                    <a:pt x="361242" y="39130"/>
                  </a:lnTo>
                  <a:lnTo>
                    <a:pt x="357734" y="39741"/>
                  </a:lnTo>
                  <a:lnTo>
                    <a:pt x="354227" y="40394"/>
                  </a:lnTo>
                  <a:lnTo>
                    <a:pt x="350720" y="41171"/>
                  </a:lnTo>
                  <a:lnTo>
                    <a:pt x="347213" y="41927"/>
                  </a:lnTo>
                  <a:lnTo>
                    <a:pt x="343706" y="42557"/>
                  </a:lnTo>
                  <a:lnTo>
                    <a:pt x="340198" y="43268"/>
                  </a:lnTo>
                  <a:lnTo>
                    <a:pt x="336691" y="44002"/>
                  </a:lnTo>
                  <a:lnTo>
                    <a:pt x="333184" y="44750"/>
                  </a:lnTo>
                  <a:lnTo>
                    <a:pt x="329677" y="45611"/>
                  </a:lnTo>
                  <a:lnTo>
                    <a:pt x="326170" y="46490"/>
                  </a:lnTo>
                  <a:lnTo>
                    <a:pt x="322662" y="47391"/>
                  </a:lnTo>
                  <a:lnTo>
                    <a:pt x="319155" y="48255"/>
                  </a:lnTo>
                  <a:lnTo>
                    <a:pt x="315648" y="49196"/>
                  </a:lnTo>
                  <a:lnTo>
                    <a:pt x="312141" y="50219"/>
                  </a:lnTo>
                  <a:lnTo>
                    <a:pt x="308634" y="51153"/>
                  </a:lnTo>
                  <a:lnTo>
                    <a:pt x="305126" y="52210"/>
                  </a:lnTo>
                  <a:lnTo>
                    <a:pt x="301619" y="53212"/>
                  </a:lnTo>
                  <a:lnTo>
                    <a:pt x="298112" y="54242"/>
                  </a:lnTo>
                  <a:lnTo>
                    <a:pt x="294605" y="55319"/>
                  </a:lnTo>
                  <a:lnTo>
                    <a:pt x="291098" y="56340"/>
                  </a:lnTo>
                  <a:lnTo>
                    <a:pt x="287590" y="57305"/>
                  </a:lnTo>
                  <a:lnTo>
                    <a:pt x="284083" y="58416"/>
                  </a:lnTo>
                  <a:lnTo>
                    <a:pt x="280576" y="59484"/>
                  </a:lnTo>
                  <a:lnTo>
                    <a:pt x="277069" y="60483"/>
                  </a:lnTo>
                  <a:lnTo>
                    <a:pt x="273562" y="61473"/>
                  </a:lnTo>
                  <a:lnTo>
                    <a:pt x="270054" y="62473"/>
                  </a:lnTo>
                  <a:lnTo>
                    <a:pt x="266547" y="63501"/>
                  </a:lnTo>
                  <a:lnTo>
                    <a:pt x="263040" y="64619"/>
                  </a:lnTo>
                  <a:lnTo>
                    <a:pt x="259533" y="65735"/>
                  </a:lnTo>
                  <a:lnTo>
                    <a:pt x="256026" y="66812"/>
                  </a:lnTo>
                  <a:lnTo>
                    <a:pt x="252518" y="67838"/>
                  </a:lnTo>
                  <a:lnTo>
                    <a:pt x="249011" y="68920"/>
                  </a:lnTo>
                  <a:lnTo>
                    <a:pt x="245504" y="70079"/>
                  </a:lnTo>
                  <a:lnTo>
                    <a:pt x="241997" y="71193"/>
                  </a:lnTo>
                  <a:lnTo>
                    <a:pt x="238489" y="72242"/>
                  </a:lnTo>
                  <a:lnTo>
                    <a:pt x="234982" y="73283"/>
                  </a:lnTo>
                  <a:lnTo>
                    <a:pt x="231475" y="74390"/>
                  </a:lnTo>
                  <a:lnTo>
                    <a:pt x="227968" y="75442"/>
                  </a:lnTo>
                  <a:lnTo>
                    <a:pt x="224461" y="76530"/>
                  </a:lnTo>
                  <a:lnTo>
                    <a:pt x="220953" y="77714"/>
                  </a:lnTo>
                  <a:lnTo>
                    <a:pt x="217446" y="78812"/>
                  </a:lnTo>
                  <a:lnTo>
                    <a:pt x="213939" y="79850"/>
                  </a:lnTo>
                  <a:lnTo>
                    <a:pt x="210432" y="80902"/>
                  </a:lnTo>
                  <a:lnTo>
                    <a:pt x="206925" y="81982"/>
                  </a:lnTo>
                  <a:lnTo>
                    <a:pt x="203417" y="83064"/>
                  </a:lnTo>
                  <a:lnTo>
                    <a:pt x="199910" y="84088"/>
                  </a:lnTo>
                  <a:lnTo>
                    <a:pt x="196403" y="85058"/>
                  </a:lnTo>
                  <a:lnTo>
                    <a:pt x="192896" y="86179"/>
                  </a:lnTo>
                  <a:lnTo>
                    <a:pt x="189389" y="87257"/>
                  </a:lnTo>
                  <a:lnTo>
                    <a:pt x="185881" y="88238"/>
                  </a:lnTo>
                  <a:lnTo>
                    <a:pt x="182374" y="89328"/>
                  </a:lnTo>
                  <a:lnTo>
                    <a:pt x="178867" y="90362"/>
                  </a:lnTo>
                  <a:lnTo>
                    <a:pt x="175360" y="91341"/>
                  </a:lnTo>
                  <a:lnTo>
                    <a:pt x="171853" y="92316"/>
                  </a:lnTo>
                  <a:lnTo>
                    <a:pt x="168345" y="93287"/>
                  </a:lnTo>
                  <a:lnTo>
                    <a:pt x="164838" y="94255"/>
                  </a:lnTo>
                  <a:lnTo>
                    <a:pt x="161331" y="95230"/>
                  </a:lnTo>
                  <a:lnTo>
                    <a:pt x="157824" y="96230"/>
                  </a:lnTo>
                  <a:lnTo>
                    <a:pt x="154317" y="97224"/>
                  </a:lnTo>
                  <a:lnTo>
                    <a:pt x="150809" y="98212"/>
                  </a:lnTo>
                  <a:lnTo>
                    <a:pt x="147302" y="99173"/>
                  </a:lnTo>
                  <a:lnTo>
                    <a:pt x="143795" y="100166"/>
                  </a:lnTo>
                  <a:lnTo>
                    <a:pt x="140288" y="101152"/>
                  </a:lnTo>
                  <a:lnTo>
                    <a:pt x="136781" y="102203"/>
                  </a:lnTo>
                  <a:lnTo>
                    <a:pt x="133273" y="103184"/>
                  </a:lnTo>
                  <a:lnTo>
                    <a:pt x="129766" y="104214"/>
                  </a:lnTo>
                  <a:lnTo>
                    <a:pt x="126259" y="105197"/>
                  </a:lnTo>
                  <a:lnTo>
                    <a:pt x="122752" y="106107"/>
                  </a:lnTo>
                  <a:lnTo>
                    <a:pt x="119244" y="107014"/>
                  </a:lnTo>
                  <a:lnTo>
                    <a:pt x="115737" y="107930"/>
                  </a:lnTo>
                  <a:lnTo>
                    <a:pt x="112230" y="108876"/>
                  </a:lnTo>
                  <a:lnTo>
                    <a:pt x="108723" y="109763"/>
                  </a:lnTo>
                  <a:lnTo>
                    <a:pt x="105216" y="110615"/>
                  </a:lnTo>
                  <a:lnTo>
                    <a:pt x="101708" y="111534"/>
                  </a:lnTo>
                  <a:lnTo>
                    <a:pt x="98201" y="112442"/>
                  </a:lnTo>
                  <a:lnTo>
                    <a:pt x="94694" y="113285"/>
                  </a:lnTo>
                  <a:lnTo>
                    <a:pt x="91187" y="114153"/>
                  </a:lnTo>
                  <a:lnTo>
                    <a:pt x="87680" y="115085"/>
                  </a:lnTo>
                  <a:lnTo>
                    <a:pt x="84172" y="115906"/>
                  </a:lnTo>
                  <a:lnTo>
                    <a:pt x="80665" y="116730"/>
                  </a:lnTo>
                  <a:lnTo>
                    <a:pt x="77158" y="117574"/>
                  </a:lnTo>
                  <a:lnTo>
                    <a:pt x="73651" y="118418"/>
                  </a:lnTo>
                  <a:lnTo>
                    <a:pt x="70144" y="119258"/>
                  </a:lnTo>
                  <a:lnTo>
                    <a:pt x="66636" y="120092"/>
                  </a:lnTo>
                  <a:lnTo>
                    <a:pt x="63129" y="120953"/>
                  </a:lnTo>
                  <a:lnTo>
                    <a:pt x="59622" y="121825"/>
                  </a:lnTo>
                  <a:lnTo>
                    <a:pt x="56115" y="122715"/>
                  </a:lnTo>
                  <a:lnTo>
                    <a:pt x="52608" y="123612"/>
                  </a:lnTo>
                  <a:lnTo>
                    <a:pt x="49100" y="124491"/>
                  </a:lnTo>
                  <a:lnTo>
                    <a:pt x="45593" y="125322"/>
                  </a:lnTo>
                  <a:lnTo>
                    <a:pt x="42086" y="126147"/>
                  </a:lnTo>
                  <a:lnTo>
                    <a:pt x="38579" y="126966"/>
                  </a:lnTo>
                  <a:lnTo>
                    <a:pt x="35072" y="127786"/>
                  </a:lnTo>
                  <a:lnTo>
                    <a:pt x="31564" y="128603"/>
                  </a:lnTo>
                  <a:lnTo>
                    <a:pt x="28057" y="129434"/>
                  </a:lnTo>
                  <a:lnTo>
                    <a:pt x="24550" y="130257"/>
                  </a:lnTo>
                  <a:lnTo>
                    <a:pt x="21043" y="131034"/>
                  </a:lnTo>
                  <a:lnTo>
                    <a:pt x="17536" y="131807"/>
                  </a:lnTo>
                  <a:lnTo>
                    <a:pt x="14028" y="132593"/>
                  </a:lnTo>
                  <a:lnTo>
                    <a:pt x="10521" y="133429"/>
                  </a:lnTo>
                  <a:lnTo>
                    <a:pt x="7014" y="134203"/>
                  </a:lnTo>
                  <a:lnTo>
                    <a:pt x="3507" y="135002"/>
                  </a:lnTo>
                  <a:lnTo>
                    <a:pt x="0" y="1357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481032" y="3095213"/>
              <a:ext cx="838222" cy="197265"/>
            </a:xfrm>
            <a:custGeom>
              <a:avLst/>
              <a:pathLst>
                <a:path w="838222" h="197265">
                  <a:moveTo>
                    <a:pt x="0" y="197265"/>
                  </a:moveTo>
                  <a:lnTo>
                    <a:pt x="3507" y="196700"/>
                  </a:lnTo>
                  <a:lnTo>
                    <a:pt x="7014" y="196133"/>
                  </a:lnTo>
                  <a:lnTo>
                    <a:pt x="10521" y="195564"/>
                  </a:lnTo>
                  <a:lnTo>
                    <a:pt x="14028" y="194992"/>
                  </a:lnTo>
                  <a:lnTo>
                    <a:pt x="17536" y="194419"/>
                  </a:lnTo>
                  <a:lnTo>
                    <a:pt x="21043" y="193844"/>
                  </a:lnTo>
                  <a:lnTo>
                    <a:pt x="24550" y="193266"/>
                  </a:lnTo>
                  <a:lnTo>
                    <a:pt x="28057" y="192687"/>
                  </a:lnTo>
                  <a:lnTo>
                    <a:pt x="31564" y="192105"/>
                  </a:lnTo>
                  <a:lnTo>
                    <a:pt x="35072" y="191521"/>
                  </a:lnTo>
                  <a:lnTo>
                    <a:pt x="38579" y="190935"/>
                  </a:lnTo>
                  <a:lnTo>
                    <a:pt x="42086" y="190347"/>
                  </a:lnTo>
                  <a:lnTo>
                    <a:pt x="45593" y="189757"/>
                  </a:lnTo>
                  <a:lnTo>
                    <a:pt x="49100" y="189165"/>
                  </a:lnTo>
                  <a:lnTo>
                    <a:pt x="52608" y="188570"/>
                  </a:lnTo>
                  <a:lnTo>
                    <a:pt x="56115" y="187974"/>
                  </a:lnTo>
                  <a:lnTo>
                    <a:pt x="59622" y="187375"/>
                  </a:lnTo>
                  <a:lnTo>
                    <a:pt x="63129" y="186774"/>
                  </a:lnTo>
                  <a:lnTo>
                    <a:pt x="66636" y="186171"/>
                  </a:lnTo>
                  <a:lnTo>
                    <a:pt x="70144" y="185566"/>
                  </a:lnTo>
                  <a:lnTo>
                    <a:pt x="73651" y="184959"/>
                  </a:lnTo>
                  <a:lnTo>
                    <a:pt x="77158" y="184349"/>
                  </a:lnTo>
                  <a:lnTo>
                    <a:pt x="80665" y="183738"/>
                  </a:lnTo>
                  <a:lnTo>
                    <a:pt x="84172" y="183124"/>
                  </a:lnTo>
                  <a:lnTo>
                    <a:pt x="87680" y="182508"/>
                  </a:lnTo>
                  <a:lnTo>
                    <a:pt x="91187" y="181890"/>
                  </a:lnTo>
                  <a:lnTo>
                    <a:pt x="94694" y="181269"/>
                  </a:lnTo>
                  <a:lnTo>
                    <a:pt x="98201" y="180647"/>
                  </a:lnTo>
                  <a:lnTo>
                    <a:pt x="101708" y="180022"/>
                  </a:lnTo>
                  <a:lnTo>
                    <a:pt x="105216" y="179395"/>
                  </a:lnTo>
                  <a:lnTo>
                    <a:pt x="108723" y="178766"/>
                  </a:lnTo>
                  <a:lnTo>
                    <a:pt x="112230" y="178135"/>
                  </a:lnTo>
                  <a:lnTo>
                    <a:pt x="115737" y="177502"/>
                  </a:lnTo>
                  <a:lnTo>
                    <a:pt x="119244" y="176866"/>
                  </a:lnTo>
                  <a:lnTo>
                    <a:pt x="122752" y="176228"/>
                  </a:lnTo>
                  <a:lnTo>
                    <a:pt x="126259" y="175588"/>
                  </a:lnTo>
                  <a:lnTo>
                    <a:pt x="129766" y="174946"/>
                  </a:lnTo>
                  <a:lnTo>
                    <a:pt x="133273" y="174301"/>
                  </a:lnTo>
                  <a:lnTo>
                    <a:pt x="136781" y="173654"/>
                  </a:lnTo>
                  <a:lnTo>
                    <a:pt x="140288" y="173005"/>
                  </a:lnTo>
                  <a:lnTo>
                    <a:pt x="143795" y="172354"/>
                  </a:lnTo>
                  <a:lnTo>
                    <a:pt x="147302" y="171701"/>
                  </a:lnTo>
                  <a:lnTo>
                    <a:pt x="150809" y="171045"/>
                  </a:lnTo>
                  <a:lnTo>
                    <a:pt x="154317" y="170387"/>
                  </a:lnTo>
                  <a:lnTo>
                    <a:pt x="157824" y="169727"/>
                  </a:lnTo>
                  <a:lnTo>
                    <a:pt x="161331" y="169065"/>
                  </a:lnTo>
                  <a:lnTo>
                    <a:pt x="164838" y="168400"/>
                  </a:lnTo>
                  <a:lnTo>
                    <a:pt x="168345" y="167733"/>
                  </a:lnTo>
                  <a:lnTo>
                    <a:pt x="171853" y="167064"/>
                  </a:lnTo>
                  <a:lnTo>
                    <a:pt x="175360" y="166392"/>
                  </a:lnTo>
                  <a:lnTo>
                    <a:pt x="178867" y="165719"/>
                  </a:lnTo>
                  <a:lnTo>
                    <a:pt x="182374" y="165043"/>
                  </a:lnTo>
                  <a:lnTo>
                    <a:pt x="185881" y="164365"/>
                  </a:lnTo>
                  <a:lnTo>
                    <a:pt x="189389" y="163684"/>
                  </a:lnTo>
                  <a:lnTo>
                    <a:pt x="192896" y="163001"/>
                  </a:lnTo>
                  <a:lnTo>
                    <a:pt x="196403" y="162316"/>
                  </a:lnTo>
                  <a:lnTo>
                    <a:pt x="199910" y="161629"/>
                  </a:lnTo>
                  <a:lnTo>
                    <a:pt x="203417" y="160940"/>
                  </a:lnTo>
                  <a:lnTo>
                    <a:pt x="206925" y="160248"/>
                  </a:lnTo>
                  <a:lnTo>
                    <a:pt x="210432" y="159554"/>
                  </a:lnTo>
                  <a:lnTo>
                    <a:pt x="213939" y="158857"/>
                  </a:lnTo>
                  <a:lnTo>
                    <a:pt x="217446" y="158159"/>
                  </a:lnTo>
                  <a:lnTo>
                    <a:pt x="220953" y="157458"/>
                  </a:lnTo>
                  <a:lnTo>
                    <a:pt x="224461" y="156754"/>
                  </a:lnTo>
                  <a:lnTo>
                    <a:pt x="227968" y="156049"/>
                  </a:lnTo>
                  <a:lnTo>
                    <a:pt x="231475" y="155341"/>
                  </a:lnTo>
                  <a:lnTo>
                    <a:pt x="234982" y="154631"/>
                  </a:lnTo>
                  <a:lnTo>
                    <a:pt x="238489" y="153918"/>
                  </a:lnTo>
                  <a:lnTo>
                    <a:pt x="241997" y="153204"/>
                  </a:lnTo>
                  <a:lnTo>
                    <a:pt x="245504" y="152487"/>
                  </a:lnTo>
                  <a:lnTo>
                    <a:pt x="249011" y="151767"/>
                  </a:lnTo>
                  <a:lnTo>
                    <a:pt x="252518" y="151046"/>
                  </a:lnTo>
                  <a:lnTo>
                    <a:pt x="256026" y="150322"/>
                  </a:lnTo>
                  <a:lnTo>
                    <a:pt x="259533" y="149596"/>
                  </a:lnTo>
                  <a:lnTo>
                    <a:pt x="263040" y="148867"/>
                  </a:lnTo>
                  <a:lnTo>
                    <a:pt x="266547" y="148136"/>
                  </a:lnTo>
                  <a:lnTo>
                    <a:pt x="270054" y="147403"/>
                  </a:lnTo>
                  <a:lnTo>
                    <a:pt x="273562" y="146668"/>
                  </a:lnTo>
                  <a:lnTo>
                    <a:pt x="277069" y="145930"/>
                  </a:lnTo>
                  <a:lnTo>
                    <a:pt x="280576" y="145190"/>
                  </a:lnTo>
                  <a:lnTo>
                    <a:pt x="284083" y="144447"/>
                  </a:lnTo>
                  <a:lnTo>
                    <a:pt x="287590" y="143703"/>
                  </a:lnTo>
                  <a:lnTo>
                    <a:pt x="291098" y="142955"/>
                  </a:lnTo>
                  <a:lnTo>
                    <a:pt x="294605" y="142206"/>
                  </a:lnTo>
                  <a:lnTo>
                    <a:pt x="298112" y="141455"/>
                  </a:lnTo>
                  <a:lnTo>
                    <a:pt x="301619" y="140701"/>
                  </a:lnTo>
                  <a:lnTo>
                    <a:pt x="305126" y="139944"/>
                  </a:lnTo>
                  <a:lnTo>
                    <a:pt x="308634" y="139186"/>
                  </a:lnTo>
                  <a:lnTo>
                    <a:pt x="312141" y="138425"/>
                  </a:lnTo>
                  <a:lnTo>
                    <a:pt x="315648" y="137662"/>
                  </a:lnTo>
                  <a:lnTo>
                    <a:pt x="319155" y="136896"/>
                  </a:lnTo>
                  <a:lnTo>
                    <a:pt x="322662" y="136128"/>
                  </a:lnTo>
                  <a:lnTo>
                    <a:pt x="326170" y="135358"/>
                  </a:lnTo>
                  <a:lnTo>
                    <a:pt x="329677" y="134585"/>
                  </a:lnTo>
                  <a:lnTo>
                    <a:pt x="333184" y="133811"/>
                  </a:lnTo>
                  <a:lnTo>
                    <a:pt x="336691" y="133034"/>
                  </a:lnTo>
                  <a:lnTo>
                    <a:pt x="340198" y="132254"/>
                  </a:lnTo>
                  <a:lnTo>
                    <a:pt x="343706" y="131472"/>
                  </a:lnTo>
                  <a:lnTo>
                    <a:pt x="347213" y="130688"/>
                  </a:lnTo>
                  <a:lnTo>
                    <a:pt x="350720" y="129902"/>
                  </a:lnTo>
                  <a:lnTo>
                    <a:pt x="354227" y="129113"/>
                  </a:lnTo>
                  <a:lnTo>
                    <a:pt x="357734" y="128322"/>
                  </a:lnTo>
                  <a:lnTo>
                    <a:pt x="361242" y="127529"/>
                  </a:lnTo>
                  <a:lnTo>
                    <a:pt x="364749" y="126733"/>
                  </a:lnTo>
                  <a:lnTo>
                    <a:pt x="368256" y="125935"/>
                  </a:lnTo>
                  <a:lnTo>
                    <a:pt x="371763" y="125135"/>
                  </a:lnTo>
                  <a:lnTo>
                    <a:pt x="375271" y="124333"/>
                  </a:lnTo>
                  <a:lnTo>
                    <a:pt x="378778" y="123528"/>
                  </a:lnTo>
                  <a:lnTo>
                    <a:pt x="382285" y="122721"/>
                  </a:lnTo>
                  <a:lnTo>
                    <a:pt x="385792" y="121911"/>
                  </a:lnTo>
                  <a:lnTo>
                    <a:pt x="389299" y="121100"/>
                  </a:lnTo>
                  <a:lnTo>
                    <a:pt x="392807" y="120285"/>
                  </a:lnTo>
                  <a:lnTo>
                    <a:pt x="396314" y="119469"/>
                  </a:lnTo>
                  <a:lnTo>
                    <a:pt x="399821" y="118651"/>
                  </a:lnTo>
                  <a:lnTo>
                    <a:pt x="403328" y="117830"/>
                  </a:lnTo>
                  <a:lnTo>
                    <a:pt x="406835" y="117006"/>
                  </a:lnTo>
                  <a:lnTo>
                    <a:pt x="410343" y="116181"/>
                  </a:lnTo>
                  <a:lnTo>
                    <a:pt x="413850" y="115353"/>
                  </a:lnTo>
                  <a:lnTo>
                    <a:pt x="417357" y="114523"/>
                  </a:lnTo>
                  <a:lnTo>
                    <a:pt x="420864" y="113691"/>
                  </a:lnTo>
                  <a:lnTo>
                    <a:pt x="424371" y="112856"/>
                  </a:lnTo>
                  <a:lnTo>
                    <a:pt x="427879" y="112019"/>
                  </a:lnTo>
                  <a:lnTo>
                    <a:pt x="431386" y="111180"/>
                  </a:lnTo>
                  <a:lnTo>
                    <a:pt x="434893" y="110339"/>
                  </a:lnTo>
                  <a:lnTo>
                    <a:pt x="438400" y="109495"/>
                  </a:lnTo>
                  <a:lnTo>
                    <a:pt x="441907" y="108649"/>
                  </a:lnTo>
                  <a:lnTo>
                    <a:pt x="445415" y="107801"/>
                  </a:lnTo>
                  <a:lnTo>
                    <a:pt x="448922" y="106951"/>
                  </a:lnTo>
                  <a:lnTo>
                    <a:pt x="452429" y="106098"/>
                  </a:lnTo>
                  <a:lnTo>
                    <a:pt x="455936" y="105243"/>
                  </a:lnTo>
                  <a:lnTo>
                    <a:pt x="459443" y="104386"/>
                  </a:lnTo>
                  <a:lnTo>
                    <a:pt x="462951" y="103526"/>
                  </a:lnTo>
                  <a:lnTo>
                    <a:pt x="466458" y="102665"/>
                  </a:lnTo>
                  <a:lnTo>
                    <a:pt x="469965" y="101801"/>
                  </a:lnTo>
                  <a:lnTo>
                    <a:pt x="473472" y="100935"/>
                  </a:lnTo>
                  <a:lnTo>
                    <a:pt x="476979" y="100066"/>
                  </a:lnTo>
                  <a:lnTo>
                    <a:pt x="480487" y="99196"/>
                  </a:lnTo>
                  <a:lnTo>
                    <a:pt x="483994" y="98323"/>
                  </a:lnTo>
                  <a:lnTo>
                    <a:pt x="487501" y="97448"/>
                  </a:lnTo>
                  <a:lnTo>
                    <a:pt x="491008" y="96571"/>
                  </a:lnTo>
                  <a:lnTo>
                    <a:pt x="494516" y="95691"/>
                  </a:lnTo>
                  <a:lnTo>
                    <a:pt x="498023" y="94810"/>
                  </a:lnTo>
                  <a:lnTo>
                    <a:pt x="501530" y="93926"/>
                  </a:lnTo>
                  <a:lnTo>
                    <a:pt x="505037" y="93040"/>
                  </a:lnTo>
                  <a:lnTo>
                    <a:pt x="508544" y="92152"/>
                  </a:lnTo>
                  <a:lnTo>
                    <a:pt x="512052" y="91261"/>
                  </a:lnTo>
                  <a:lnTo>
                    <a:pt x="515559" y="90369"/>
                  </a:lnTo>
                  <a:lnTo>
                    <a:pt x="519066" y="89474"/>
                  </a:lnTo>
                  <a:lnTo>
                    <a:pt x="522573" y="88577"/>
                  </a:lnTo>
                  <a:lnTo>
                    <a:pt x="526080" y="87678"/>
                  </a:lnTo>
                  <a:lnTo>
                    <a:pt x="529588" y="86777"/>
                  </a:lnTo>
                  <a:lnTo>
                    <a:pt x="533095" y="85874"/>
                  </a:lnTo>
                  <a:lnTo>
                    <a:pt x="536602" y="84968"/>
                  </a:lnTo>
                  <a:lnTo>
                    <a:pt x="540109" y="84061"/>
                  </a:lnTo>
                  <a:lnTo>
                    <a:pt x="543616" y="83151"/>
                  </a:lnTo>
                  <a:lnTo>
                    <a:pt x="547124" y="82239"/>
                  </a:lnTo>
                  <a:lnTo>
                    <a:pt x="550631" y="81325"/>
                  </a:lnTo>
                  <a:lnTo>
                    <a:pt x="554138" y="80409"/>
                  </a:lnTo>
                  <a:lnTo>
                    <a:pt x="557645" y="79491"/>
                  </a:lnTo>
                  <a:lnTo>
                    <a:pt x="561152" y="78571"/>
                  </a:lnTo>
                  <a:lnTo>
                    <a:pt x="564660" y="77649"/>
                  </a:lnTo>
                  <a:lnTo>
                    <a:pt x="568167" y="76724"/>
                  </a:lnTo>
                  <a:lnTo>
                    <a:pt x="571674" y="75798"/>
                  </a:lnTo>
                  <a:lnTo>
                    <a:pt x="575181" y="74869"/>
                  </a:lnTo>
                  <a:lnTo>
                    <a:pt x="578688" y="73939"/>
                  </a:lnTo>
                  <a:lnTo>
                    <a:pt x="582196" y="73006"/>
                  </a:lnTo>
                  <a:lnTo>
                    <a:pt x="585703" y="72071"/>
                  </a:lnTo>
                  <a:lnTo>
                    <a:pt x="589210" y="71135"/>
                  </a:lnTo>
                  <a:lnTo>
                    <a:pt x="592717" y="70196"/>
                  </a:lnTo>
                  <a:lnTo>
                    <a:pt x="596224" y="69255"/>
                  </a:lnTo>
                  <a:lnTo>
                    <a:pt x="599732" y="68312"/>
                  </a:lnTo>
                  <a:lnTo>
                    <a:pt x="603239" y="67367"/>
                  </a:lnTo>
                  <a:lnTo>
                    <a:pt x="606746" y="66421"/>
                  </a:lnTo>
                  <a:lnTo>
                    <a:pt x="610253" y="65472"/>
                  </a:lnTo>
                  <a:lnTo>
                    <a:pt x="613761" y="64521"/>
                  </a:lnTo>
                  <a:lnTo>
                    <a:pt x="617268" y="63568"/>
                  </a:lnTo>
                  <a:lnTo>
                    <a:pt x="620775" y="62613"/>
                  </a:lnTo>
                  <a:lnTo>
                    <a:pt x="624282" y="61657"/>
                  </a:lnTo>
                  <a:lnTo>
                    <a:pt x="627789" y="60698"/>
                  </a:lnTo>
                  <a:lnTo>
                    <a:pt x="631297" y="59738"/>
                  </a:lnTo>
                  <a:lnTo>
                    <a:pt x="634804" y="58775"/>
                  </a:lnTo>
                  <a:lnTo>
                    <a:pt x="638311" y="57811"/>
                  </a:lnTo>
                  <a:lnTo>
                    <a:pt x="641818" y="56844"/>
                  </a:lnTo>
                  <a:lnTo>
                    <a:pt x="645325" y="55876"/>
                  </a:lnTo>
                  <a:lnTo>
                    <a:pt x="648833" y="54906"/>
                  </a:lnTo>
                  <a:lnTo>
                    <a:pt x="652340" y="53934"/>
                  </a:lnTo>
                  <a:lnTo>
                    <a:pt x="655847" y="52960"/>
                  </a:lnTo>
                  <a:lnTo>
                    <a:pt x="659354" y="51984"/>
                  </a:lnTo>
                  <a:lnTo>
                    <a:pt x="662861" y="51007"/>
                  </a:lnTo>
                  <a:lnTo>
                    <a:pt x="666369" y="50027"/>
                  </a:lnTo>
                  <a:lnTo>
                    <a:pt x="669876" y="49046"/>
                  </a:lnTo>
                  <a:lnTo>
                    <a:pt x="673383" y="48063"/>
                  </a:lnTo>
                  <a:lnTo>
                    <a:pt x="676890" y="47078"/>
                  </a:lnTo>
                  <a:lnTo>
                    <a:pt x="680397" y="46091"/>
                  </a:lnTo>
                  <a:lnTo>
                    <a:pt x="683905" y="45102"/>
                  </a:lnTo>
                  <a:lnTo>
                    <a:pt x="687412" y="44112"/>
                  </a:lnTo>
                  <a:lnTo>
                    <a:pt x="690919" y="43120"/>
                  </a:lnTo>
                  <a:lnTo>
                    <a:pt x="694426" y="42126"/>
                  </a:lnTo>
                  <a:lnTo>
                    <a:pt x="697933" y="41130"/>
                  </a:lnTo>
                  <a:lnTo>
                    <a:pt x="701441" y="40133"/>
                  </a:lnTo>
                  <a:lnTo>
                    <a:pt x="704948" y="39134"/>
                  </a:lnTo>
                  <a:lnTo>
                    <a:pt x="708455" y="38133"/>
                  </a:lnTo>
                  <a:lnTo>
                    <a:pt x="711962" y="37131"/>
                  </a:lnTo>
                  <a:lnTo>
                    <a:pt x="715469" y="36126"/>
                  </a:lnTo>
                  <a:lnTo>
                    <a:pt x="718977" y="35120"/>
                  </a:lnTo>
                  <a:lnTo>
                    <a:pt x="722484" y="34113"/>
                  </a:lnTo>
                  <a:lnTo>
                    <a:pt x="725991" y="33104"/>
                  </a:lnTo>
                  <a:lnTo>
                    <a:pt x="729498" y="32093"/>
                  </a:lnTo>
                  <a:lnTo>
                    <a:pt x="733006" y="31080"/>
                  </a:lnTo>
                  <a:lnTo>
                    <a:pt x="736513" y="30066"/>
                  </a:lnTo>
                  <a:lnTo>
                    <a:pt x="740020" y="29050"/>
                  </a:lnTo>
                  <a:lnTo>
                    <a:pt x="743527" y="28033"/>
                  </a:lnTo>
                  <a:lnTo>
                    <a:pt x="747034" y="27014"/>
                  </a:lnTo>
                  <a:lnTo>
                    <a:pt x="750542" y="25993"/>
                  </a:lnTo>
                  <a:lnTo>
                    <a:pt x="754049" y="24971"/>
                  </a:lnTo>
                  <a:lnTo>
                    <a:pt x="757556" y="23947"/>
                  </a:lnTo>
                  <a:lnTo>
                    <a:pt x="761063" y="22922"/>
                  </a:lnTo>
                  <a:lnTo>
                    <a:pt x="764570" y="21895"/>
                  </a:lnTo>
                  <a:lnTo>
                    <a:pt x="768078" y="20867"/>
                  </a:lnTo>
                  <a:lnTo>
                    <a:pt x="771585" y="19837"/>
                  </a:lnTo>
                  <a:lnTo>
                    <a:pt x="775092" y="18805"/>
                  </a:lnTo>
                  <a:lnTo>
                    <a:pt x="778599" y="17772"/>
                  </a:lnTo>
                  <a:lnTo>
                    <a:pt x="782106" y="16738"/>
                  </a:lnTo>
                  <a:lnTo>
                    <a:pt x="785614" y="15702"/>
                  </a:lnTo>
                  <a:lnTo>
                    <a:pt x="789121" y="14665"/>
                  </a:lnTo>
                  <a:lnTo>
                    <a:pt x="792628" y="13626"/>
                  </a:lnTo>
                  <a:lnTo>
                    <a:pt x="796135" y="12586"/>
                  </a:lnTo>
                  <a:lnTo>
                    <a:pt x="799642" y="11545"/>
                  </a:lnTo>
                  <a:lnTo>
                    <a:pt x="803150" y="10502"/>
                  </a:lnTo>
                  <a:lnTo>
                    <a:pt x="806657" y="9458"/>
                  </a:lnTo>
                  <a:lnTo>
                    <a:pt x="810164" y="8412"/>
                  </a:lnTo>
                  <a:lnTo>
                    <a:pt x="813671" y="7365"/>
                  </a:lnTo>
                  <a:lnTo>
                    <a:pt x="817178" y="6317"/>
                  </a:lnTo>
                  <a:lnTo>
                    <a:pt x="820686" y="5267"/>
                  </a:lnTo>
                  <a:lnTo>
                    <a:pt x="824193" y="4216"/>
                  </a:lnTo>
                  <a:lnTo>
                    <a:pt x="827700" y="3164"/>
                  </a:lnTo>
                  <a:lnTo>
                    <a:pt x="831207" y="2110"/>
                  </a:lnTo>
                  <a:lnTo>
                    <a:pt x="834714" y="1056"/>
                  </a:lnTo>
                  <a:lnTo>
                    <a:pt x="838222" y="0"/>
                  </a:lnTo>
                </a:path>
              </a:pathLst>
            </a:custGeom>
            <a:ln w="28456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439121" y="3225442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3439121" y="3639043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481032" y="3976776"/>
              <a:ext cx="838222" cy="347476"/>
            </a:xfrm>
            <a:custGeom>
              <a:avLst/>
              <a:pathLst>
                <a:path w="838222" h="347476">
                  <a:moveTo>
                    <a:pt x="0" y="264038"/>
                  </a:moveTo>
                  <a:lnTo>
                    <a:pt x="3507" y="263878"/>
                  </a:lnTo>
                  <a:lnTo>
                    <a:pt x="7014" y="263723"/>
                  </a:lnTo>
                  <a:lnTo>
                    <a:pt x="10521" y="263526"/>
                  </a:lnTo>
                  <a:lnTo>
                    <a:pt x="14028" y="263287"/>
                  </a:lnTo>
                  <a:lnTo>
                    <a:pt x="17536" y="263040"/>
                  </a:lnTo>
                  <a:lnTo>
                    <a:pt x="21043" y="262792"/>
                  </a:lnTo>
                  <a:lnTo>
                    <a:pt x="24550" y="262551"/>
                  </a:lnTo>
                  <a:lnTo>
                    <a:pt x="28057" y="262349"/>
                  </a:lnTo>
                  <a:lnTo>
                    <a:pt x="31564" y="262135"/>
                  </a:lnTo>
                  <a:lnTo>
                    <a:pt x="35072" y="261892"/>
                  </a:lnTo>
                  <a:lnTo>
                    <a:pt x="38579" y="261566"/>
                  </a:lnTo>
                  <a:lnTo>
                    <a:pt x="42086" y="261345"/>
                  </a:lnTo>
                  <a:lnTo>
                    <a:pt x="45593" y="261135"/>
                  </a:lnTo>
                  <a:lnTo>
                    <a:pt x="49100" y="260926"/>
                  </a:lnTo>
                  <a:lnTo>
                    <a:pt x="52608" y="260716"/>
                  </a:lnTo>
                  <a:lnTo>
                    <a:pt x="56115" y="260469"/>
                  </a:lnTo>
                  <a:lnTo>
                    <a:pt x="59622" y="260266"/>
                  </a:lnTo>
                  <a:lnTo>
                    <a:pt x="63129" y="260034"/>
                  </a:lnTo>
                  <a:lnTo>
                    <a:pt x="66636" y="259800"/>
                  </a:lnTo>
                  <a:lnTo>
                    <a:pt x="70144" y="259563"/>
                  </a:lnTo>
                  <a:lnTo>
                    <a:pt x="73651" y="259328"/>
                  </a:lnTo>
                  <a:lnTo>
                    <a:pt x="77158" y="259093"/>
                  </a:lnTo>
                  <a:lnTo>
                    <a:pt x="80665" y="258858"/>
                  </a:lnTo>
                  <a:lnTo>
                    <a:pt x="84172" y="258623"/>
                  </a:lnTo>
                  <a:lnTo>
                    <a:pt x="87680" y="258388"/>
                  </a:lnTo>
                  <a:lnTo>
                    <a:pt x="91187" y="258161"/>
                  </a:lnTo>
                  <a:lnTo>
                    <a:pt x="94694" y="257941"/>
                  </a:lnTo>
                  <a:lnTo>
                    <a:pt x="98201" y="257722"/>
                  </a:lnTo>
                  <a:lnTo>
                    <a:pt x="101708" y="257485"/>
                  </a:lnTo>
                  <a:lnTo>
                    <a:pt x="105216" y="257278"/>
                  </a:lnTo>
                  <a:lnTo>
                    <a:pt x="108723" y="257038"/>
                  </a:lnTo>
                  <a:lnTo>
                    <a:pt x="112230" y="256758"/>
                  </a:lnTo>
                  <a:lnTo>
                    <a:pt x="115737" y="256494"/>
                  </a:lnTo>
                  <a:lnTo>
                    <a:pt x="119244" y="256285"/>
                  </a:lnTo>
                  <a:lnTo>
                    <a:pt x="122752" y="256169"/>
                  </a:lnTo>
                  <a:lnTo>
                    <a:pt x="126259" y="255954"/>
                  </a:lnTo>
                  <a:lnTo>
                    <a:pt x="129766" y="255736"/>
                  </a:lnTo>
                  <a:lnTo>
                    <a:pt x="133273" y="255544"/>
                  </a:lnTo>
                  <a:lnTo>
                    <a:pt x="136781" y="255291"/>
                  </a:lnTo>
                  <a:lnTo>
                    <a:pt x="140288" y="254956"/>
                  </a:lnTo>
                  <a:lnTo>
                    <a:pt x="143795" y="254587"/>
                  </a:lnTo>
                  <a:lnTo>
                    <a:pt x="147302" y="254347"/>
                  </a:lnTo>
                  <a:lnTo>
                    <a:pt x="150809" y="254133"/>
                  </a:lnTo>
                  <a:lnTo>
                    <a:pt x="154317" y="253956"/>
                  </a:lnTo>
                  <a:lnTo>
                    <a:pt x="157824" y="253683"/>
                  </a:lnTo>
                  <a:lnTo>
                    <a:pt x="161331" y="253476"/>
                  </a:lnTo>
                  <a:lnTo>
                    <a:pt x="164838" y="253212"/>
                  </a:lnTo>
                  <a:lnTo>
                    <a:pt x="168345" y="252975"/>
                  </a:lnTo>
                  <a:lnTo>
                    <a:pt x="171853" y="252802"/>
                  </a:lnTo>
                  <a:lnTo>
                    <a:pt x="175360" y="252590"/>
                  </a:lnTo>
                  <a:lnTo>
                    <a:pt x="178867" y="252274"/>
                  </a:lnTo>
                  <a:lnTo>
                    <a:pt x="182374" y="251958"/>
                  </a:lnTo>
                  <a:lnTo>
                    <a:pt x="185881" y="251747"/>
                  </a:lnTo>
                  <a:lnTo>
                    <a:pt x="189389" y="251562"/>
                  </a:lnTo>
                  <a:lnTo>
                    <a:pt x="192896" y="251328"/>
                  </a:lnTo>
                  <a:lnTo>
                    <a:pt x="196403" y="251027"/>
                  </a:lnTo>
                  <a:lnTo>
                    <a:pt x="199910" y="250735"/>
                  </a:lnTo>
                  <a:lnTo>
                    <a:pt x="203417" y="250492"/>
                  </a:lnTo>
                  <a:lnTo>
                    <a:pt x="206925" y="250247"/>
                  </a:lnTo>
                  <a:lnTo>
                    <a:pt x="210432" y="249857"/>
                  </a:lnTo>
                  <a:lnTo>
                    <a:pt x="213939" y="249615"/>
                  </a:lnTo>
                  <a:lnTo>
                    <a:pt x="217446" y="249316"/>
                  </a:lnTo>
                  <a:lnTo>
                    <a:pt x="220953" y="249072"/>
                  </a:lnTo>
                  <a:lnTo>
                    <a:pt x="224461" y="248941"/>
                  </a:lnTo>
                  <a:lnTo>
                    <a:pt x="227968" y="248624"/>
                  </a:lnTo>
                  <a:lnTo>
                    <a:pt x="231475" y="248300"/>
                  </a:lnTo>
                  <a:lnTo>
                    <a:pt x="234982" y="248029"/>
                  </a:lnTo>
                  <a:lnTo>
                    <a:pt x="238489" y="247861"/>
                  </a:lnTo>
                  <a:lnTo>
                    <a:pt x="241997" y="247602"/>
                  </a:lnTo>
                  <a:lnTo>
                    <a:pt x="245504" y="247257"/>
                  </a:lnTo>
                  <a:lnTo>
                    <a:pt x="249011" y="246804"/>
                  </a:lnTo>
                  <a:lnTo>
                    <a:pt x="252518" y="246560"/>
                  </a:lnTo>
                  <a:lnTo>
                    <a:pt x="256026" y="246210"/>
                  </a:lnTo>
                  <a:lnTo>
                    <a:pt x="259533" y="245823"/>
                  </a:lnTo>
                  <a:lnTo>
                    <a:pt x="263040" y="245426"/>
                  </a:lnTo>
                  <a:lnTo>
                    <a:pt x="266547" y="245020"/>
                  </a:lnTo>
                  <a:lnTo>
                    <a:pt x="270054" y="244706"/>
                  </a:lnTo>
                  <a:lnTo>
                    <a:pt x="273562" y="244287"/>
                  </a:lnTo>
                  <a:lnTo>
                    <a:pt x="277069" y="243983"/>
                  </a:lnTo>
                  <a:lnTo>
                    <a:pt x="280576" y="243583"/>
                  </a:lnTo>
                  <a:lnTo>
                    <a:pt x="284083" y="243209"/>
                  </a:lnTo>
                  <a:lnTo>
                    <a:pt x="287590" y="242645"/>
                  </a:lnTo>
                  <a:lnTo>
                    <a:pt x="291098" y="242131"/>
                  </a:lnTo>
                  <a:lnTo>
                    <a:pt x="294605" y="241721"/>
                  </a:lnTo>
                  <a:lnTo>
                    <a:pt x="298112" y="241295"/>
                  </a:lnTo>
                  <a:lnTo>
                    <a:pt x="301619" y="240810"/>
                  </a:lnTo>
                  <a:lnTo>
                    <a:pt x="305126" y="240312"/>
                  </a:lnTo>
                  <a:lnTo>
                    <a:pt x="308634" y="239853"/>
                  </a:lnTo>
                  <a:lnTo>
                    <a:pt x="312141" y="239350"/>
                  </a:lnTo>
                  <a:lnTo>
                    <a:pt x="315648" y="238659"/>
                  </a:lnTo>
                  <a:lnTo>
                    <a:pt x="319155" y="238040"/>
                  </a:lnTo>
                  <a:lnTo>
                    <a:pt x="322662" y="237456"/>
                  </a:lnTo>
                  <a:lnTo>
                    <a:pt x="326170" y="236814"/>
                  </a:lnTo>
                  <a:lnTo>
                    <a:pt x="329677" y="236098"/>
                  </a:lnTo>
                  <a:lnTo>
                    <a:pt x="333184" y="235370"/>
                  </a:lnTo>
                  <a:lnTo>
                    <a:pt x="336691" y="234576"/>
                  </a:lnTo>
                  <a:lnTo>
                    <a:pt x="340198" y="233864"/>
                  </a:lnTo>
                  <a:lnTo>
                    <a:pt x="343706" y="233062"/>
                  </a:lnTo>
                  <a:lnTo>
                    <a:pt x="347213" y="232367"/>
                  </a:lnTo>
                  <a:lnTo>
                    <a:pt x="350720" y="231585"/>
                  </a:lnTo>
                  <a:lnTo>
                    <a:pt x="354227" y="230700"/>
                  </a:lnTo>
                  <a:lnTo>
                    <a:pt x="357734" y="229734"/>
                  </a:lnTo>
                  <a:lnTo>
                    <a:pt x="361242" y="228760"/>
                  </a:lnTo>
                  <a:lnTo>
                    <a:pt x="364749" y="227695"/>
                  </a:lnTo>
                  <a:lnTo>
                    <a:pt x="368256" y="226663"/>
                  </a:lnTo>
                  <a:lnTo>
                    <a:pt x="371763" y="225685"/>
                  </a:lnTo>
                  <a:lnTo>
                    <a:pt x="375271" y="224550"/>
                  </a:lnTo>
                  <a:lnTo>
                    <a:pt x="378778" y="223625"/>
                  </a:lnTo>
                  <a:lnTo>
                    <a:pt x="382285" y="222562"/>
                  </a:lnTo>
                  <a:lnTo>
                    <a:pt x="385792" y="221310"/>
                  </a:lnTo>
                  <a:lnTo>
                    <a:pt x="389299" y="220214"/>
                  </a:lnTo>
                  <a:lnTo>
                    <a:pt x="392807" y="218982"/>
                  </a:lnTo>
                  <a:lnTo>
                    <a:pt x="396314" y="217830"/>
                  </a:lnTo>
                  <a:lnTo>
                    <a:pt x="399821" y="216563"/>
                  </a:lnTo>
                  <a:lnTo>
                    <a:pt x="403328" y="215128"/>
                  </a:lnTo>
                  <a:lnTo>
                    <a:pt x="406835" y="213858"/>
                  </a:lnTo>
                  <a:lnTo>
                    <a:pt x="410343" y="212497"/>
                  </a:lnTo>
                  <a:lnTo>
                    <a:pt x="413850" y="211276"/>
                  </a:lnTo>
                  <a:lnTo>
                    <a:pt x="417357" y="209992"/>
                  </a:lnTo>
                  <a:lnTo>
                    <a:pt x="420864" y="208789"/>
                  </a:lnTo>
                  <a:lnTo>
                    <a:pt x="424371" y="207355"/>
                  </a:lnTo>
                  <a:lnTo>
                    <a:pt x="427879" y="206022"/>
                  </a:lnTo>
                  <a:lnTo>
                    <a:pt x="431386" y="204630"/>
                  </a:lnTo>
                  <a:lnTo>
                    <a:pt x="434893" y="203254"/>
                  </a:lnTo>
                  <a:lnTo>
                    <a:pt x="438400" y="201912"/>
                  </a:lnTo>
                  <a:lnTo>
                    <a:pt x="441907" y="200464"/>
                  </a:lnTo>
                  <a:lnTo>
                    <a:pt x="445415" y="199124"/>
                  </a:lnTo>
                  <a:lnTo>
                    <a:pt x="448922" y="197602"/>
                  </a:lnTo>
                  <a:lnTo>
                    <a:pt x="452429" y="196194"/>
                  </a:lnTo>
                  <a:lnTo>
                    <a:pt x="455936" y="194883"/>
                  </a:lnTo>
                  <a:lnTo>
                    <a:pt x="459443" y="193556"/>
                  </a:lnTo>
                  <a:lnTo>
                    <a:pt x="462951" y="192047"/>
                  </a:lnTo>
                  <a:lnTo>
                    <a:pt x="466458" y="190512"/>
                  </a:lnTo>
                  <a:lnTo>
                    <a:pt x="469965" y="189007"/>
                  </a:lnTo>
                  <a:lnTo>
                    <a:pt x="473472" y="187703"/>
                  </a:lnTo>
                  <a:lnTo>
                    <a:pt x="476979" y="186254"/>
                  </a:lnTo>
                  <a:lnTo>
                    <a:pt x="480487" y="184796"/>
                  </a:lnTo>
                  <a:lnTo>
                    <a:pt x="483994" y="183443"/>
                  </a:lnTo>
                  <a:lnTo>
                    <a:pt x="487501" y="181821"/>
                  </a:lnTo>
                  <a:lnTo>
                    <a:pt x="491008" y="180257"/>
                  </a:lnTo>
                  <a:lnTo>
                    <a:pt x="494516" y="178531"/>
                  </a:lnTo>
                  <a:lnTo>
                    <a:pt x="498023" y="176855"/>
                  </a:lnTo>
                  <a:lnTo>
                    <a:pt x="501530" y="175218"/>
                  </a:lnTo>
                  <a:lnTo>
                    <a:pt x="505037" y="173562"/>
                  </a:lnTo>
                  <a:lnTo>
                    <a:pt x="508544" y="171984"/>
                  </a:lnTo>
                  <a:lnTo>
                    <a:pt x="512052" y="170485"/>
                  </a:lnTo>
                  <a:lnTo>
                    <a:pt x="515559" y="169026"/>
                  </a:lnTo>
                  <a:lnTo>
                    <a:pt x="519066" y="167448"/>
                  </a:lnTo>
                  <a:lnTo>
                    <a:pt x="522573" y="165976"/>
                  </a:lnTo>
                  <a:lnTo>
                    <a:pt x="526080" y="164352"/>
                  </a:lnTo>
                  <a:lnTo>
                    <a:pt x="529588" y="162754"/>
                  </a:lnTo>
                  <a:lnTo>
                    <a:pt x="533095" y="161218"/>
                  </a:lnTo>
                  <a:lnTo>
                    <a:pt x="536602" y="159587"/>
                  </a:lnTo>
                  <a:lnTo>
                    <a:pt x="540109" y="157940"/>
                  </a:lnTo>
                  <a:lnTo>
                    <a:pt x="543616" y="156222"/>
                  </a:lnTo>
                  <a:lnTo>
                    <a:pt x="547124" y="154597"/>
                  </a:lnTo>
                  <a:lnTo>
                    <a:pt x="550631" y="153044"/>
                  </a:lnTo>
                  <a:lnTo>
                    <a:pt x="554138" y="151485"/>
                  </a:lnTo>
                  <a:lnTo>
                    <a:pt x="557645" y="149784"/>
                  </a:lnTo>
                  <a:lnTo>
                    <a:pt x="561152" y="148095"/>
                  </a:lnTo>
                  <a:lnTo>
                    <a:pt x="564660" y="146477"/>
                  </a:lnTo>
                  <a:lnTo>
                    <a:pt x="568167" y="144856"/>
                  </a:lnTo>
                  <a:lnTo>
                    <a:pt x="571674" y="143277"/>
                  </a:lnTo>
                  <a:lnTo>
                    <a:pt x="575181" y="141711"/>
                  </a:lnTo>
                  <a:lnTo>
                    <a:pt x="578688" y="140092"/>
                  </a:lnTo>
                  <a:lnTo>
                    <a:pt x="582196" y="138347"/>
                  </a:lnTo>
                  <a:lnTo>
                    <a:pt x="585703" y="136692"/>
                  </a:lnTo>
                  <a:lnTo>
                    <a:pt x="589210" y="135048"/>
                  </a:lnTo>
                  <a:lnTo>
                    <a:pt x="592717" y="133379"/>
                  </a:lnTo>
                  <a:lnTo>
                    <a:pt x="596224" y="131623"/>
                  </a:lnTo>
                  <a:lnTo>
                    <a:pt x="599732" y="129887"/>
                  </a:lnTo>
                  <a:lnTo>
                    <a:pt x="603239" y="128085"/>
                  </a:lnTo>
                  <a:lnTo>
                    <a:pt x="606746" y="126274"/>
                  </a:lnTo>
                  <a:lnTo>
                    <a:pt x="610253" y="124390"/>
                  </a:lnTo>
                  <a:lnTo>
                    <a:pt x="613761" y="122502"/>
                  </a:lnTo>
                  <a:lnTo>
                    <a:pt x="617268" y="120625"/>
                  </a:lnTo>
                  <a:lnTo>
                    <a:pt x="620775" y="118813"/>
                  </a:lnTo>
                  <a:lnTo>
                    <a:pt x="624282" y="116996"/>
                  </a:lnTo>
                  <a:lnTo>
                    <a:pt x="627789" y="115174"/>
                  </a:lnTo>
                  <a:lnTo>
                    <a:pt x="631297" y="113349"/>
                  </a:lnTo>
                  <a:lnTo>
                    <a:pt x="634804" y="111519"/>
                  </a:lnTo>
                  <a:lnTo>
                    <a:pt x="638311" y="109682"/>
                  </a:lnTo>
                  <a:lnTo>
                    <a:pt x="641818" y="107826"/>
                  </a:lnTo>
                  <a:lnTo>
                    <a:pt x="645325" y="105962"/>
                  </a:lnTo>
                  <a:lnTo>
                    <a:pt x="648833" y="104145"/>
                  </a:lnTo>
                  <a:lnTo>
                    <a:pt x="652340" y="102288"/>
                  </a:lnTo>
                  <a:lnTo>
                    <a:pt x="655847" y="100429"/>
                  </a:lnTo>
                  <a:lnTo>
                    <a:pt x="659354" y="98617"/>
                  </a:lnTo>
                  <a:lnTo>
                    <a:pt x="662861" y="96701"/>
                  </a:lnTo>
                  <a:lnTo>
                    <a:pt x="666369" y="94826"/>
                  </a:lnTo>
                  <a:lnTo>
                    <a:pt x="669876" y="92947"/>
                  </a:lnTo>
                  <a:lnTo>
                    <a:pt x="673383" y="91063"/>
                  </a:lnTo>
                  <a:lnTo>
                    <a:pt x="676890" y="89175"/>
                  </a:lnTo>
                  <a:lnTo>
                    <a:pt x="680397" y="87285"/>
                  </a:lnTo>
                  <a:lnTo>
                    <a:pt x="683905" y="85390"/>
                  </a:lnTo>
                  <a:lnTo>
                    <a:pt x="687412" y="83491"/>
                  </a:lnTo>
                  <a:lnTo>
                    <a:pt x="690919" y="81588"/>
                  </a:lnTo>
                  <a:lnTo>
                    <a:pt x="694426" y="79681"/>
                  </a:lnTo>
                  <a:lnTo>
                    <a:pt x="697933" y="77770"/>
                  </a:lnTo>
                  <a:lnTo>
                    <a:pt x="701441" y="75855"/>
                  </a:lnTo>
                  <a:lnTo>
                    <a:pt x="704948" y="73936"/>
                  </a:lnTo>
                  <a:lnTo>
                    <a:pt x="708455" y="72051"/>
                  </a:lnTo>
                  <a:lnTo>
                    <a:pt x="711962" y="70163"/>
                  </a:lnTo>
                  <a:lnTo>
                    <a:pt x="715469" y="68273"/>
                  </a:lnTo>
                  <a:lnTo>
                    <a:pt x="718977" y="66380"/>
                  </a:lnTo>
                  <a:lnTo>
                    <a:pt x="722484" y="64447"/>
                  </a:lnTo>
                  <a:lnTo>
                    <a:pt x="725991" y="62568"/>
                  </a:lnTo>
                  <a:lnTo>
                    <a:pt x="729498" y="60679"/>
                  </a:lnTo>
                  <a:lnTo>
                    <a:pt x="733006" y="58774"/>
                  </a:lnTo>
                  <a:lnTo>
                    <a:pt x="736513" y="56867"/>
                  </a:lnTo>
                  <a:lnTo>
                    <a:pt x="740020" y="54962"/>
                  </a:lnTo>
                  <a:lnTo>
                    <a:pt x="743527" y="53118"/>
                  </a:lnTo>
                  <a:lnTo>
                    <a:pt x="747034" y="51239"/>
                  </a:lnTo>
                  <a:lnTo>
                    <a:pt x="750542" y="49339"/>
                  </a:lnTo>
                  <a:lnTo>
                    <a:pt x="754049" y="47434"/>
                  </a:lnTo>
                  <a:lnTo>
                    <a:pt x="757556" y="45561"/>
                  </a:lnTo>
                  <a:lnTo>
                    <a:pt x="761063" y="43685"/>
                  </a:lnTo>
                  <a:lnTo>
                    <a:pt x="764570" y="41808"/>
                  </a:lnTo>
                  <a:lnTo>
                    <a:pt x="768078" y="39873"/>
                  </a:lnTo>
                  <a:lnTo>
                    <a:pt x="771585" y="37863"/>
                  </a:lnTo>
                  <a:lnTo>
                    <a:pt x="775092" y="35867"/>
                  </a:lnTo>
                  <a:lnTo>
                    <a:pt x="778599" y="33858"/>
                  </a:lnTo>
                  <a:lnTo>
                    <a:pt x="782106" y="31846"/>
                  </a:lnTo>
                  <a:lnTo>
                    <a:pt x="785614" y="29831"/>
                  </a:lnTo>
                  <a:lnTo>
                    <a:pt x="789121" y="27874"/>
                  </a:lnTo>
                  <a:lnTo>
                    <a:pt x="792628" y="25979"/>
                  </a:lnTo>
                  <a:lnTo>
                    <a:pt x="796135" y="24029"/>
                  </a:lnTo>
                  <a:lnTo>
                    <a:pt x="799642" y="22077"/>
                  </a:lnTo>
                  <a:lnTo>
                    <a:pt x="803150" y="20124"/>
                  </a:lnTo>
                  <a:lnTo>
                    <a:pt x="806657" y="18169"/>
                  </a:lnTo>
                  <a:lnTo>
                    <a:pt x="810164" y="16212"/>
                  </a:lnTo>
                  <a:lnTo>
                    <a:pt x="813671" y="14203"/>
                  </a:lnTo>
                  <a:lnTo>
                    <a:pt x="817178" y="12078"/>
                  </a:lnTo>
                  <a:lnTo>
                    <a:pt x="820686" y="9966"/>
                  </a:lnTo>
                  <a:lnTo>
                    <a:pt x="824193" y="7975"/>
                  </a:lnTo>
                  <a:lnTo>
                    <a:pt x="827700" y="5982"/>
                  </a:lnTo>
                  <a:lnTo>
                    <a:pt x="831207" y="3989"/>
                  </a:lnTo>
                  <a:lnTo>
                    <a:pt x="834714" y="1933"/>
                  </a:lnTo>
                  <a:lnTo>
                    <a:pt x="838222" y="0"/>
                  </a:lnTo>
                  <a:lnTo>
                    <a:pt x="838222" y="211681"/>
                  </a:lnTo>
                  <a:lnTo>
                    <a:pt x="834714" y="211910"/>
                  </a:lnTo>
                  <a:lnTo>
                    <a:pt x="831207" y="212094"/>
                  </a:lnTo>
                  <a:lnTo>
                    <a:pt x="827700" y="212411"/>
                  </a:lnTo>
                  <a:lnTo>
                    <a:pt x="824193" y="212669"/>
                  </a:lnTo>
                  <a:lnTo>
                    <a:pt x="820686" y="212933"/>
                  </a:lnTo>
                  <a:lnTo>
                    <a:pt x="817178" y="213205"/>
                  </a:lnTo>
                  <a:lnTo>
                    <a:pt x="813671" y="213379"/>
                  </a:lnTo>
                  <a:lnTo>
                    <a:pt x="810164" y="213613"/>
                  </a:lnTo>
                  <a:lnTo>
                    <a:pt x="806657" y="213846"/>
                  </a:lnTo>
                  <a:lnTo>
                    <a:pt x="803150" y="214069"/>
                  </a:lnTo>
                  <a:lnTo>
                    <a:pt x="799642" y="214246"/>
                  </a:lnTo>
                  <a:lnTo>
                    <a:pt x="796135" y="214422"/>
                  </a:lnTo>
                  <a:lnTo>
                    <a:pt x="792628" y="214598"/>
                  </a:lnTo>
                  <a:lnTo>
                    <a:pt x="789121" y="214775"/>
                  </a:lnTo>
                  <a:lnTo>
                    <a:pt x="785614" y="214978"/>
                  </a:lnTo>
                  <a:lnTo>
                    <a:pt x="782106" y="215314"/>
                  </a:lnTo>
                  <a:lnTo>
                    <a:pt x="778599" y="215649"/>
                  </a:lnTo>
                  <a:lnTo>
                    <a:pt x="775092" y="215864"/>
                  </a:lnTo>
                  <a:lnTo>
                    <a:pt x="771585" y="216074"/>
                  </a:lnTo>
                  <a:lnTo>
                    <a:pt x="768078" y="216283"/>
                  </a:lnTo>
                  <a:lnTo>
                    <a:pt x="764570" y="216504"/>
                  </a:lnTo>
                  <a:lnTo>
                    <a:pt x="761063" y="216783"/>
                  </a:lnTo>
                  <a:lnTo>
                    <a:pt x="757556" y="217118"/>
                  </a:lnTo>
                  <a:lnTo>
                    <a:pt x="754049" y="217359"/>
                  </a:lnTo>
                  <a:lnTo>
                    <a:pt x="750542" y="217614"/>
                  </a:lnTo>
                  <a:lnTo>
                    <a:pt x="747034" y="217893"/>
                  </a:lnTo>
                  <a:lnTo>
                    <a:pt x="743527" y="218171"/>
                  </a:lnTo>
                  <a:lnTo>
                    <a:pt x="740020" y="218449"/>
                  </a:lnTo>
                  <a:lnTo>
                    <a:pt x="736513" y="218727"/>
                  </a:lnTo>
                  <a:lnTo>
                    <a:pt x="733006" y="219002"/>
                  </a:lnTo>
                  <a:lnTo>
                    <a:pt x="729498" y="219278"/>
                  </a:lnTo>
                  <a:lnTo>
                    <a:pt x="725991" y="219553"/>
                  </a:lnTo>
                  <a:lnTo>
                    <a:pt x="722484" y="219828"/>
                  </a:lnTo>
                  <a:lnTo>
                    <a:pt x="718977" y="220103"/>
                  </a:lnTo>
                  <a:lnTo>
                    <a:pt x="715469" y="220377"/>
                  </a:lnTo>
                  <a:lnTo>
                    <a:pt x="711962" y="220652"/>
                  </a:lnTo>
                  <a:lnTo>
                    <a:pt x="708455" y="220925"/>
                  </a:lnTo>
                  <a:lnTo>
                    <a:pt x="704948" y="221198"/>
                  </a:lnTo>
                  <a:lnTo>
                    <a:pt x="701441" y="221433"/>
                  </a:lnTo>
                  <a:lnTo>
                    <a:pt x="697933" y="221746"/>
                  </a:lnTo>
                  <a:lnTo>
                    <a:pt x="694426" y="222016"/>
                  </a:lnTo>
                  <a:lnTo>
                    <a:pt x="690919" y="222186"/>
                  </a:lnTo>
                  <a:lnTo>
                    <a:pt x="687412" y="222440"/>
                  </a:lnTo>
                  <a:lnTo>
                    <a:pt x="683905" y="222777"/>
                  </a:lnTo>
                  <a:lnTo>
                    <a:pt x="680397" y="223101"/>
                  </a:lnTo>
                  <a:lnTo>
                    <a:pt x="676890" y="223348"/>
                  </a:lnTo>
                  <a:lnTo>
                    <a:pt x="673383" y="223597"/>
                  </a:lnTo>
                  <a:lnTo>
                    <a:pt x="669876" y="223841"/>
                  </a:lnTo>
                  <a:lnTo>
                    <a:pt x="666369" y="224088"/>
                  </a:lnTo>
                  <a:lnTo>
                    <a:pt x="662861" y="224300"/>
                  </a:lnTo>
                  <a:lnTo>
                    <a:pt x="659354" y="224422"/>
                  </a:lnTo>
                  <a:lnTo>
                    <a:pt x="655847" y="224684"/>
                  </a:lnTo>
                  <a:lnTo>
                    <a:pt x="652340" y="224947"/>
                  </a:lnTo>
                  <a:lnTo>
                    <a:pt x="648833" y="225208"/>
                  </a:lnTo>
                  <a:lnTo>
                    <a:pt x="645325" y="225470"/>
                  </a:lnTo>
                  <a:lnTo>
                    <a:pt x="641818" y="225732"/>
                  </a:lnTo>
                  <a:lnTo>
                    <a:pt x="638311" y="226045"/>
                  </a:lnTo>
                  <a:lnTo>
                    <a:pt x="634804" y="226254"/>
                  </a:lnTo>
                  <a:lnTo>
                    <a:pt x="631297" y="226461"/>
                  </a:lnTo>
                  <a:lnTo>
                    <a:pt x="627789" y="226624"/>
                  </a:lnTo>
                  <a:lnTo>
                    <a:pt x="624282" y="226956"/>
                  </a:lnTo>
                  <a:lnTo>
                    <a:pt x="620775" y="227249"/>
                  </a:lnTo>
                  <a:lnTo>
                    <a:pt x="617268" y="227419"/>
                  </a:lnTo>
                  <a:lnTo>
                    <a:pt x="613761" y="227723"/>
                  </a:lnTo>
                  <a:lnTo>
                    <a:pt x="610253" y="227869"/>
                  </a:lnTo>
                  <a:lnTo>
                    <a:pt x="606746" y="227954"/>
                  </a:lnTo>
                  <a:lnTo>
                    <a:pt x="603239" y="228143"/>
                  </a:lnTo>
                  <a:lnTo>
                    <a:pt x="599732" y="228399"/>
                  </a:lnTo>
                  <a:lnTo>
                    <a:pt x="596224" y="228656"/>
                  </a:lnTo>
                  <a:lnTo>
                    <a:pt x="592717" y="228824"/>
                  </a:lnTo>
                  <a:lnTo>
                    <a:pt x="589210" y="229080"/>
                  </a:lnTo>
                  <a:lnTo>
                    <a:pt x="585703" y="229352"/>
                  </a:lnTo>
                  <a:lnTo>
                    <a:pt x="582196" y="229623"/>
                  </a:lnTo>
                  <a:lnTo>
                    <a:pt x="578688" y="229949"/>
                  </a:lnTo>
                  <a:lnTo>
                    <a:pt x="575181" y="230217"/>
                  </a:lnTo>
                  <a:lnTo>
                    <a:pt x="571674" y="230561"/>
                  </a:lnTo>
                  <a:lnTo>
                    <a:pt x="568167" y="230795"/>
                  </a:lnTo>
                  <a:lnTo>
                    <a:pt x="564660" y="231128"/>
                  </a:lnTo>
                  <a:lnTo>
                    <a:pt x="561152" y="231369"/>
                  </a:lnTo>
                  <a:lnTo>
                    <a:pt x="557645" y="231608"/>
                  </a:lnTo>
                  <a:lnTo>
                    <a:pt x="554138" y="231872"/>
                  </a:lnTo>
                  <a:lnTo>
                    <a:pt x="550631" y="232087"/>
                  </a:lnTo>
                  <a:lnTo>
                    <a:pt x="547124" y="232324"/>
                  </a:lnTo>
                  <a:lnTo>
                    <a:pt x="543616" y="232593"/>
                  </a:lnTo>
                  <a:lnTo>
                    <a:pt x="540109" y="232863"/>
                  </a:lnTo>
                  <a:lnTo>
                    <a:pt x="536602" y="233170"/>
                  </a:lnTo>
                  <a:lnTo>
                    <a:pt x="533095" y="233524"/>
                  </a:lnTo>
                  <a:lnTo>
                    <a:pt x="529588" y="233799"/>
                  </a:lnTo>
                  <a:lnTo>
                    <a:pt x="526080" y="234073"/>
                  </a:lnTo>
                  <a:lnTo>
                    <a:pt x="522573" y="234349"/>
                  </a:lnTo>
                  <a:lnTo>
                    <a:pt x="519066" y="234621"/>
                  </a:lnTo>
                  <a:lnTo>
                    <a:pt x="515559" y="234878"/>
                  </a:lnTo>
                  <a:lnTo>
                    <a:pt x="512052" y="235115"/>
                  </a:lnTo>
                  <a:lnTo>
                    <a:pt x="508544" y="235363"/>
                  </a:lnTo>
                  <a:lnTo>
                    <a:pt x="505037" y="235682"/>
                  </a:lnTo>
                  <a:lnTo>
                    <a:pt x="501530" y="235989"/>
                  </a:lnTo>
                  <a:lnTo>
                    <a:pt x="498023" y="236234"/>
                  </a:lnTo>
                  <a:lnTo>
                    <a:pt x="494516" y="236532"/>
                  </a:lnTo>
                  <a:lnTo>
                    <a:pt x="491008" y="236707"/>
                  </a:lnTo>
                  <a:lnTo>
                    <a:pt x="487501" y="236934"/>
                  </a:lnTo>
                  <a:lnTo>
                    <a:pt x="483994" y="237145"/>
                  </a:lnTo>
                  <a:lnTo>
                    <a:pt x="480487" y="237428"/>
                  </a:lnTo>
                  <a:lnTo>
                    <a:pt x="476979" y="237814"/>
                  </a:lnTo>
                  <a:lnTo>
                    <a:pt x="473472" y="238067"/>
                  </a:lnTo>
                  <a:lnTo>
                    <a:pt x="469965" y="238432"/>
                  </a:lnTo>
                  <a:lnTo>
                    <a:pt x="466458" y="238832"/>
                  </a:lnTo>
                  <a:lnTo>
                    <a:pt x="462951" y="239173"/>
                  </a:lnTo>
                  <a:lnTo>
                    <a:pt x="459443" y="239424"/>
                  </a:lnTo>
                  <a:lnTo>
                    <a:pt x="455936" y="239713"/>
                  </a:lnTo>
                  <a:lnTo>
                    <a:pt x="452429" y="239962"/>
                  </a:lnTo>
                  <a:lnTo>
                    <a:pt x="448922" y="240299"/>
                  </a:lnTo>
                  <a:lnTo>
                    <a:pt x="445415" y="240691"/>
                  </a:lnTo>
                  <a:lnTo>
                    <a:pt x="441907" y="240889"/>
                  </a:lnTo>
                  <a:lnTo>
                    <a:pt x="438400" y="241164"/>
                  </a:lnTo>
                  <a:lnTo>
                    <a:pt x="434893" y="241679"/>
                  </a:lnTo>
                  <a:lnTo>
                    <a:pt x="431386" y="242009"/>
                  </a:lnTo>
                  <a:lnTo>
                    <a:pt x="427879" y="242278"/>
                  </a:lnTo>
                  <a:lnTo>
                    <a:pt x="424371" y="242607"/>
                  </a:lnTo>
                  <a:lnTo>
                    <a:pt x="420864" y="242989"/>
                  </a:lnTo>
                  <a:lnTo>
                    <a:pt x="417357" y="243321"/>
                  </a:lnTo>
                  <a:lnTo>
                    <a:pt x="413850" y="243789"/>
                  </a:lnTo>
                  <a:lnTo>
                    <a:pt x="410343" y="244204"/>
                  </a:lnTo>
                  <a:lnTo>
                    <a:pt x="406835" y="244672"/>
                  </a:lnTo>
                  <a:lnTo>
                    <a:pt x="403328" y="245094"/>
                  </a:lnTo>
                  <a:lnTo>
                    <a:pt x="399821" y="245333"/>
                  </a:lnTo>
                  <a:lnTo>
                    <a:pt x="396314" y="245737"/>
                  </a:lnTo>
                  <a:lnTo>
                    <a:pt x="392807" y="246240"/>
                  </a:lnTo>
                  <a:lnTo>
                    <a:pt x="389299" y="246668"/>
                  </a:lnTo>
                  <a:lnTo>
                    <a:pt x="385792" y="247192"/>
                  </a:lnTo>
                  <a:lnTo>
                    <a:pt x="382285" y="247696"/>
                  </a:lnTo>
                  <a:lnTo>
                    <a:pt x="378778" y="248062"/>
                  </a:lnTo>
                  <a:lnTo>
                    <a:pt x="375271" y="248586"/>
                  </a:lnTo>
                  <a:lnTo>
                    <a:pt x="371763" y="249064"/>
                  </a:lnTo>
                  <a:lnTo>
                    <a:pt x="368256" y="249481"/>
                  </a:lnTo>
                  <a:lnTo>
                    <a:pt x="364749" y="250098"/>
                  </a:lnTo>
                  <a:lnTo>
                    <a:pt x="361242" y="250812"/>
                  </a:lnTo>
                  <a:lnTo>
                    <a:pt x="357734" y="251423"/>
                  </a:lnTo>
                  <a:lnTo>
                    <a:pt x="354227" y="252076"/>
                  </a:lnTo>
                  <a:lnTo>
                    <a:pt x="350720" y="252852"/>
                  </a:lnTo>
                  <a:lnTo>
                    <a:pt x="347213" y="253608"/>
                  </a:lnTo>
                  <a:lnTo>
                    <a:pt x="343706" y="254239"/>
                  </a:lnTo>
                  <a:lnTo>
                    <a:pt x="340198" y="254950"/>
                  </a:lnTo>
                  <a:lnTo>
                    <a:pt x="336691" y="255684"/>
                  </a:lnTo>
                  <a:lnTo>
                    <a:pt x="333184" y="256432"/>
                  </a:lnTo>
                  <a:lnTo>
                    <a:pt x="329677" y="257293"/>
                  </a:lnTo>
                  <a:lnTo>
                    <a:pt x="326170" y="258172"/>
                  </a:lnTo>
                  <a:lnTo>
                    <a:pt x="322662" y="259072"/>
                  </a:lnTo>
                  <a:lnTo>
                    <a:pt x="319155" y="259937"/>
                  </a:lnTo>
                  <a:lnTo>
                    <a:pt x="315648" y="260877"/>
                  </a:lnTo>
                  <a:lnTo>
                    <a:pt x="312141" y="261900"/>
                  </a:lnTo>
                  <a:lnTo>
                    <a:pt x="308634" y="262835"/>
                  </a:lnTo>
                  <a:lnTo>
                    <a:pt x="305126" y="263892"/>
                  </a:lnTo>
                  <a:lnTo>
                    <a:pt x="301619" y="264894"/>
                  </a:lnTo>
                  <a:lnTo>
                    <a:pt x="298112" y="265924"/>
                  </a:lnTo>
                  <a:lnTo>
                    <a:pt x="294605" y="267001"/>
                  </a:lnTo>
                  <a:lnTo>
                    <a:pt x="291098" y="268021"/>
                  </a:lnTo>
                  <a:lnTo>
                    <a:pt x="287590" y="268987"/>
                  </a:lnTo>
                  <a:lnTo>
                    <a:pt x="284083" y="270097"/>
                  </a:lnTo>
                  <a:lnTo>
                    <a:pt x="280576" y="271166"/>
                  </a:lnTo>
                  <a:lnTo>
                    <a:pt x="277069" y="272164"/>
                  </a:lnTo>
                  <a:lnTo>
                    <a:pt x="273562" y="273155"/>
                  </a:lnTo>
                  <a:lnTo>
                    <a:pt x="270054" y="274155"/>
                  </a:lnTo>
                  <a:lnTo>
                    <a:pt x="266547" y="275183"/>
                  </a:lnTo>
                  <a:lnTo>
                    <a:pt x="263040" y="276301"/>
                  </a:lnTo>
                  <a:lnTo>
                    <a:pt x="259533" y="277416"/>
                  </a:lnTo>
                  <a:lnTo>
                    <a:pt x="256026" y="278494"/>
                  </a:lnTo>
                  <a:lnTo>
                    <a:pt x="252518" y="279520"/>
                  </a:lnTo>
                  <a:lnTo>
                    <a:pt x="249011" y="280601"/>
                  </a:lnTo>
                  <a:lnTo>
                    <a:pt x="245504" y="281761"/>
                  </a:lnTo>
                  <a:lnTo>
                    <a:pt x="241997" y="282875"/>
                  </a:lnTo>
                  <a:lnTo>
                    <a:pt x="238489" y="283924"/>
                  </a:lnTo>
                  <a:lnTo>
                    <a:pt x="234982" y="284964"/>
                  </a:lnTo>
                  <a:lnTo>
                    <a:pt x="231475" y="286071"/>
                  </a:lnTo>
                  <a:lnTo>
                    <a:pt x="227968" y="287124"/>
                  </a:lnTo>
                  <a:lnTo>
                    <a:pt x="224461" y="288212"/>
                  </a:lnTo>
                  <a:lnTo>
                    <a:pt x="220953" y="289396"/>
                  </a:lnTo>
                  <a:lnTo>
                    <a:pt x="217446" y="290493"/>
                  </a:lnTo>
                  <a:lnTo>
                    <a:pt x="213939" y="291532"/>
                  </a:lnTo>
                  <a:lnTo>
                    <a:pt x="210432" y="292584"/>
                  </a:lnTo>
                  <a:lnTo>
                    <a:pt x="206925" y="293664"/>
                  </a:lnTo>
                  <a:lnTo>
                    <a:pt x="203417" y="294746"/>
                  </a:lnTo>
                  <a:lnTo>
                    <a:pt x="199910" y="295770"/>
                  </a:lnTo>
                  <a:lnTo>
                    <a:pt x="196403" y="296739"/>
                  </a:lnTo>
                  <a:lnTo>
                    <a:pt x="192896" y="297861"/>
                  </a:lnTo>
                  <a:lnTo>
                    <a:pt x="189389" y="298938"/>
                  </a:lnTo>
                  <a:lnTo>
                    <a:pt x="185881" y="299919"/>
                  </a:lnTo>
                  <a:lnTo>
                    <a:pt x="182374" y="301009"/>
                  </a:lnTo>
                  <a:lnTo>
                    <a:pt x="178867" y="302043"/>
                  </a:lnTo>
                  <a:lnTo>
                    <a:pt x="175360" y="303023"/>
                  </a:lnTo>
                  <a:lnTo>
                    <a:pt x="171853" y="303998"/>
                  </a:lnTo>
                  <a:lnTo>
                    <a:pt x="168345" y="304969"/>
                  </a:lnTo>
                  <a:lnTo>
                    <a:pt x="164838" y="305937"/>
                  </a:lnTo>
                  <a:lnTo>
                    <a:pt x="161331" y="306911"/>
                  </a:lnTo>
                  <a:lnTo>
                    <a:pt x="157824" y="307912"/>
                  </a:lnTo>
                  <a:lnTo>
                    <a:pt x="154317" y="308905"/>
                  </a:lnTo>
                  <a:lnTo>
                    <a:pt x="150809" y="309894"/>
                  </a:lnTo>
                  <a:lnTo>
                    <a:pt x="147302" y="310854"/>
                  </a:lnTo>
                  <a:lnTo>
                    <a:pt x="143795" y="311848"/>
                  </a:lnTo>
                  <a:lnTo>
                    <a:pt x="140288" y="312833"/>
                  </a:lnTo>
                  <a:lnTo>
                    <a:pt x="136781" y="313885"/>
                  </a:lnTo>
                  <a:lnTo>
                    <a:pt x="133273" y="314865"/>
                  </a:lnTo>
                  <a:lnTo>
                    <a:pt x="129766" y="315895"/>
                  </a:lnTo>
                  <a:lnTo>
                    <a:pt x="126259" y="316878"/>
                  </a:lnTo>
                  <a:lnTo>
                    <a:pt x="122752" y="317789"/>
                  </a:lnTo>
                  <a:lnTo>
                    <a:pt x="119244" y="318696"/>
                  </a:lnTo>
                  <a:lnTo>
                    <a:pt x="115737" y="319612"/>
                  </a:lnTo>
                  <a:lnTo>
                    <a:pt x="112230" y="320557"/>
                  </a:lnTo>
                  <a:lnTo>
                    <a:pt x="108723" y="321445"/>
                  </a:lnTo>
                  <a:lnTo>
                    <a:pt x="105216" y="322296"/>
                  </a:lnTo>
                  <a:lnTo>
                    <a:pt x="101708" y="323216"/>
                  </a:lnTo>
                  <a:lnTo>
                    <a:pt x="98201" y="324124"/>
                  </a:lnTo>
                  <a:lnTo>
                    <a:pt x="94694" y="324966"/>
                  </a:lnTo>
                  <a:lnTo>
                    <a:pt x="91187" y="325834"/>
                  </a:lnTo>
                  <a:lnTo>
                    <a:pt x="87680" y="326766"/>
                  </a:lnTo>
                  <a:lnTo>
                    <a:pt x="84172" y="327587"/>
                  </a:lnTo>
                  <a:lnTo>
                    <a:pt x="80665" y="328412"/>
                  </a:lnTo>
                  <a:lnTo>
                    <a:pt x="77158" y="329256"/>
                  </a:lnTo>
                  <a:lnTo>
                    <a:pt x="73651" y="330100"/>
                  </a:lnTo>
                  <a:lnTo>
                    <a:pt x="70144" y="330939"/>
                  </a:lnTo>
                  <a:lnTo>
                    <a:pt x="66636" y="331774"/>
                  </a:lnTo>
                  <a:lnTo>
                    <a:pt x="63129" y="332634"/>
                  </a:lnTo>
                  <a:lnTo>
                    <a:pt x="59622" y="333506"/>
                  </a:lnTo>
                  <a:lnTo>
                    <a:pt x="56115" y="334397"/>
                  </a:lnTo>
                  <a:lnTo>
                    <a:pt x="52608" y="335293"/>
                  </a:lnTo>
                  <a:lnTo>
                    <a:pt x="49100" y="336172"/>
                  </a:lnTo>
                  <a:lnTo>
                    <a:pt x="45593" y="337003"/>
                  </a:lnTo>
                  <a:lnTo>
                    <a:pt x="42086" y="337828"/>
                  </a:lnTo>
                  <a:lnTo>
                    <a:pt x="38579" y="338648"/>
                  </a:lnTo>
                  <a:lnTo>
                    <a:pt x="35072" y="339467"/>
                  </a:lnTo>
                  <a:lnTo>
                    <a:pt x="31564" y="340284"/>
                  </a:lnTo>
                  <a:lnTo>
                    <a:pt x="28057" y="341116"/>
                  </a:lnTo>
                  <a:lnTo>
                    <a:pt x="24550" y="341939"/>
                  </a:lnTo>
                  <a:lnTo>
                    <a:pt x="21043" y="342716"/>
                  </a:lnTo>
                  <a:lnTo>
                    <a:pt x="17536" y="343488"/>
                  </a:lnTo>
                  <a:lnTo>
                    <a:pt x="14028" y="344275"/>
                  </a:lnTo>
                  <a:lnTo>
                    <a:pt x="10521" y="345111"/>
                  </a:lnTo>
                  <a:lnTo>
                    <a:pt x="7014" y="345885"/>
                  </a:lnTo>
                  <a:lnTo>
                    <a:pt x="3507" y="346683"/>
                  </a:lnTo>
                  <a:lnTo>
                    <a:pt x="0" y="347476"/>
                  </a:lnTo>
                  <a:close/>
                </a:path>
              </a:pathLst>
            </a:custGeom>
            <a:solidFill>
              <a:srgbClr val="E69F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81032" y="3976776"/>
              <a:ext cx="838222" cy="264038"/>
            </a:xfrm>
            <a:custGeom>
              <a:avLst/>
              <a:pathLst>
                <a:path w="838222" h="264038">
                  <a:moveTo>
                    <a:pt x="0" y="264038"/>
                  </a:moveTo>
                  <a:lnTo>
                    <a:pt x="3507" y="263878"/>
                  </a:lnTo>
                  <a:lnTo>
                    <a:pt x="7014" y="263723"/>
                  </a:lnTo>
                  <a:lnTo>
                    <a:pt x="10521" y="263526"/>
                  </a:lnTo>
                  <a:lnTo>
                    <a:pt x="14028" y="263287"/>
                  </a:lnTo>
                  <a:lnTo>
                    <a:pt x="17536" y="263040"/>
                  </a:lnTo>
                  <a:lnTo>
                    <a:pt x="21043" y="262792"/>
                  </a:lnTo>
                  <a:lnTo>
                    <a:pt x="24550" y="262551"/>
                  </a:lnTo>
                  <a:lnTo>
                    <a:pt x="28057" y="262349"/>
                  </a:lnTo>
                  <a:lnTo>
                    <a:pt x="31564" y="262135"/>
                  </a:lnTo>
                  <a:lnTo>
                    <a:pt x="35072" y="261892"/>
                  </a:lnTo>
                  <a:lnTo>
                    <a:pt x="38579" y="261566"/>
                  </a:lnTo>
                  <a:lnTo>
                    <a:pt x="42086" y="261345"/>
                  </a:lnTo>
                  <a:lnTo>
                    <a:pt x="45593" y="261135"/>
                  </a:lnTo>
                  <a:lnTo>
                    <a:pt x="49100" y="260926"/>
                  </a:lnTo>
                  <a:lnTo>
                    <a:pt x="52608" y="260716"/>
                  </a:lnTo>
                  <a:lnTo>
                    <a:pt x="56115" y="260469"/>
                  </a:lnTo>
                  <a:lnTo>
                    <a:pt x="59622" y="260266"/>
                  </a:lnTo>
                  <a:lnTo>
                    <a:pt x="63129" y="260034"/>
                  </a:lnTo>
                  <a:lnTo>
                    <a:pt x="66636" y="259800"/>
                  </a:lnTo>
                  <a:lnTo>
                    <a:pt x="70144" y="259563"/>
                  </a:lnTo>
                  <a:lnTo>
                    <a:pt x="73651" y="259328"/>
                  </a:lnTo>
                  <a:lnTo>
                    <a:pt x="77158" y="259093"/>
                  </a:lnTo>
                  <a:lnTo>
                    <a:pt x="80665" y="258858"/>
                  </a:lnTo>
                  <a:lnTo>
                    <a:pt x="84172" y="258623"/>
                  </a:lnTo>
                  <a:lnTo>
                    <a:pt x="87680" y="258388"/>
                  </a:lnTo>
                  <a:lnTo>
                    <a:pt x="91187" y="258161"/>
                  </a:lnTo>
                  <a:lnTo>
                    <a:pt x="94694" y="257941"/>
                  </a:lnTo>
                  <a:lnTo>
                    <a:pt x="98201" y="257722"/>
                  </a:lnTo>
                  <a:lnTo>
                    <a:pt x="101708" y="257485"/>
                  </a:lnTo>
                  <a:lnTo>
                    <a:pt x="105216" y="257278"/>
                  </a:lnTo>
                  <a:lnTo>
                    <a:pt x="108723" y="257038"/>
                  </a:lnTo>
                  <a:lnTo>
                    <a:pt x="112230" y="256758"/>
                  </a:lnTo>
                  <a:lnTo>
                    <a:pt x="115737" y="256494"/>
                  </a:lnTo>
                  <a:lnTo>
                    <a:pt x="119244" y="256285"/>
                  </a:lnTo>
                  <a:lnTo>
                    <a:pt x="122752" y="256169"/>
                  </a:lnTo>
                  <a:lnTo>
                    <a:pt x="126259" y="255954"/>
                  </a:lnTo>
                  <a:lnTo>
                    <a:pt x="129766" y="255736"/>
                  </a:lnTo>
                  <a:lnTo>
                    <a:pt x="133273" y="255544"/>
                  </a:lnTo>
                  <a:lnTo>
                    <a:pt x="136781" y="255291"/>
                  </a:lnTo>
                  <a:lnTo>
                    <a:pt x="140288" y="254956"/>
                  </a:lnTo>
                  <a:lnTo>
                    <a:pt x="143795" y="254587"/>
                  </a:lnTo>
                  <a:lnTo>
                    <a:pt x="147302" y="254347"/>
                  </a:lnTo>
                  <a:lnTo>
                    <a:pt x="150809" y="254133"/>
                  </a:lnTo>
                  <a:lnTo>
                    <a:pt x="154317" y="253956"/>
                  </a:lnTo>
                  <a:lnTo>
                    <a:pt x="157824" y="253683"/>
                  </a:lnTo>
                  <a:lnTo>
                    <a:pt x="161331" y="253476"/>
                  </a:lnTo>
                  <a:lnTo>
                    <a:pt x="164838" y="253212"/>
                  </a:lnTo>
                  <a:lnTo>
                    <a:pt x="168345" y="252975"/>
                  </a:lnTo>
                  <a:lnTo>
                    <a:pt x="171853" y="252802"/>
                  </a:lnTo>
                  <a:lnTo>
                    <a:pt x="175360" y="252590"/>
                  </a:lnTo>
                  <a:lnTo>
                    <a:pt x="178867" y="252274"/>
                  </a:lnTo>
                  <a:lnTo>
                    <a:pt x="182374" y="251958"/>
                  </a:lnTo>
                  <a:lnTo>
                    <a:pt x="185881" y="251747"/>
                  </a:lnTo>
                  <a:lnTo>
                    <a:pt x="189389" y="251562"/>
                  </a:lnTo>
                  <a:lnTo>
                    <a:pt x="192896" y="251328"/>
                  </a:lnTo>
                  <a:lnTo>
                    <a:pt x="196403" y="251027"/>
                  </a:lnTo>
                  <a:lnTo>
                    <a:pt x="199910" y="250735"/>
                  </a:lnTo>
                  <a:lnTo>
                    <a:pt x="203417" y="250492"/>
                  </a:lnTo>
                  <a:lnTo>
                    <a:pt x="206925" y="250247"/>
                  </a:lnTo>
                  <a:lnTo>
                    <a:pt x="210432" y="249857"/>
                  </a:lnTo>
                  <a:lnTo>
                    <a:pt x="213939" y="249615"/>
                  </a:lnTo>
                  <a:lnTo>
                    <a:pt x="217446" y="249316"/>
                  </a:lnTo>
                  <a:lnTo>
                    <a:pt x="220953" y="249072"/>
                  </a:lnTo>
                  <a:lnTo>
                    <a:pt x="224461" y="248941"/>
                  </a:lnTo>
                  <a:lnTo>
                    <a:pt x="227968" y="248624"/>
                  </a:lnTo>
                  <a:lnTo>
                    <a:pt x="231475" y="248300"/>
                  </a:lnTo>
                  <a:lnTo>
                    <a:pt x="234982" y="248029"/>
                  </a:lnTo>
                  <a:lnTo>
                    <a:pt x="238489" y="247861"/>
                  </a:lnTo>
                  <a:lnTo>
                    <a:pt x="241997" y="247602"/>
                  </a:lnTo>
                  <a:lnTo>
                    <a:pt x="245504" y="247257"/>
                  </a:lnTo>
                  <a:lnTo>
                    <a:pt x="249011" y="246804"/>
                  </a:lnTo>
                  <a:lnTo>
                    <a:pt x="252518" y="246560"/>
                  </a:lnTo>
                  <a:lnTo>
                    <a:pt x="256026" y="246210"/>
                  </a:lnTo>
                  <a:lnTo>
                    <a:pt x="259533" y="245823"/>
                  </a:lnTo>
                  <a:lnTo>
                    <a:pt x="263040" y="245426"/>
                  </a:lnTo>
                  <a:lnTo>
                    <a:pt x="266547" y="245020"/>
                  </a:lnTo>
                  <a:lnTo>
                    <a:pt x="270054" y="244706"/>
                  </a:lnTo>
                  <a:lnTo>
                    <a:pt x="273562" y="244287"/>
                  </a:lnTo>
                  <a:lnTo>
                    <a:pt x="277069" y="243983"/>
                  </a:lnTo>
                  <a:lnTo>
                    <a:pt x="280576" y="243583"/>
                  </a:lnTo>
                  <a:lnTo>
                    <a:pt x="284083" y="243209"/>
                  </a:lnTo>
                  <a:lnTo>
                    <a:pt x="287590" y="242645"/>
                  </a:lnTo>
                  <a:lnTo>
                    <a:pt x="291098" y="242131"/>
                  </a:lnTo>
                  <a:lnTo>
                    <a:pt x="294605" y="241721"/>
                  </a:lnTo>
                  <a:lnTo>
                    <a:pt x="298112" y="241295"/>
                  </a:lnTo>
                  <a:lnTo>
                    <a:pt x="301619" y="240810"/>
                  </a:lnTo>
                  <a:lnTo>
                    <a:pt x="305126" y="240312"/>
                  </a:lnTo>
                  <a:lnTo>
                    <a:pt x="308634" y="239853"/>
                  </a:lnTo>
                  <a:lnTo>
                    <a:pt x="312141" y="239350"/>
                  </a:lnTo>
                  <a:lnTo>
                    <a:pt x="315648" y="238659"/>
                  </a:lnTo>
                  <a:lnTo>
                    <a:pt x="319155" y="238040"/>
                  </a:lnTo>
                  <a:lnTo>
                    <a:pt x="322662" y="237456"/>
                  </a:lnTo>
                  <a:lnTo>
                    <a:pt x="326170" y="236814"/>
                  </a:lnTo>
                  <a:lnTo>
                    <a:pt x="329677" y="236098"/>
                  </a:lnTo>
                  <a:lnTo>
                    <a:pt x="333184" y="235370"/>
                  </a:lnTo>
                  <a:lnTo>
                    <a:pt x="336691" y="234576"/>
                  </a:lnTo>
                  <a:lnTo>
                    <a:pt x="340198" y="233864"/>
                  </a:lnTo>
                  <a:lnTo>
                    <a:pt x="343706" y="233062"/>
                  </a:lnTo>
                  <a:lnTo>
                    <a:pt x="347213" y="232367"/>
                  </a:lnTo>
                  <a:lnTo>
                    <a:pt x="350720" y="231585"/>
                  </a:lnTo>
                  <a:lnTo>
                    <a:pt x="354227" y="230700"/>
                  </a:lnTo>
                  <a:lnTo>
                    <a:pt x="357734" y="229734"/>
                  </a:lnTo>
                  <a:lnTo>
                    <a:pt x="361242" y="228760"/>
                  </a:lnTo>
                  <a:lnTo>
                    <a:pt x="364749" y="227695"/>
                  </a:lnTo>
                  <a:lnTo>
                    <a:pt x="368256" y="226663"/>
                  </a:lnTo>
                  <a:lnTo>
                    <a:pt x="371763" y="225685"/>
                  </a:lnTo>
                  <a:lnTo>
                    <a:pt x="375271" y="224550"/>
                  </a:lnTo>
                  <a:lnTo>
                    <a:pt x="378778" y="223625"/>
                  </a:lnTo>
                  <a:lnTo>
                    <a:pt x="382285" y="222562"/>
                  </a:lnTo>
                  <a:lnTo>
                    <a:pt x="385792" y="221310"/>
                  </a:lnTo>
                  <a:lnTo>
                    <a:pt x="389299" y="220214"/>
                  </a:lnTo>
                  <a:lnTo>
                    <a:pt x="392807" y="218982"/>
                  </a:lnTo>
                  <a:lnTo>
                    <a:pt x="396314" y="217830"/>
                  </a:lnTo>
                  <a:lnTo>
                    <a:pt x="399821" y="216563"/>
                  </a:lnTo>
                  <a:lnTo>
                    <a:pt x="403328" y="215128"/>
                  </a:lnTo>
                  <a:lnTo>
                    <a:pt x="406835" y="213858"/>
                  </a:lnTo>
                  <a:lnTo>
                    <a:pt x="410343" y="212497"/>
                  </a:lnTo>
                  <a:lnTo>
                    <a:pt x="413850" y="211276"/>
                  </a:lnTo>
                  <a:lnTo>
                    <a:pt x="417357" y="209992"/>
                  </a:lnTo>
                  <a:lnTo>
                    <a:pt x="420864" y="208789"/>
                  </a:lnTo>
                  <a:lnTo>
                    <a:pt x="424371" y="207355"/>
                  </a:lnTo>
                  <a:lnTo>
                    <a:pt x="427879" y="206022"/>
                  </a:lnTo>
                  <a:lnTo>
                    <a:pt x="431386" y="204630"/>
                  </a:lnTo>
                  <a:lnTo>
                    <a:pt x="434893" y="203254"/>
                  </a:lnTo>
                  <a:lnTo>
                    <a:pt x="438400" y="201912"/>
                  </a:lnTo>
                  <a:lnTo>
                    <a:pt x="441907" y="200464"/>
                  </a:lnTo>
                  <a:lnTo>
                    <a:pt x="445415" y="199124"/>
                  </a:lnTo>
                  <a:lnTo>
                    <a:pt x="448922" y="197602"/>
                  </a:lnTo>
                  <a:lnTo>
                    <a:pt x="452429" y="196194"/>
                  </a:lnTo>
                  <a:lnTo>
                    <a:pt x="455936" y="194883"/>
                  </a:lnTo>
                  <a:lnTo>
                    <a:pt x="459443" y="193556"/>
                  </a:lnTo>
                  <a:lnTo>
                    <a:pt x="462951" y="192047"/>
                  </a:lnTo>
                  <a:lnTo>
                    <a:pt x="466458" y="190512"/>
                  </a:lnTo>
                  <a:lnTo>
                    <a:pt x="469965" y="189007"/>
                  </a:lnTo>
                  <a:lnTo>
                    <a:pt x="473472" y="187703"/>
                  </a:lnTo>
                  <a:lnTo>
                    <a:pt x="476979" y="186254"/>
                  </a:lnTo>
                  <a:lnTo>
                    <a:pt x="480487" y="184796"/>
                  </a:lnTo>
                  <a:lnTo>
                    <a:pt x="483994" y="183443"/>
                  </a:lnTo>
                  <a:lnTo>
                    <a:pt x="487501" y="181821"/>
                  </a:lnTo>
                  <a:lnTo>
                    <a:pt x="491008" y="180257"/>
                  </a:lnTo>
                  <a:lnTo>
                    <a:pt x="494516" y="178531"/>
                  </a:lnTo>
                  <a:lnTo>
                    <a:pt x="498023" y="176855"/>
                  </a:lnTo>
                  <a:lnTo>
                    <a:pt x="501530" y="175218"/>
                  </a:lnTo>
                  <a:lnTo>
                    <a:pt x="505037" y="173562"/>
                  </a:lnTo>
                  <a:lnTo>
                    <a:pt x="508544" y="171984"/>
                  </a:lnTo>
                  <a:lnTo>
                    <a:pt x="512052" y="170485"/>
                  </a:lnTo>
                  <a:lnTo>
                    <a:pt x="515559" y="169026"/>
                  </a:lnTo>
                  <a:lnTo>
                    <a:pt x="519066" y="167448"/>
                  </a:lnTo>
                  <a:lnTo>
                    <a:pt x="522573" y="165976"/>
                  </a:lnTo>
                  <a:lnTo>
                    <a:pt x="526080" y="164352"/>
                  </a:lnTo>
                  <a:lnTo>
                    <a:pt x="529588" y="162754"/>
                  </a:lnTo>
                  <a:lnTo>
                    <a:pt x="533095" y="161218"/>
                  </a:lnTo>
                  <a:lnTo>
                    <a:pt x="536602" y="159587"/>
                  </a:lnTo>
                  <a:lnTo>
                    <a:pt x="540109" y="157940"/>
                  </a:lnTo>
                  <a:lnTo>
                    <a:pt x="543616" y="156222"/>
                  </a:lnTo>
                  <a:lnTo>
                    <a:pt x="547124" y="154597"/>
                  </a:lnTo>
                  <a:lnTo>
                    <a:pt x="550631" y="153044"/>
                  </a:lnTo>
                  <a:lnTo>
                    <a:pt x="554138" y="151485"/>
                  </a:lnTo>
                  <a:lnTo>
                    <a:pt x="557645" y="149784"/>
                  </a:lnTo>
                  <a:lnTo>
                    <a:pt x="561152" y="148095"/>
                  </a:lnTo>
                  <a:lnTo>
                    <a:pt x="564660" y="146477"/>
                  </a:lnTo>
                  <a:lnTo>
                    <a:pt x="568167" y="144856"/>
                  </a:lnTo>
                  <a:lnTo>
                    <a:pt x="571674" y="143277"/>
                  </a:lnTo>
                  <a:lnTo>
                    <a:pt x="575181" y="141711"/>
                  </a:lnTo>
                  <a:lnTo>
                    <a:pt x="578688" y="140092"/>
                  </a:lnTo>
                  <a:lnTo>
                    <a:pt x="582196" y="138347"/>
                  </a:lnTo>
                  <a:lnTo>
                    <a:pt x="585703" y="136692"/>
                  </a:lnTo>
                  <a:lnTo>
                    <a:pt x="589210" y="135048"/>
                  </a:lnTo>
                  <a:lnTo>
                    <a:pt x="592717" y="133379"/>
                  </a:lnTo>
                  <a:lnTo>
                    <a:pt x="596224" y="131623"/>
                  </a:lnTo>
                  <a:lnTo>
                    <a:pt x="599732" y="129887"/>
                  </a:lnTo>
                  <a:lnTo>
                    <a:pt x="603239" y="128085"/>
                  </a:lnTo>
                  <a:lnTo>
                    <a:pt x="606746" y="126274"/>
                  </a:lnTo>
                  <a:lnTo>
                    <a:pt x="610253" y="124390"/>
                  </a:lnTo>
                  <a:lnTo>
                    <a:pt x="613761" y="122502"/>
                  </a:lnTo>
                  <a:lnTo>
                    <a:pt x="617268" y="120625"/>
                  </a:lnTo>
                  <a:lnTo>
                    <a:pt x="620775" y="118813"/>
                  </a:lnTo>
                  <a:lnTo>
                    <a:pt x="624282" y="116996"/>
                  </a:lnTo>
                  <a:lnTo>
                    <a:pt x="627789" y="115174"/>
                  </a:lnTo>
                  <a:lnTo>
                    <a:pt x="631297" y="113349"/>
                  </a:lnTo>
                  <a:lnTo>
                    <a:pt x="634804" y="111519"/>
                  </a:lnTo>
                  <a:lnTo>
                    <a:pt x="638311" y="109682"/>
                  </a:lnTo>
                  <a:lnTo>
                    <a:pt x="641818" y="107826"/>
                  </a:lnTo>
                  <a:lnTo>
                    <a:pt x="645325" y="105962"/>
                  </a:lnTo>
                  <a:lnTo>
                    <a:pt x="648833" y="104145"/>
                  </a:lnTo>
                  <a:lnTo>
                    <a:pt x="652340" y="102288"/>
                  </a:lnTo>
                  <a:lnTo>
                    <a:pt x="655847" y="100429"/>
                  </a:lnTo>
                  <a:lnTo>
                    <a:pt x="659354" y="98617"/>
                  </a:lnTo>
                  <a:lnTo>
                    <a:pt x="662861" y="96701"/>
                  </a:lnTo>
                  <a:lnTo>
                    <a:pt x="666369" y="94826"/>
                  </a:lnTo>
                  <a:lnTo>
                    <a:pt x="669876" y="92947"/>
                  </a:lnTo>
                  <a:lnTo>
                    <a:pt x="673383" y="91063"/>
                  </a:lnTo>
                  <a:lnTo>
                    <a:pt x="676890" y="89175"/>
                  </a:lnTo>
                  <a:lnTo>
                    <a:pt x="680397" y="87285"/>
                  </a:lnTo>
                  <a:lnTo>
                    <a:pt x="683905" y="85390"/>
                  </a:lnTo>
                  <a:lnTo>
                    <a:pt x="687412" y="83491"/>
                  </a:lnTo>
                  <a:lnTo>
                    <a:pt x="690919" y="81588"/>
                  </a:lnTo>
                  <a:lnTo>
                    <a:pt x="694426" y="79681"/>
                  </a:lnTo>
                  <a:lnTo>
                    <a:pt x="697933" y="77770"/>
                  </a:lnTo>
                  <a:lnTo>
                    <a:pt x="701441" y="75855"/>
                  </a:lnTo>
                  <a:lnTo>
                    <a:pt x="704948" y="73936"/>
                  </a:lnTo>
                  <a:lnTo>
                    <a:pt x="708455" y="72051"/>
                  </a:lnTo>
                  <a:lnTo>
                    <a:pt x="711962" y="70163"/>
                  </a:lnTo>
                  <a:lnTo>
                    <a:pt x="715469" y="68273"/>
                  </a:lnTo>
                  <a:lnTo>
                    <a:pt x="718977" y="66380"/>
                  </a:lnTo>
                  <a:lnTo>
                    <a:pt x="722484" y="64447"/>
                  </a:lnTo>
                  <a:lnTo>
                    <a:pt x="725991" y="62568"/>
                  </a:lnTo>
                  <a:lnTo>
                    <a:pt x="729498" y="60679"/>
                  </a:lnTo>
                  <a:lnTo>
                    <a:pt x="733006" y="58774"/>
                  </a:lnTo>
                  <a:lnTo>
                    <a:pt x="736513" y="56867"/>
                  </a:lnTo>
                  <a:lnTo>
                    <a:pt x="740020" y="54962"/>
                  </a:lnTo>
                  <a:lnTo>
                    <a:pt x="743527" y="53118"/>
                  </a:lnTo>
                  <a:lnTo>
                    <a:pt x="747034" y="51239"/>
                  </a:lnTo>
                  <a:lnTo>
                    <a:pt x="750542" y="49339"/>
                  </a:lnTo>
                  <a:lnTo>
                    <a:pt x="754049" y="47434"/>
                  </a:lnTo>
                  <a:lnTo>
                    <a:pt x="757556" y="45561"/>
                  </a:lnTo>
                  <a:lnTo>
                    <a:pt x="761063" y="43685"/>
                  </a:lnTo>
                  <a:lnTo>
                    <a:pt x="764570" y="41808"/>
                  </a:lnTo>
                  <a:lnTo>
                    <a:pt x="768078" y="39873"/>
                  </a:lnTo>
                  <a:lnTo>
                    <a:pt x="771585" y="37863"/>
                  </a:lnTo>
                  <a:lnTo>
                    <a:pt x="775092" y="35867"/>
                  </a:lnTo>
                  <a:lnTo>
                    <a:pt x="778599" y="33858"/>
                  </a:lnTo>
                  <a:lnTo>
                    <a:pt x="782106" y="31846"/>
                  </a:lnTo>
                  <a:lnTo>
                    <a:pt x="785614" y="29831"/>
                  </a:lnTo>
                  <a:lnTo>
                    <a:pt x="789121" y="27874"/>
                  </a:lnTo>
                  <a:lnTo>
                    <a:pt x="792628" y="25979"/>
                  </a:lnTo>
                  <a:lnTo>
                    <a:pt x="796135" y="24029"/>
                  </a:lnTo>
                  <a:lnTo>
                    <a:pt x="799642" y="22077"/>
                  </a:lnTo>
                  <a:lnTo>
                    <a:pt x="803150" y="20124"/>
                  </a:lnTo>
                  <a:lnTo>
                    <a:pt x="806657" y="18169"/>
                  </a:lnTo>
                  <a:lnTo>
                    <a:pt x="810164" y="16212"/>
                  </a:lnTo>
                  <a:lnTo>
                    <a:pt x="813671" y="14203"/>
                  </a:lnTo>
                  <a:lnTo>
                    <a:pt x="817178" y="12078"/>
                  </a:lnTo>
                  <a:lnTo>
                    <a:pt x="820686" y="9966"/>
                  </a:lnTo>
                  <a:lnTo>
                    <a:pt x="824193" y="7975"/>
                  </a:lnTo>
                  <a:lnTo>
                    <a:pt x="827700" y="5982"/>
                  </a:lnTo>
                  <a:lnTo>
                    <a:pt x="831207" y="3989"/>
                  </a:lnTo>
                  <a:lnTo>
                    <a:pt x="834714" y="1933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481032" y="4188458"/>
              <a:ext cx="838222" cy="135794"/>
            </a:xfrm>
            <a:custGeom>
              <a:avLst/>
              <a:pathLst>
                <a:path w="838222" h="135794">
                  <a:moveTo>
                    <a:pt x="838222" y="0"/>
                  </a:moveTo>
                  <a:lnTo>
                    <a:pt x="834714" y="228"/>
                  </a:lnTo>
                  <a:lnTo>
                    <a:pt x="831207" y="412"/>
                  </a:lnTo>
                  <a:lnTo>
                    <a:pt x="827700" y="729"/>
                  </a:lnTo>
                  <a:lnTo>
                    <a:pt x="824193" y="988"/>
                  </a:lnTo>
                  <a:lnTo>
                    <a:pt x="820686" y="1251"/>
                  </a:lnTo>
                  <a:lnTo>
                    <a:pt x="817178" y="1524"/>
                  </a:lnTo>
                  <a:lnTo>
                    <a:pt x="813671" y="1697"/>
                  </a:lnTo>
                  <a:lnTo>
                    <a:pt x="810164" y="1931"/>
                  </a:lnTo>
                  <a:lnTo>
                    <a:pt x="806657" y="2165"/>
                  </a:lnTo>
                  <a:lnTo>
                    <a:pt x="803150" y="2388"/>
                  </a:lnTo>
                  <a:lnTo>
                    <a:pt x="799642" y="2564"/>
                  </a:lnTo>
                  <a:lnTo>
                    <a:pt x="796135" y="2740"/>
                  </a:lnTo>
                  <a:lnTo>
                    <a:pt x="792628" y="2917"/>
                  </a:lnTo>
                  <a:lnTo>
                    <a:pt x="789121" y="3093"/>
                  </a:lnTo>
                  <a:lnTo>
                    <a:pt x="785614" y="3297"/>
                  </a:lnTo>
                  <a:lnTo>
                    <a:pt x="782106" y="3632"/>
                  </a:lnTo>
                  <a:lnTo>
                    <a:pt x="778599" y="3968"/>
                  </a:lnTo>
                  <a:lnTo>
                    <a:pt x="775092" y="4183"/>
                  </a:lnTo>
                  <a:lnTo>
                    <a:pt x="771585" y="4392"/>
                  </a:lnTo>
                  <a:lnTo>
                    <a:pt x="768078" y="4602"/>
                  </a:lnTo>
                  <a:lnTo>
                    <a:pt x="764570" y="4823"/>
                  </a:lnTo>
                  <a:lnTo>
                    <a:pt x="761063" y="5102"/>
                  </a:lnTo>
                  <a:lnTo>
                    <a:pt x="757556" y="5436"/>
                  </a:lnTo>
                  <a:lnTo>
                    <a:pt x="754049" y="5678"/>
                  </a:lnTo>
                  <a:lnTo>
                    <a:pt x="750542" y="5933"/>
                  </a:lnTo>
                  <a:lnTo>
                    <a:pt x="747034" y="6211"/>
                  </a:lnTo>
                  <a:lnTo>
                    <a:pt x="743527" y="6489"/>
                  </a:lnTo>
                  <a:lnTo>
                    <a:pt x="740020" y="6767"/>
                  </a:lnTo>
                  <a:lnTo>
                    <a:pt x="736513" y="7045"/>
                  </a:lnTo>
                  <a:lnTo>
                    <a:pt x="733006" y="7321"/>
                  </a:lnTo>
                  <a:lnTo>
                    <a:pt x="729498" y="7596"/>
                  </a:lnTo>
                  <a:lnTo>
                    <a:pt x="725991" y="7871"/>
                  </a:lnTo>
                  <a:lnTo>
                    <a:pt x="722484" y="8146"/>
                  </a:lnTo>
                  <a:lnTo>
                    <a:pt x="718977" y="8421"/>
                  </a:lnTo>
                  <a:lnTo>
                    <a:pt x="715469" y="8696"/>
                  </a:lnTo>
                  <a:lnTo>
                    <a:pt x="711962" y="8970"/>
                  </a:lnTo>
                  <a:lnTo>
                    <a:pt x="708455" y="9244"/>
                  </a:lnTo>
                  <a:lnTo>
                    <a:pt x="704948" y="9516"/>
                  </a:lnTo>
                  <a:lnTo>
                    <a:pt x="701441" y="9751"/>
                  </a:lnTo>
                  <a:lnTo>
                    <a:pt x="697933" y="10064"/>
                  </a:lnTo>
                  <a:lnTo>
                    <a:pt x="694426" y="10335"/>
                  </a:lnTo>
                  <a:lnTo>
                    <a:pt x="690919" y="10504"/>
                  </a:lnTo>
                  <a:lnTo>
                    <a:pt x="687412" y="10758"/>
                  </a:lnTo>
                  <a:lnTo>
                    <a:pt x="683905" y="11095"/>
                  </a:lnTo>
                  <a:lnTo>
                    <a:pt x="680397" y="11419"/>
                  </a:lnTo>
                  <a:lnTo>
                    <a:pt x="676890" y="11666"/>
                  </a:lnTo>
                  <a:lnTo>
                    <a:pt x="673383" y="11915"/>
                  </a:lnTo>
                  <a:lnTo>
                    <a:pt x="669876" y="12160"/>
                  </a:lnTo>
                  <a:lnTo>
                    <a:pt x="666369" y="12406"/>
                  </a:lnTo>
                  <a:lnTo>
                    <a:pt x="662861" y="12618"/>
                  </a:lnTo>
                  <a:lnTo>
                    <a:pt x="659354" y="12740"/>
                  </a:lnTo>
                  <a:lnTo>
                    <a:pt x="655847" y="13003"/>
                  </a:lnTo>
                  <a:lnTo>
                    <a:pt x="652340" y="13265"/>
                  </a:lnTo>
                  <a:lnTo>
                    <a:pt x="648833" y="13527"/>
                  </a:lnTo>
                  <a:lnTo>
                    <a:pt x="645325" y="13789"/>
                  </a:lnTo>
                  <a:lnTo>
                    <a:pt x="641818" y="14050"/>
                  </a:lnTo>
                  <a:lnTo>
                    <a:pt x="638311" y="14363"/>
                  </a:lnTo>
                  <a:lnTo>
                    <a:pt x="634804" y="14573"/>
                  </a:lnTo>
                  <a:lnTo>
                    <a:pt x="631297" y="14780"/>
                  </a:lnTo>
                  <a:lnTo>
                    <a:pt x="627789" y="14943"/>
                  </a:lnTo>
                  <a:lnTo>
                    <a:pt x="624282" y="15275"/>
                  </a:lnTo>
                  <a:lnTo>
                    <a:pt x="620775" y="15568"/>
                  </a:lnTo>
                  <a:lnTo>
                    <a:pt x="617268" y="15737"/>
                  </a:lnTo>
                  <a:lnTo>
                    <a:pt x="613761" y="16041"/>
                  </a:lnTo>
                  <a:lnTo>
                    <a:pt x="610253" y="16187"/>
                  </a:lnTo>
                  <a:lnTo>
                    <a:pt x="606746" y="16273"/>
                  </a:lnTo>
                  <a:lnTo>
                    <a:pt x="603239" y="16461"/>
                  </a:lnTo>
                  <a:lnTo>
                    <a:pt x="599732" y="16718"/>
                  </a:lnTo>
                  <a:lnTo>
                    <a:pt x="596224" y="16974"/>
                  </a:lnTo>
                  <a:lnTo>
                    <a:pt x="592717" y="17142"/>
                  </a:lnTo>
                  <a:lnTo>
                    <a:pt x="589210" y="17399"/>
                  </a:lnTo>
                  <a:lnTo>
                    <a:pt x="585703" y="17670"/>
                  </a:lnTo>
                  <a:lnTo>
                    <a:pt x="582196" y="17942"/>
                  </a:lnTo>
                  <a:lnTo>
                    <a:pt x="578688" y="18267"/>
                  </a:lnTo>
                  <a:lnTo>
                    <a:pt x="575181" y="18535"/>
                  </a:lnTo>
                  <a:lnTo>
                    <a:pt x="571674" y="18879"/>
                  </a:lnTo>
                  <a:lnTo>
                    <a:pt x="568167" y="19113"/>
                  </a:lnTo>
                  <a:lnTo>
                    <a:pt x="564660" y="19447"/>
                  </a:lnTo>
                  <a:lnTo>
                    <a:pt x="561152" y="19687"/>
                  </a:lnTo>
                  <a:lnTo>
                    <a:pt x="557645" y="19926"/>
                  </a:lnTo>
                  <a:lnTo>
                    <a:pt x="554138" y="20191"/>
                  </a:lnTo>
                  <a:lnTo>
                    <a:pt x="550631" y="20405"/>
                  </a:lnTo>
                  <a:lnTo>
                    <a:pt x="547124" y="20642"/>
                  </a:lnTo>
                  <a:lnTo>
                    <a:pt x="543616" y="20911"/>
                  </a:lnTo>
                  <a:lnTo>
                    <a:pt x="540109" y="21181"/>
                  </a:lnTo>
                  <a:lnTo>
                    <a:pt x="536602" y="21488"/>
                  </a:lnTo>
                  <a:lnTo>
                    <a:pt x="533095" y="21843"/>
                  </a:lnTo>
                  <a:lnTo>
                    <a:pt x="529588" y="22117"/>
                  </a:lnTo>
                  <a:lnTo>
                    <a:pt x="526080" y="22392"/>
                  </a:lnTo>
                  <a:lnTo>
                    <a:pt x="522573" y="22667"/>
                  </a:lnTo>
                  <a:lnTo>
                    <a:pt x="519066" y="22940"/>
                  </a:lnTo>
                  <a:lnTo>
                    <a:pt x="515559" y="23196"/>
                  </a:lnTo>
                  <a:lnTo>
                    <a:pt x="512052" y="23433"/>
                  </a:lnTo>
                  <a:lnTo>
                    <a:pt x="508544" y="23681"/>
                  </a:lnTo>
                  <a:lnTo>
                    <a:pt x="505037" y="24001"/>
                  </a:lnTo>
                  <a:lnTo>
                    <a:pt x="501530" y="24308"/>
                  </a:lnTo>
                  <a:lnTo>
                    <a:pt x="498023" y="24552"/>
                  </a:lnTo>
                  <a:lnTo>
                    <a:pt x="494516" y="24850"/>
                  </a:lnTo>
                  <a:lnTo>
                    <a:pt x="491008" y="25025"/>
                  </a:lnTo>
                  <a:lnTo>
                    <a:pt x="487501" y="25252"/>
                  </a:lnTo>
                  <a:lnTo>
                    <a:pt x="483994" y="25463"/>
                  </a:lnTo>
                  <a:lnTo>
                    <a:pt x="480487" y="25746"/>
                  </a:lnTo>
                  <a:lnTo>
                    <a:pt x="476979" y="26132"/>
                  </a:lnTo>
                  <a:lnTo>
                    <a:pt x="473472" y="26385"/>
                  </a:lnTo>
                  <a:lnTo>
                    <a:pt x="469965" y="26750"/>
                  </a:lnTo>
                  <a:lnTo>
                    <a:pt x="466458" y="27150"/>
                  </a:lnTo>
                  <a:lnTo>
                    <a:pt x="462951" y="27492"/>
                  </a:lnTo>
                  <a:lnTo>
                    <a:pt x="459443" y="27743"/>
                  </a:lnTo>
                  <a:lnTo>
                    <a:pt x="455936" y="28031"/>
                  </a:lnTo>
                  <a:lnTo>
                    <a:pt x="452429" y="28280"/>
                  </a:lnTo>
                  <a:lnTo>
                    <a:pt x="448922" y="28617"/>
                  </a:lnTo>
                  <a:lnTo>
                    <a:pt x="445415" y="29009"/>
                  </a:lnTo>
                  <a:lnTo>
                    <a:pt x="441907" y="29208"/>
                  </a:lnTo>
                  <a:lnTo>
                    <a:pt x="438400" y="29482"/>
                  </a:lnTo>
                  <a:lnTo>
                    <a:pt x="434893" y="29998"/>
                  </a:lnTo>
                  <a:lnTo>
                    <a:pt x="431386" y="30327"/>
                  </a:lnTo>
                  <a:lnTo>
                    <a:pt x="427879" y="30596"/>
                  </a:lnTo>
                  <a:lnTo>
                    <a:pt x="424371" y="30926"/>
                  </a:lnTo>
                  <a:lnTo>
                    <a:pt x="420864" y="31307"/>
                  </a:lnTo>
                  <a:lnTo>
                    <a:pt x="417357" y="31640"/>
                  </a:lnTo>
                  <a:lnTo>
                    <a:pt x="413850" y="32108"/>
                  </a:lnTo>
                  <a:lnTo>
                    <a:pt x="410343" y="32523"/>
                  </a:lnTo>
                  <a:lnTo>
                    <a:pt x="406835" y="32990"/>
                  </a:lnTo>
                  <a:lnTo>
                    <a:pt x="403328" y="33413"/>
                  </a:lnTo>
                  <a:lnTo>
                    <a:pt x="399821" y="33652"/>
                  </a:lnTo>
                  <a:lnTo>
                    <a:pt x="396314" y="34055"/>
                  </a:lnTo>
                  <a:lnTo>
                    <a:pt x="392807" y="34559"/>
                  </a:lnTo>
                  <a:lnTo>
                    <a:pt x="389299" y="34986"/>
                  </a:lnTo>
                  <a:lnTo>
                    <a:pt x="385792" y="35510"/>
                  </a:lnTo>
                  <a:lnTo>
                    <a:pt x="382285" y="36015"/>
                  </a:lnTo>
                  <a:lnTo>
                    <a:pt x="378778" y="36380"/>
                  </a:lnTo>
                  <a:lnTo>
                    <a:pt x="375271" y="36904"/>
                  </a:lnTo>
                  <a:lnTo>
                    <a:pt x="371763" y="37383"/>
                  </a:lnTo>
                  <a:lnTo>
                    <a:pt x="368256" y="37799"/>
                  </a:lnTo>
                  <a:lnTo>
                    <a:pt x="364749" y="38416"/>
                  </a:lnTo>
                  <a:lnTo>
                    <a:pt x="361242" y="39130"/>
                  </a:lnTo>
                  <a:lnTo>
                    <a:pt x="357734" y="39741"/>
                  </a:lnTo>
                  <a:lnTo>
                    <a:pt x="354227" y="40394"/>
                  </a:lnTo>
                  <a:lnTo>
                    <a:pt x="350720" y="41171"/>
                  </a:lnTo>
                  <a:lnTo>
                    <a:pt x="347213" y="41927"/>
                  </a:lnTo>
                  <a:lnTo>
                    <a:pt x="343706" y="42557"/>
                  </a:lnTo>
                  <a:lnTo>
                    <a:pt x="340198" y="43268"/>
                  </a:lnTo>
                  <a:lnTo>
                    <a:pt x="336691" y="44002"/>
                  </a:lnTo>
                  <a:lnTo>
                    <a:pt x="333184" y="44750"/>
                  </a:lnTo>
                  <a:lnTo>
                    <a:pt x="329677" y="45611"/>
                  </a:lnTo>
                  <a:lnTo>
                    <a:pt x="326170" y="46490"/>
                  </a:lnTo>
                  <a:lnTo>
                    <a:pt x="322662" y="47391"/>
                  </a:lnTo>
                  <a:lnTo>
                    <a:pt x="319155" y="48255"/>
                  </a:lnTo>
                  <a:lnTo>
                    <a:pt x="315648" y="49196"/>
                  </a:lnTo>
                  <a:lnTo>
                    <a:pt x="312141" y="50219"/>
                  </a:lnTo>
                  <a:lnTo>
                    <a:pt x="308634" y="51153"/>
                  </a:lnTo>
                  <a:lnTo>
                    <a:pt x="305126" y="52210"/>
                  </a:lnTo>
                  <a:lnTo>
                    <a:pt x="301619" y="53212"/>
                  </a:lnTo>
                  <a:lnTo>
                    <a:pt x="298112" y="54242"/>
                  </a:lnTo>
                  <a:lnTo>
                    <a:pt x="294605" y="55319"/>
                  </a:lnTo>
                  <a:lnTo>
                    <a:pt x="291098" y="56340"/>
                  </a:lnTo>
                  <a:lnTo>
                    <a:pt x="287590" y="57305"/>
                  </a:lnTo>
                  <a:lnTo>
                    <a:pt x="284083" y="58416"/>
                  </a:lnTo>
                  <a:lnTo>
                    <a:pt x="280576" y="59484"/>
                  </a:lnTo>
                  <a:lnTo>
                    <a:pt x="277069" y="60483"/>
                  </a:lnTo>
                  <a:lnTo>
                    <a:pt x="273562" y="61473"/>
                  </a:lnTo>
                  <a:lnTo>
                    <a:pt x="270054" y="62473"/>
                  </a:lnTo>
                  <a:lnTo>
                    <a:pt x="266547" y="63501"/>
                  </a:lnTo>
                  <a:lnTo>
                    <a:pt x="263040" y="64619"/>
                  </a:lnTo>
                  <a:lnTo>
                    <a:pt x="259533" y="65735"/>
                  </a:lnTo>
                  <a:lnTo>
                    <a:pt x="256026" y="66812"/>
                  </a:lnTo>
                  <a:lnTo>
                    <a:pt x="252518" y="67838"/>
                  </a:lnTo>
                  <a:lnTo>
                    <a:pt x="249011" y="68920"/>
                  </a:lnTo>
                  <a:lnTo>
                    <a:pt x="245504" y="70079"/>
                  </a:lnTo>
                  <a:lnTo>
                    <a:pt x="241997" y="71193"/>
                  </a:lnTo>
                  <a:lnTo>
                    <a:pt x="238489" y="72242"/>
                  </a:lnTo>
                  <a:lnTo>
                    <a:pt x="234982" y="73283"/>
                  </a:lnTo>
                  <a:lnTo>
                    <a:pt x="231475" y="74390"/>
                  </a:lnTo>
                  <a:lnTo>
                    <a:pt x="227968" y="75442"/>
                  </a:lnTo>
                  <a:lnTo>
                    <a:pt x="224461" y="76530"/>
                  </a:lnTo>
                  <a:lnTo>
                    <a:pt x="220953" y="77714"/>
                  </a:lnTo>
                  <a:lnTo>
                    <a:pt x="217446" y="78812"/>
                  </a:lnTo>
                  <a:lnTo>
                    <a:pt x="213939" y="79850"/>
                  </a:lnTo>
                  <a:lnTo>
                    <a:pt x="210432" y="80902"/>
                  </a:lnTo>
                  <a:lnTo>
                    <a:pt x="206925" y="81982"/>
                  </a:lnTo>
                  <a:lnTo>
                    <a:pt x="203417" y="83064"/>
                  </a:lnTo>
                  <a:lnTo>
                    <a:pt x="199910" y="84088"/>
                  </a:lnTo>
                  <a:lnTo>
                    <a:pt x="196403" y="85058"/>
                  </a:lnTo>
                  <a:lnTo>
                    <a:pt x="192896" y="86179"/>
                  </a:lnTo>
                  <a:lnTo>
                    <a:pt x="189389" y="87257"/>
                  </a:lnTo>
                  <a:lnTo>
                    <a:pt x="185881" y="88238"/>
                  </a:lnTo>
                  <a:lnTo>
                    <a:pt x="182374" y="89328"/>
                  </a:lnTo>
                  <a:lnTo>
                    <a:pt x="178867" y="90362"/>
                  </a:lnTo>
                  <a:lnTo>
                    <a:pt x="175360" y="91341"/>
                  </a:lnTo>
                  <a:lnTo>
                    <a:pt x="171853" y="92316"/>
                  </a:lnTo>
                  <a:lnTo>
                    <a:pt x="168345" y="93287"/>
                  </a:lnTo>
                  <a:lnTo>
                    <a:pt x="164838" y="94255"/>
                  </a:lnTo>
                  <a:lnTo>
                    <a:pt x="161331" y="95230"/>
                  </a:lnTo>
                  <a:lnTo>
                    <a:pt x="157824" y="96230"/>
                  </a:lnTo>
                  <a:lnTo>
                    <a:pt x="154317" y="97224"/>
                  </a:lnTo>
                  <a:lnTo>
                    <a:pt x="150809" y="98212"/>
                  </a:lnTo>
                  <a:lnTo>
                    <a:pt x="147302" y="99173"/>
                  </a:lnTo>
                  <a:lnTo>
                    <a:pt x="143795" y="100166"/>
                  </a:lnTo>
                  <a:lnTo>
                    <a:pt x="140288" y="101152"/>
                  </a:lnTo>
                  <a:lnTo>
                    <a:pt x="136781" y="102203"/>
                  </a:lnTo>
                  <a:lnTo>
                    <a:pt x="133273" y="103184"/>
                  </a:lnTo>
                  <a:lnTo>
                    <a:pt x="129766" y="104214"/>
                  </a:lnTo>
                  <a:lnTo>
                    <a:pt x="126259" y="105197"/>
                  </a:lnTo>
                  <a:lnTo>
                    <a:pt x="122752" y="106107"/>
                  </a:lnTo>
                  <a:lnTo>
                    <a:pt x="119244" y="107014"/>
                  </a:lnTo>
                  <a:lnTo>
                    <a:pt x="115737" y="107930"/>
                  </a:lnTo>
                  <a:lnTo>
                    <a:pt x="112230" y="108876"/>
                  </a:lnTo>
                  <a:lnTo>
                    <a:pt x="108723" y="109763"/>
                  </a:lnTo>
                  <a:lnTo>
                    <a:pt x="105216" y="110615"/>
                  </a:lnTo>
                  <a:lnTo>
                    <a:pt x="101708" y="111534"/>
                  </a:lnTo>
                  <a:lnTo>
                    <a:pt x="98201" y="112442"/>
                  </a:lnTo>
                  <a:lnTo>
                    <a:pt x="94694" y="113285"/>
                  </a:lnTo>
                  <a:lnTo>
                    <a:pt x="91187" y="114153"/>
                  </a:lnTo>
                  <a:lnTo>
                    <a:pt x="87680" y="115085"/>
                  </a:lnTo>
                  <a:lnTo>
                    <a:pt x="84172" y="115906"/>
                  </a:lnTo>
                  <a:lnTo>
                    <a:pt x="80665" y="116730"/>
                  </a:lnTo>
                  <a:lnTo>
                    <a:pt x="77158" y="117574"/>
                  </a:lnTo>
                  <a:lnTo>
                    <a:pt x="73651" y="118418"/>
                  </a:lnTo>
                  <a:lnTo>
                    <a:pt x="70144" y="119258"/>
                  </a:lnTo>
                  <a:lnTo>
                    <a:pt x="66636" y="120092"/>
                  </a:lnTo>
                  <a:lnTo>
                    <a:pt x="63129" y="120953"/>
                  </a:lnTo>
                  <a:lnTo>
                    <a:pt x="59622" y="121825"/>
                  </a:lnTo>
                  <a:lnTo>
                    <a:pt x="56115" y="122715"/>
                  </a:lnTo>
                  <a:lnTo>
                    <a:pt x="52608" y="123612"/>
                  </a:lnTo>
                  <a:lnTo>
                    <a:pt x="49100" y="124491"/>
                  </a:lnTo>
                  <a:lnTo>
                    <a:pt x="45593" y="125322"/>
                  </a:lnTo>
                  <a:lnTo>
                    <a:pt x="42086" y="126147"/>
                  </a:lnTo>
                  <a:lnTo>
                    <a:pt x="38579" y="126966"/>
                  </a:lnTo>
                  <a:lnTo>
                    <a:pt x="35072" y="127786"/>
                  </a:lnTo>
                  <a:lnTo>
                    <a:pt x="31564" y="128603"/>
                  </a:lnTo>
                  <a:lnTo>
                    <a:pt x="28057" y="129434"/>
                  </a:lnTo>
                  <a:lnTo>
                    <a:pt x="24550" y="130257"/>
                  </a:lnTo>
                  <a:lnTo>
                    <a:pt x="21043" y="131034"/>
                  </a:lnTo>
                  <a:lnTo>
                    <a:pt x="17536" y="131807"/>
                  </a:lnTo>
                  <a:lnTo>
                    <a:pt x="14028" y="132593"/>
                  </a:lnTo>
                  <a:lnTo>
                    <a:pt x="10521" y="133429"/>
                  </a:lnTo>
                  <a:lnTo>
                    <a:pt x="7014" y="134203"/>
                  </a:lnTo>
                  <a:lnTo>
                    <a:pt x="3507" y="135002"/>
                  </a:lnTo>
                  <a:lnTo>
                    <a:pt x="0" y="1357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481032" y="4089071"/>
              <a:ext cx="838222" cy="197265"/>
            </a:xfrm>
            <a:custGeom>
              <a:avLst/>
              <a:pathLst>
                <a:path w="838222" h="197265">
                  <a:moveTo>
                    <a:pt x="0" y="197265"/>
                  </a:moveTo>
                  <a:lnTo>
                    <a:pt x="3507" y="196700"/>
                  </a:lnTo>
                  <a:lnTo>
                    <a:pt x="7014" y="196133"/>
                  </a:lnTo>
                  <a:lnTo>
                    <a:pt x="10521" y="195564"/>
                  </a:lnTo>
                  <a:lnTo>
                    <a:pt x="14028" y="194992"/>
                  </a:lnTo>
                  <a:lnTo>
                    <a:pt x="17536" y="194419"/>
                  </a:lnTo>
                  <a:lnTo>
                    <a:pt x="21043" y="193844"/>
                  </a:lnTo>
                  <a:lnTo>
                    <a:pt x="24550" y="193266"/>
                  </a:lnTo>
                  <a:lnTo>
                    <a:pt x="28057" y="192687"/>
                  </a:lnTo>
                  <a:lnTo>
                    <a:pt x="31564" y="192105"/>
                  </a:lnTo>
                  <a:lnTo>
                    <a:pt x="35072" y="191521"/>
                  </a:lnTo>
                  <a:lnTo>
                    <a:pt x="38579" y="190935"/>
                  </a:lnTo>
                  <a:lnTo>
                    <a:pt x="42086" y="190347"/>
                  </a:lnTo>
                  <a:lnTo>
                    <a:pt x="45593" y="189757"/>
                  </a:lnTo>
                  <a:lnTo>
                    <a:pt x="49100" y="189165"/>
                  </a:lnTo>
                  <a:lnTo>
                    <a:pt x="52608" y="188570"/>
                  </a:lnTo>
                  <a:lnTo>
                    <a:pt x="56115" y="187974"/>
                  </a:lnTo>
                  <a:lnTo>
                    <a:pt x="59622" y="187375"/>
                  </a:lnTo>
                  <a:lnTo>
                    <a:pt x="63129" y="186774"/>
                  </a:lnTo>
                  <a:lnTo>
                    <a:pt x="66636" y="186171"/>
                  </a:lnTo>
                  <a:lnTo>
                    <a:pt x="70144" y="185566"/>
                  </a:lnTo>
                  <a:lnTo>
                    <a:pt x="73651" y="184959"/>
                  </a:lnTo>
                  <a:lnTo>
                    <a:pt x="77158" y="184349"/>
                  </a:lnTo>
                  <a:lnTo>
                    <a:pt x="80665" y="183738"/>
                  </a:lnTo>
                  <a:lnTo>
                    <a:pt x="84172" y="183124"/>
                  </a:lnTo>
                  <a:lnTo>
                    <a:pt x="87680" y="182508"/>
                  </a:lnTo>
                  <a:lnTo>
                    <a:pt x="91187" y="181890"/>
                  </a:lnTo>
                  <a:lnTo>
                    <a:pt x="94694" y="181269"/>
                  </a:lnTo>
                  <a:lnTo>
                    <a:pt x="98201" y="180647"/>
                  </a:lnTo>
                  <a:lnTo>
                    <a:pt x="101708" y="180022"/>
                  </a:lnTo>
                  <a:lnTo>
                    <a:pt x="105216" y="179395"/>
                  </a:lnTo>
                  <a:lnTo>
                    <a:pt x="108723" y="178766"/>
                  </a:lnTo>
                  <a:lnTo>
                    <a:pt x="112230" y="178135"/>
                  </a:lnTo>
                  <a:lnTo>
                    <a:pt x="115737" y="177502"/>
                  </a:lnTo>
                  <a:lnTo>
                    <a:pt x="119244" y="176866"/>
                  </a:lnTo>
                  <a:lnTo>
                    <a:pt x="122752" y="176228"/>
                  </a:lnTo>
                  <a:lnTo>
                    <a:pt x="126259" y="175588"/>
                  </a:lnTo>
                  <a:lnTo>
                    <a:pt x="129766" y="174946"/>
                  </a:lnTo>
                  <a:lnTo>
                    <a:pt x="133273" y="174301"/>
                  </a:lnTo>
                  <a:lnTo>
                    <a:pt x="136781" y="173654"/>
                  </a:lnTo>
                  <a:lnTo>
                    <a:pt x="140288" y="173005"/>
                  </a:lnTo>
                  <a:lnTo>
                    <a:pt x="143795" y="172354"/>
                  </a:lnTo>
                  <a:lnTo>
                    <a:pt x="147302" y="171701"/>
                  </a:lnTo>
                  <a:lnTo>
                    <a:pt x="150809" y="171045"/>
                  </a:lnTo>
                  <a:lnTo>
                    <a:pt x="154317" y="170387"/>
                  </a:lnTo>
                  <a:lnTo>
                    <a:pt x="157824" y="169727"/>
                  </a:lnTo>
                  <a:lnTo>
                    <a:pt x="161331" y="169065"/>
                  </a:lnTo>
                  <a:lnTo>
                    <a:pt x="164838" y="168400"/>
                  </a:lnTo>
                  <a:lnTo>
                    <a:pt x="168345" y="167733"/>
                  </a:lnTo>
                  <a:lnTo>
                    <a:pt x="171853" y="167064"/>
                  </a:lnTo>
                  <a:lnTo>
                    <a:pt x="175360" y="166392"/>
                  </a:lnTo>
                  <a:lnTo>
                    <a:pt x="178867" y="165719"/>
                  </a:lnTo>
                  <a:lnTo>
                    <a:pt x="182374" y="165043"/>
                  </a:lnTo>
                  <a:lnTo>
                    <a:pt x="185881" y="164365"/>
                  </a:lnTo>
                  <a:lnTo>
                    <a:pt x="189389" y="163684"/>
                  </a:lnTo>
                  <a:lnTo>
                    <a:pt x="192896" y="163001"/>
                  </a:lnTo>
                  <a:lnTo>
                    <a:pt x="196403" y="162316"/>
                  </a:lnTo>
                  <a:lnTo>
                    <a:pt x="199910" y="161629"/>
                  </a:lnTo>
                  <a:lnTo>
                    <a:pt x="203417" y="160940"/>
                  </a:lnTo>
                  <a:lnTo>
                    <a:pt x="206925" y="160248"/>
                  </a:lnTo>
                  <a:lnTo>
                    <a:pt x="210432" y="159554"/>
                  </a:lnTo>
                  <a:lnTo>
                    <a:pt x="213939" y="158857"/>
                  </a:lnTo>
                  <a:lnTo>
                    <a:pt x="217446" y="158159"/>
                  </a:lnTo>
                  <a:lnTo>
                    <a:pt x="220953" y="157458"/>
                  </a:lnTo>
                  <a:lnTo>
                    <a:pt x="224461" y="156754"/>
                  </a:lnTo>
                  <a:lnTo>
                    <a:pt x="227968" y="156049"/>
                  </a:lnTo>
                  <a:lnTo>
                    <a:pt x="231475" y="155341"/>
                  </a:lnTo>
                  <a:lnTo>
                    <a:pt x="234982" y="154631"/>
                  </a:lnTo>
                  <a:lnTo>
                    <a:pt x="238489" y="153918"/>
                  </a:lnTo>
                  <a:lnTo>
                    <a:pt x="241997" y="153204"/>
                  </a:lnTo>
                  <a:lnTo>
                    <a:pt x="245504" y="152487"/>
                  </a:lnTo>
                  <a:lnTo>
                    <a:pt x="249011" y="151767"/>
                  </a:lnTo>
                  <a:lnTo>
                    <a:pt x="252518" y="151046"/>
                  </a:lnTo>
                  <a:lnTo>
                    <a:pt x="256026" y="150322"/>
                  </a:lnTo>
                  <a:lnTo>
                    <a:pt x="259533" y="149596"/>
                  </a:lnTo>
                  <a:lnTo>
                    <a:pt x="263040" y="148867"/>
                  </a:lnTo>
                  <a:lnTo>
                    <a:pt x="266547" y="148136"/>
                  </a:lnTo>
                  <a:lnTo>
                    <a:pt x="270054" y="147403"/>
                  </a:lnTo>
                  <a:lnTo>
                    <a:pt x="273562" y="146668"/>
                  </a:lnTo>
                  <a:lnTo>
                    <a:pt x="277069" y="145930"/>
                  </a:lnTo>
                  <a:lnTo>
                    <a:pt x="280576" y="145190"/>
                  </a:lnTo>
                  <a:lnTo>
                    <a:pt x="284083" y="144447"/>
                  </a:lnTo>
                  <a:lnTo>
                    <a:pt x="287590" y="143703"/>
                  </a:lnTo>
                  <a:lnTo>
                    <a:pt x="291098" y="142955"/>
                  </a:lnTo>
                  <a:lnTo>
                    <a:pt x="294605" y="142206"/>
                  </a:lnTo>
                  <a:lnTo>
                    <a:pt x="298112" y="141455"/>
                  </a:lnTo>
                  <a:lnTo>
                    <a:pt x="301619" y="140701"/>
                  </a:lnTo>
                  <a:lnTo>
                    <a:pt x="305126" y="139944"/>
                  </a:lnTo>
                  <a:lnTo>
                    <a:pt x="308634" y="139186"/>
                  </a:lnTo>
                  <a:lnTo>
                    <a:pt x="312141" y="138425"/>
                  </a:lnTo>
                  <a:lnTo>
                    <a:pt x="315648" y="137662"/>
                  </a:lnTo>
                  <a:lnTo>
                    <a:pt x="319155" y="136896"/>
                  </a:lnTo>
                  <a:lnTo>
                    <a:pt x="322662" y="136128"/>
                  </a:lnTo>
                  <a:lnTo>
                    <a:pt x="326170" y="135358"/>
                  </a:lnTo>
                  <a:lnTo>
                    <a:pt x="329677" y="134585"/>
                  </a:lnTo>
                  <a:lnTo>
                    <a:pt x="333184" y="133811"/>
                  </a:lnTo>
                  <a:lnTo>
                    <a:pt x="336691" y="133034"/>
                  </a:lnTo>
                  <a:lnTo>
                    <a:pt x="340198" y="132254"/>
                  </a:lnTo>
                  <a:lnTo>
                    <a:pt x="343706" y="131472"/>
                  </a:lnTo>
                  <a:lnTo>
                    <a:pt x="347213" y="130688"/>
                  </a:lnTo>
                  <a:lnTo>
                    <a:pt x="350720" y="129902"/>
                  </a:lnTo>
                  <a:lnTo>
                    <a:pt x="354227" y="129113"/>
                  </a:lnTo>
                  <a:lnTo>
                    <a:pt x="357734" y="128322"/>
                  </a:lnTo>
                  <a:lnTo>
                    <a:pt x="361242" y="127529"/>
                  </a:lnTo>
                  <a:lnTo>
                    <a:pt x="364749" y="126733"/>
                  </a:lnTo>
                  <a:lnTo>
                    <a:pt x="368256" y="125935"/>
                  </a:lnTo>
                  <a:lnTo>
                    <a:pt x="371763" y="125135"/>
                  </a:lnTo>
                  <a:lnTo>
                    <a:pt x="375271" y="124333"/>
                  </a:lnTo>
                  <a:lnTo>
                    <a:pt x="378778" y="123528"/>
                  </a:lnTo>
                  <a:lnTo>
                    <a:pt x="382285" y="122721"/>
                  </a:lnTo>
                  <a:lnTo>
                    <a:pt x="385792" y="121911"/>
                  </a:lnTo>
                  <a:lnTo>
                    <a:pt x="389299" y="121100"/>
                  </a:lnTo>
                  <a:lnTo>
                    <a:pt x="392807" y="120285"/>
                  </a:lnTo>
                  <a:lnTo>
                    <a:pt x="396314" y="119469"/>
                  </a:lnTo>
                  <a:lnTo>
                    <a:pt x="399821" y="118651"/>
                  </a:lnTo>
                  <a:lnTo>
                    <a:pt x="403328" y="117830"/>
                  </a:lnTo>
                  <a:lnTo>
                    <a:pt x="406835" y="117006"/>
                  </a:lnTo>
                  <a:lnTo>
                    <a:pt x="410343" y="116181"/>
                  </a:lnTo>
                  <a:lnTo>
                    <a:pt x="413850" y="115353"/>
                  </a:lnTo>
                  <a:lnTo>
                    <a:pt x="417357" y="114523"/>
                  </a:lnTo>
                  <a:lnTo>
                    <a:pt x="420864" y="113691"/>
                  </a:lnTo>
                  <a:lnTo>
                    <a:pt x="424371" y="112856"/>
                  </a:lnTo>
                  <a:lnTo>
                    <a:pt x="427879" y="112019"/>
                  </a:lnTo>
                  <a:lnTo>
                    <a:pt x="431386" y="111180"/>
                  </a:lnTo>
                  <a:lnTo>
                    <a:pt x="434893" y="110339"/>
                  </a:lnTo>
                  <a:lnTo>
                    <a:pt x="438400" y="109495"/>
                  </a:lnTo>
                  <a:lnTo>
                    <a:pt x="441907" y="108649"/>
                  </a:lnTo>
                  <a:lnTo>
                    <a:pt x="445415" y="107801"/>
                  </a:lnTo>
                  <a:lnTo>
                    <a:pt x="448922" y="106951"/>
                  </a:lnTo>
                  <a:lnTo>
                    <a:pt x="452429" y="106098"/>
                  </a:lnTo>
                  <a:lnTo>
                    <a:pt x="455936" y="105243"/>
                  </a:lnTo>
                  <a:lnTo>
                    <a:pt x="459443" y="104386"/>
                  </a:lnTo>
                  <a:lnTo>
                    <a:pt x="462951" y="103526"/>
                  </a:lnTo>
                  <a:lnTo>
                    <a:pt x="466458" y="102665"/>
                  </a:lnTo>
                  <a:lnTo>
                    <a:pt x="469965" y="101801"/>
                  </a:lnTo>
                  <a:lnTo>
                    <a:pt x="473472" y="100935"/>
                  </a:lnTo>
                  <a:lnTo>
                    <a:pt x="476979" y="100066"/>
                  </a:lnTo>
                  <a:lnTo>
                    <a:pt x="480487" y="99196"/>
                  </a:lnTo>
                  <a:lnTo>
                    <a:pt x="483994" y="98323"/>
                  </a:lnTo>
                  <a:lnTo>
                    <a:pt x="487501" y="97448"/>
                  </a:lnTo>
                  <a:lnTo>
                    <a:pt x="491008" y="96571"/>
                  </a:lnTo>
                  <a:lnTo>
                    <a:pt x="494516" y="95691"/>
                  </a:lnTo>
                  <a:lnTo>
                    <a:pt x="498023" y="94810"/>
                  </a:lnTo>
                  <a:lnTo>
                    <a:pt x="501530" y="93926"/>
                  </a:lnTo>
                  <a:lnTo>
                    <a:pt x="505037" y="93040"/>
                  </a:lnTo>
                  <a:lnTo>
                    <a:pt x="508544" y="92152"/>
                  </a:lnTo>
                  <a:lnTo>
                    <a:pt x="512052" y="91261"/>
                  </a:lnTo>
                  <a:lnTo>
                    <a:pt x="515559" y="90369"/>
                  </a:lnTo>
                  <a:lnTo>
                    <a:pt x="519066" y="89474"/>
                  </a:lnTo>
                  <a:lnTo>
                    <a:pt x="522573" y="88577"/>
                  </a:lnTo>
                  <a:lnTo>
                    <a:pt x="526080" y="87678"/>
                  </a:lnTo>
                  <a:lnTo>
                    <a:pt x="529588" y="86777"/>
                  </a:lnTo>
                  <a:lnTo>
                    <a:pt x="533095" y="85874"/>
                  </a:lnTo>
                  <a:lnTo>
                    <a:pt x="536602" y="84968"/>
                  </a:lnTo>
                  <a:lnTo>
                    <a:pt x="540109" y="84061"/>
                  </a:lnTo>
                  <a:lnTo>
                    <a:pt x="543616" y="83151"/>
                  </a:lnTo>
                  <a:lnTo>
                    <a:pt x="547124" y="82239"/>
                  </a:lnTo>
                  <a:lnTo>
                    <a:pt x="550631" y="81325"/>
                  </a:lnTo>
                  <a:lnTo>
                    <a:pt x="554138" y="80409"/>
                  </a:lnTo>
                  <a:lnTo>
                    <a:pt x="557645" y="79491"/>
                  </a:lnTo>
                  <a:lnTo>
                    <a:pt x="561152" y="78571"/>
                  </a:lnTo>
                  <a:lnTo>
                    <a:pt x="564660" y="77649"/>
                  </a:lnTo>
                  <a:lnTo>
                    <a:pt x="568167" y="76724"/>
                  </a:lnTo>
                  <a:lnTo>
                    <a:pt x="571674" y="75798"/>
                  </a:lnTo>
                  <a:lnTo>
                    <a:pt x="575181" y="74869"/>
                  </a:lnTo>
                  <a:lnTo>
                    <a:pt x="578688" y="73939"/>
                  </a:lnTo>
                  <a:lnTo>
                    <a:pt x="582196" y="73006"/>
                  </a:lnTo>
                  <a:lnTo>
                    <a:pt x="585703" y="72071"/>
                  </a:lnTo>
                  <a:lnTo>
                    <a:pt x="589210" y="71135"/>
                  </a:lnTo>
                  <a:lnTo>
                    <a:pt x="592717" y="70196"/>
                  </a:lnTo>
                  <a:lnTo>
                    <a:pt x="596224" y="69255"/>
                  </a:lnTo>
                  <a:lnTo>
                    <a:pt x="599732" y="68312"/>
                  </a:lnTo>
                  <a:lnTo>
                    <a:pt x="603239" y="67367"/>
                  </a:lnTo>
                  <a:lnTo>
                    <a:pt x="606746" y="66421"/>
                  </a:lnTo>
                  <a:lnTo>
                    <a:pt x="610253" y="65472"/>
                  </a:lnTo>
                  <a:lnTo>
                    <a:pt x="613761" y="64521"/>
                  </a:lnTo>
                  <a:lnTo>
                    <a:pt x="617268" y="63568"/>
                  </a:lnTo>
                  <a:lnTo>
                    <a:pt x="620775" y="62613"/>
                  </a:lnTo>
                  <a:lnTo>
                    <a:pt x="624282" y="61657"/>
                  </a:lnTo>
                  <a:lnTo>
                    <a:pt x="627789" y="60698"/>
                  </a:lnTo>
                  <a:lnTo>
                    <a:pt x="631297" y="59738"/>
                  </a:lnTo>
                  <a:lnTo>
                    <a:pt x="634804" y="58775"/>
                  </a:lnTo>
                  <a:lnTo>
                    <a:pt x="638311" y="57811"/>
                  </a:lnTo>
                  <a:lnTo>
                    <a:pt x="641818" y="56844"/>
                  </a:lnTo>
                  <a:lnTo>
                    <a:pt x="645325" y="55876"/>
                  </a:lnTo>
                  <a:lnTo>
                    <a:pt x="648833" y="54906"/>
                  </a:lnTo>
                  <a:lnTo>
                    <a:pt x="652340" y="53934"/>
                  </a:lnTo>
                  <a:lnTo>
                    <a:pt x="655847" y="52960"/>
                  </a:lnTo>
                  <a:lnTo>
                    <a:pt x="659354" y="51984"/>
                  </a:lnTo>
                  <a:lnTo>
                    <a:pt x="662861" y="51007"/>
                  </a:lnTo>
                  <a:lnTo>
                    <a:pt x="666369" y="50027"/>
                  </a:lnTo>
                  <a:lnTo>
                    <a:pt x="669876" y="49046"/>
                  </a:lnTo>
                  <a:lnTo>
                    <a:pt x="673383" y="48063"/>
                  </a:lnTo>
                  <a:lnTo>
                    <a:pt x="676890" y="47078"/>
                  </a:lnTo>
                  <a:lnTo>
                    <a:pt x="680397" y="46091"/>
                  </a:lnTo>
                  <a:lnTo>
                    <a:pt x="683905" y="45102"/>
                  </a:lnTo>
                  <a:lnTo>
                    <a:pt x="687412" y="44112"/>
                  </a:lnTo>
                  <a:lnTo>
                    <a:pt x="690919" y="43120"/>
                  </a:lnTo>
                  <a:lnTo>
                    <a:pt x="694426" y="42126"/>
                  </a:lnTo>
                  <a:lnTo>
                    <a:pt x="697933" y="41130"/>
                  </a:lnTo>
                  <a:lnTo>
                    <a:pt x="701441" y="40133"/>
                  </a:lnTo>
                  <a:lnTo>
                    <a:pt x="704948" y="39134"/>
                  </a:lnTo>
                  <a:lnTo>
                    <a:pt x="708455" y="38133"/>
                  </a:lnTo>
                  <a:lnTo>
                    <a:pt x="711962" y="37131"/>
                  </a:lnTo>
                  <a:lnTo>
                    <a:pt x="715469" y="36126"/>
                  </a:lnTo>
                  <a:lnTo>
                    <a:pt x="718977" y="35120"/>
                  </a:lnTo>
                  <a:lnTo>
                    <a:pt x="722484" y="34113"/>
                  </a:lnTo>
                  <a:lnTo>
                    <a:pt x="725991" y="33104"/>
                  </a:lnTo>
                  <a:lnTo>
                    <a:pt x="729498" y="32093"/>
                  </a:lnTo>
                  <a:lnTo>
                    <a:pt x="733006" y="31080"/>
                  </a:lnTo>
                  <a:lnTo>
                    <a:pt x="736513" y="30066"/>
                  </a:lnTo>
                  <a:lnTo>
                    <a:pt x="740020" y="29050"/>
                  </a:lnTo>
                  <a:lnTo>
                    <a:pt x="743527" y="28033"/>
                  </a:lnTo>
                  <a:lnTo>
                    <a:pt x="747034" y="27014"/>
                  </a:lnTo>
                  <a:lnTo>
                    <a:pt x="750542" y="25993"/>
                  </a:lnTo>
                  <a:lnTo>
                    <a:pt x="754049" y="24971"/>
                  </a:lnTo>
                  <a:lnTo>
                    <a:pt x="757556" y="23947"/>
                  </a:lnTo>
                  <a:lnTo>
                    <a:pt x="761063" y="22922"/>
                  </a:lnTo>
                  <a:lnTo>
                    <a:pt x="764570" y="21895"/>
                  </a:lnTo>
                  <a:lnTo>
                    <a:pt x="768078" y="20867"/>
                  </a:lnTo>
                  <a:lnTo>
                    <a:pt x="771585" y="19837"/>
                  </a:lnTo>
                  <a:lnTo>
                    <a:pt x="775092" y="18805"/>
                  </a:lnTo>
                  <a:lnTo>
                    <a:pt x="778599" y="17772"/>
                  </a:lnTo>
                  <a:lnTo>
                    <a:pt x="782106" y="16738"/>
                  </a:lnTo>
                  <a:lnTo>
                    <a:pt x="785614" y="15702"/>
                  </a:lnTo>
                  <a:lnTo>
                    <a:pt x="789121" y="14665"/>
                  </a:lnTo>
                  <a:lnTo>
                    <a:pt x="792628" y="13626"/>
                  </a:lnTo>
                  <a:lnTo>
                    <a:pt x="796135" y="12586"/>
                  </a:lnTo>
                  <a:lnTo>
                    <a:pt x="799642" y="11545"/>
                  </a:lnTo>
                  <a:lnTo>
                    <a:pt x="803150" y="10502"/>
                  </a:lnTo>
                  <a:lnTo>
                    <a:pt x="806657" y="9458"/>
                  </a:lnTo>
                  <a:lnTo>
                    <a:pt x="810164" y="8412"/>
                  </a:lnTo>
                  <a:lnTo>
                    <a:pt x="813671" y="7365"/>
                  </a:lnTo>
                  <a:lnTo>
                    <a:pt x="817178" y="6317"/>
                  </a:lnTo>
                  <a:lnTo>
                    <a:pt x="820686" y="5267"/>
                  </a:lnTo>
                  <a:lnTo>
                    <a:pt x="824193" y="4216"/>
                  </a:lnTo>
                  <a:lnTo>
                    <a:pt x="827700" y="3164"/>
                  </a:lnTo>
                  <a:lnTo>
                    <a:pt x="831207" y="2110"/>
                  </a:lnTo>
                  <a:lnTo>
                    <a:pt x="834714" y="1056"/>
                  </a:lnTo>
                  <a:lnTo>
                    <a:pt x="838222" y="0"/>
                  </a:lnTo>
                </a:path>
              </a:pathLst>
            </a:custGeom>
            <a:ln w="28456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439121" y="4219300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439121" y="4632901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3481032" y="4970200"/>
              <a:ext cx="838222" cy="335854"/>
            </a:xfrm>
            <a:custGeom>
              <a:avLst/>
              <a:pathLst>
                <a:path w="838222" h="335854">
                  <a:moveTo>
                    <a:pt x="0" y="234927"/>
                  </a:moveTo>
                  <a:lnTo>
                    <a:pt x="3507" y="234896"/>
                  </a:lnTo>
                  <a:lnTo>
                    <a:pt x="7014" y="234868"/>
                  </a:lnTo>
                  <a:lnTo>
                    <a:pt x="10521" y="234699"/>
                  </a:lnTo>
                  <a:lnTo>
                    <a:pt x="14028" y="234414"/>
                  </a:lnTo>
                  <a:lnTo>
                    <a:pt x="17536" y="234220"/>
                  </a:lnTo>
                  <a:lnTo>
                    <a:pt x="21043" y="234129"/>
                  </a:lnTo>
                  <a:lnTo>
                    <a:pt x="24550" y="233954"/>
                  </a:lnTo>
                  <a:lnTo>
                    <a:pt x="28057" y="233798"/>
                  </a:lnTo>
                  <a:lnTo>
                    <a:pt x="31564" y="233575"/>
                  </a:lnTo>
                  <a:lnTo>
                    <a:pt x="35072" y="233371"/>
                  </a:lnTo>
                  <a:lnTo>
                    <a:pt x="38579" y="233030"/>
                  </a:lnTo>
                  <a:lnTo>
                    <a:pt x="42086" y="232865"/>
                  </a:lnTo>
                  <a:lnTo>
                    <a:pt x="45593" y="232701"/>
                  </a:lnTo>
                  <a:lnTo>
                    <a:pt x="49100" y="232490"/>
                  </a:lnTo>
                  <a:lnTo>
                    <a:pt x="52608" y="232199"/>
                  </a:lnTo>
                  <a:lnTo>
                    <a:pt x="56115" y="231956"/>
                  </a:lnTo>
                  <a:lnTo>
                    <a:pt x="59622" y="231864"/>
                  </a:lnTo>
                  <a:lnTo>
                    <a:pt x="63129" y="231730"/>
                  </a:lnTo>
                  <a:lnTo>
                    <a:pt x="66636" y="231667"/>
                  </a:lnTo>
                  <a:lnTo>
                    <a:pt x="70144" y="231405"/>
                  </a:lnTo>
                  <a:lnTo>
                    <a:pt x="73651" y="231068"/>
                  </a:lnTo>
                  <a:lnTo>
                    <a:pt x="77158" y="230749"/>
                  </a:lnTo>
                  <a:lnTo>
                    <a:pt x="80665" y="230463"/>
                  </a:lnTo>
                  <a:lnTo>
                    <a:pt x="84172" y="230244"/>
                  </a:lnTo>
                  <a:lnTo>
                    <a:pt x="87680" y="229975"/>
                  </a:lnTo>
                  <a:lnTo>
                    <a:pt x="91187" y="229778"/>
                  </a:lnTo>
                  <a:lnTo>
                    <a:pt x="94694" y="229399"/>
                  </a:lnTo>
                  <a:lnTo>
                    <a:pt x="98201" y="229087"/>
                  </a:lnTo>
                  <a:lnTo>
                    <a:pt x="101708" y="228824"/>
                  </a:lnTo>
                  <a:lnTo>
                    <a:pt x="105216" y="228669"/>
                  </a:lnTo>
                  <a:lnTo>
                    <a:pt x="108723" y="228478"/>
                  </a:lnTo>
                  <a:lnTo>
                    <a:pt x="112230" y="228313"/>
                  </a:lnTo>
                  <a:lnTo>
                    <a:pt x="115737" y="228202"/>
                  </a:lnTo>
                  <a:lnTo>
                    <a:pt x="119244" y="228104"/>
                  </a:lnTo>
                  <a:lnTo>
                    <a:pt x="122752" y="227936"/>
                  </a:lnTo>
                  <a:lnTo>
                    <a:pt x="126259" y="227537"/>
                  </a:lnTo>
                  <a:lnTo>
                    <a:pt x="129766" y="227308"/>
                  </a:lnTo>
                  <a:lnTo>
                    <a:pt x="133273" y="226788"/>
                  </a:lnTo>
                  <a:lnTo>
                    <a:pt x="136781" y="226620"/>
                  </a:lnTo>
                  <a:lnTo>
                    <a:pt x="140288" y="226470"/>
                  </a:lnTo>
                  <a:lnTo>
                    <a:pt x="143795" y="226123"/>
                  </a:lnTo>
                  <a:lnTo>
                    <a:pt x="147302" y="225693"/>
                  </a:lnTo>
                  <a:lnTo>
                    <a:pt x="150809" y="225499"/>
                  </a:lnTo>
                  <a:lnTo>
                    <a:pt x="154317" y="225266"/>
                  </a:lnTo>
                  <a:lnTo>
                    <a:pt x="157824" y="225065"/>
                  </a:lnTo>
                  <a:lnTo>
                    <a:pt x="161331" y="224976"/>
                  </a:lnTo>
                  <a:lnTo>
                    <a:pt x="164838" y="224826"/>
                  </a:lnTo>
                  <a:lnTo>
                    <a:pt x="168345" y="224541"/>
                  </a:lnTo>
                  <a:lnTo>
                    <a:pt x="171853" y="224255"/>
                  </a:lnTo>
                  <a:lnTo>
                    <a:pt x="175360" y="224084"/>
                  </a:lnTo>
                  <a:lnTo>
                    <a:pt x="178867" y="223658"/>
                  </a:lnTo>
                  <a:lnTo>
                    <a:pt x="182374" y="223297"/>
                  </a:lnTo>
                  <a:lnTo>
                    <a:pt x="185881" y="223347"/>
                  </a:lnTo>
                  <a:lnTo>
                    <a:pt x="189389" y="223029"/>
                  </a:lnTo>
                  <a:lnTo>
                    <a:pt x="192896" y="222799"/>
                  </a:lnTo>
                  <a:lnTo>
                    <a:pt x="196403" y="222569"/>
                  </a:lnTo>
                  <a:lnTo>
                    <a:pt x="199910" y="222145"/>
                  </a:lnTo>
                  <a:lnTo>
                    <a:pt x="203417" y="221726"/>
                  </a:lnTo>
                  <a:lnTo>
                    <a:pt x="206925" y="221312"/>
                  </a:lnTo>
                  <a:lnTo>
                    <a:pt x="210432" y="220689"/>
                  </a:lnTo>
                  <a:lnTo>
                    <a:pt x="213939" y="220448"/>
                  </a:lnTo>
                  <a:lnTo>
                    <a:pt x="217446" y="220217"/>
                  </a:lnTo>
                  <a:lnTo>
                    <a:pt x="220953" y="219889"/>
                  </a:lnTo>
                  <a:lnTo>
                    <a:pt x="224461" y="219514"/>
                  </a:lnTo>
                  <a:lnTo>
                    <a:pt x="227968" y="219156"/>
                  </a:lnTo>
                  <a:lnTo>
                    <a:pt x="231475" y="218884"/>
                  </a:lnTo>
                  <a:lnTo>
                    <a:pt x="234982" y="218370"/>
                  </a:lnTo>
                  <a:lnTo>
                    <a:pt x="238489" y="218099"/>
                  </a:lnTo>
                  <a:lnTo>
                    <a:pt x="241997" y="217830"/>
                  </a:lnTo>
                  <a:lnTo>
                    <a:pt x="245504" y="217443"/>
                  </a:lnTo>
                  <a:lnTo>
                    <a:pt x="249011" y="217132"/>
                  </a:lnTo>
                  <a:lnTo>
                    <a:pt x="252518" y="216688"/>
                  </a:lnTo>
                  <a:lnTo>
                    <a:pt x="256026" y="216283"/>
                  </a:lnTo>
                  <a:lnTo>
                    <a:pt x="259533" y="215825"/>
                  </a:lnTo>
                  <a:lnTo>
                    <a:pt x="263040" y="215416"/>
                  </a:lnTo>
                  <a:lnTo>
                    <a:pt x="266547" y="214786"/>
                  </a:lnTo>
                  <a:lnTo>
                    <a:pt x="270054" y="214388"/>
                  </a:lnTo>
                  <a:lnTo>
                    <a:pt x="273562" y="214027"/>
                  </a:lnTo>
                  <a:lnTo>
                    <a:pt x="277069" y="213503"/>
                  </a:lnTo>
                  <a:lnTo>
                    <a:pt x="280576" y="212814"/>
                  </a:lnTo>
                  <a:lnTo>
                    <a:pt x="284083" y="212310"/>
                  </a:lnTo>
                  <a:lnTo>
                    <a:pt x="287590" y="211991"/>
                  </a:lnTo>
                  <a:lnTo>
                    <a:pt x="291098" y="211468"/>
                  </a:lnTo>
                  <a:lnTo>
                    <a:pt x="294605" y="210838"/>
                  </a:lnTo>
                  <a:lnTo>
                    <a:pt x="298112" y="210345"/>
                  </a:lnTo>
                  <a:lnTo>
                    <a:pt x="301619" y="209904"/>
                  </a:lnTo>
                  <a:lnTo>
                    <a:pt x="305126" y="209184"/>
                  </a:lnTo>
                  <a:lnTo>
                    <a:pt x="308634" y="208828"/>
                  </a:lnTo>
                  <a:lnTo>
                    <a:pt x="312141" y="208324"/>
                  </a:lnTo>
                  <a:lnTo>
                    <a:pt x="315648" y="207829"/>
                  </a:lnTo>
                  <a:lnTo>
                    <a:pt x="319155" y="207326"/>
                  </a:lnTo>
                  <a:lnTo>
                    <a:pt x="322662" y="206739"/>
                  </a:lnTo>
                  <a:lnTo>
                    <a:pt x="326170" y="206290"/>
                  </a:lnTo>
                  <a:lnTo>
                    <a:pt x="329677" y="205477"/>
                  </a:lnTo>
                  <a:lnTo>
                    <a:pt x="333184" y="204658"/>
                  </a:lnTo>
                  <a:lnTo>
                    <a:pt x="336691" y="203993"/>
                  </a:lnTo>
                  <a:lnTo>
                    <a:pt x="340198" y="203382"/>
                  </a:lnTo>
                  <a:lnTo>
                    <a:pt x="343706" y="202680"/>
                  </a:lnTo>
                  <a:lnTo>
                    <a:pt x="347213" y="201896"/>
                  </a:lnTo>
                  <a:lnTo>
                    <a:pt x="350720" y="201361"/>
                  </a:lnTo>
                  <a:lnTo>
                    <a:pt x="354227" y="200870"/>
                  </a:lnTo>
                  <a:lnTo>
                    <a:pt x="357734" y="200276"/>
                  </a:lnTo>
                  <a:lnTo>
                    <a:pt x="361242" y="199668"/>
                  </a:lnTo>
                  <a:lnTo>
                    <a:pt x="364749" y="198781"/>
                  </a:lnTo>
                  <a:lnTo>
                    <a:pt x="368256" y="197948"/>
                  </a:lnTo>
                  <a:lnTo>
                    <a:pt x="371763" y="196945"/>
                  </a:lnTo>
                  <a:lnTo>
                    <a:pt x="375271" y="196034"/>
                  </a:lnTo>
                  <a:lnTo>
                    <a:pt x="378778" y="194923"/>
                  </a:lnTo>
                  <a:lnTo>
                    <a:pt x="382285" y="194012"/>
                  </a:lnTo>
                  <a:lnTo>
                    <a:pt x="385792" y="192959"/>
                  </a:lnTo>
                  <a:lnTo>
                    <a:pt x="389299" y="192134"/>
                  </a:lnTo>
                  <a:lnTo>
                    <a:pt x="392807" y="191346"/>
                  </a:lnTo>
                  <a:lnTo>
                    <a:pt x="396314" y="190243"/>
                  </a:lnTo>
                  <a:lnTo>
                    <a:pt x="399821" y="189354"/>
                  </a:lnTo>
                  <a:lnTo>
                    <a:pt x="403328" y="188404"/>
                  </a:lnTo>
                  <a:lnTo>
                    <a:pt x="406835" y="187550"/>
                  </a:lnTo>
                  <a:lnTo>
                    <a:pt x="410343" y="186518"/>
                  </a:lnTo>
                  <a:lnTo>
                    <a:pt x="413850" y="185231"/>
                  </a:lnTo>
                  <a:lnTo>
                    <a:pt x="417357" y="184187"/>
                  </a:lnTo>
                  <a:lnTo>
                    <a:pt x="420864" y="182991"/>
                  </a:lnTo>
                  <a:lnTo>
                    <a:pt x="424371" y="181934"/>
                  </a:lnTo>
                  <a:lnTo>
                    <a:pt x="427879" y="180720"/>
                  </a:lnTo>
                  <a:lnTo>
                    <a:pt x="431386" y="179541"/>
                  </a:lnTo>
                  <a:lnTo>
                    <a:pt x="434893" y="178509"/>
                  </a:lnTo>
                  <a:lnTo>
                    <a:pt x="438400" y="177628"/>
                  </a:lnTo>
                  <a:lnTo>
                    <a:pt x="441907" y="176664"/>
                  </a:lnTo>
                  <a:lnTo>
                    <a:pt x="445415" y="175498"/>
                  </a:lnTo>
                  <a:lnTo>
                    <a:pt x="448922" y="174735"/>
                  </a:lnTo>
                  <a:lnTo>
                    <a:pt x="452429" y="173429"/>
                  </a:lnTo>
                  <a:lnTo>
                    <a:pt x="455936" y="172120"/>
                  </a:lnTo>
                  <a:lnTo>
                    <a:pt x="459443" y="170677"/>
                  </a:lnTo>
                  <a:lnTo>
                    <a:pt x="462951" y="169521"/>
                  </a:lnTo>
                  <a:lnTo>
                    <a:pt x="466458" y="168672"/>
                  </a:lnTo>
                  <a:lnTo>
                    <a:pt x="469965" y="167445"/>
                  </a:lnTo>
                  <a:lnTo>
                    <a:pt x="473472" y="165969"/>
                  </a:lnTo>
                  <a:lnTo>
                    <a:pt x="476979" y="164489"/>
                  </a:lnTo>
                  <a:lnTo>
                    <a:pt x="480487" y="163235"/>
                  </a:lnTo>
                  <a:lnTo>
                    <a:pt x="483994" y="162030"/>
                  </a:lnTo>
                  <a:lnTo>
                    <a:pt x="487501" y="160762"/>
                  </a:lnTo>
                  <a:lnTo>
                    <a:pt x="491008" y="159523"/>
                  </a:lnTo>
                  <a:lnTo>
                    <a:pt x="494516" y="158229"/>
                  </a:lnTo>
                  <a:lnTo>
                    <a:pt x="498023" y="157015"/>
                  </a:lnTo>
                  <a:lnTo>
                    <a:pt x="501530" y="155826"/>
                  </a:lnTo>
                  <a:lnTo>
                    <a:pt x="505037" y="154658"/>
                  </a:lnTo>
                  <a:lnTo>
                    <a:pt x="508544" y="153434"/>
                  </a:lnTo>
                  <a:lnTo>
                    <a:pt x="512052" y="152038"/>
                  </a:lnTo>
                  <a:lnTo>
                    <a:pt x="515559" y="150864"/>
                  </a:lnTo>
                  <a:lnTo>
                    <a:pt x="519066" y="149432"/>
                  </a:lnTo>
                  <a:lnTo>
                    <a:pt x="522573" y="147934"/>
                  </a:lnTo>
                  <a:lnTo>
                    <a:pt x="526080" y="146533"/>
                  </a:lnTo>
                  <a:lnTo>
                    <a:pt x="529588" y="145040"/>
                  </a:lnTo>
                  <a:lnTo>
                    <a:pt x="533095" y="143567"/>
                  </a:lnTo>
                  <a:lnTo>
                    <a:pt x="536602" y="142279"/>
                  </a:lnTo>
                  <a:lnTo>
                    <a:pt x="540109" y="140850"/>
                  </a:lnTo>
                  <a:lnTo>
                    <a:pt x="543616" y="139312"/>
                  </a:lnTo>
                  <a:lnTo>
                    <a:pt x="547124" y="137778"/>
                  </a:lnTo>
                  <a:lnTo>
                    <a:pt x="550631" y="136410"/>
                  </a:lnTo>
                  <a:lnTo>
                    <a:pt x="554138" y="134966"/>
                  </a:lnTo>
                  <a:lnTo>
                    <a:pt x="557645" y="133433"/>
                  </a:lnTo>
                  <a:lnTo>
                    <a:pt x="561152" y="131885"/>
                  </a:lnTo>
                  <a:lnTo>
                    <a:pt x="564660" y="130544"/>
                  </a:lnTo>
                  <a:lnTo>
                    <a:pt x="568167" y="129069"/>
                  </a:lnTo>
                  <a:lnTo>
                    <a:pt x="571674" y="127668"/>
                  </a:lnTo>
                  <a:lnTo>
                    <a:pt x="575181" y="126148"/>
                  </a:lnTo>
                  <a:lnTo>
                    <a:pt x="578688" y="124552"/>
                  </a:lnTo>
                  <a:lnTo>
                    <a:pt x="582196" y="123033"/>
                  </a:lnTo>
                  <a:lnTo>
                    <a:pt x="585703" y="121377"/>
                  </a:lnTo>
                  <a:lnTo>
                    <a:pt x="589210" y="119977"/>
                  </a:lnTo>
                  <a:lnTo>
                    <a:pt x="592717" y="118278"/>
                  </a:lnTo>
                  <a:lnTo>
                    <a:pt x="596224" y="116580"/>
                  </a:lnTo>
                  <a:lnTo>
                    <a:pt x="599732" y="115064"/>
                  </a:lnTo>
                  <a:lnTo>
                    <a:pt x="603239" y="113745"/>
                  </a:lnTo>
                  <a:lnTo>
                    <a:pt x="606746" y="112205"/>
                  </a:lnTo>
                  <a:lnTo>
                    <a:pt x="610253" y="110591"/>
                  </a:lnTo>
                  <a:lnTo>
                    <a:pt x="613761" y="108989"/>
                  </a:lnTo>
                  <a:lnTo>
                    <a:pt x="617268" y="107464"/>
                  </a:lnTo>
                  <a:lnTo>
                    <a:pt x="620775" y="105735"/>
                  </a:lnTo>
                  <a:lnTo>
                    <a:pt x="624282" y="104095"/>
                  </a:lnTo>
                  <a:lnTo>
                    <a:pt x="627789" y="102569"/>
                  </a:lnTo>
                  <a:lnTo>
                    <a:pt x="631297" y="101133"/>
                  </a:lnTo>
                  <a:lnTo>
                    <a:pt x="634804" y="99705"/>
                  </a:lnTo>
                  <a:lnTo>
                    <a:pt x="638311" y="98427"/>
                  </a:lnTo>
                  <a:lnTo>
                    <a:pt x="641818" y="96889"/>
                  </a:lnTo>
                  <a:lnTo>
                    <a:pt x="645325" y="95340"/>
                  </a:lnTo>
                  <a:lnTo>
                    <a:pt x="648833" y="93492"/>
                  </a:lnTo>
                  <a:lnTo>
                    <a:pt x="652340" y="91830"/>
                  </a:lnTo>
                  <a:lnTo>
                    <a:pt x="655847" y="90307"/>
                  </a:lnTo>
                  <a:lnTo>
                    <a:pt x="659354" y="88735"/>
                  </a:lnTo>
                  <a:lnTo>
                    <a:pt x="662861" y="87159"/>
                  </a:lnTo>
                  <a:lnTo>
                    <a:pt x="666369" y="85722"/>
                  </a:lnTo>
                  <a:lnTo>
                    <a:pt x="669876" y="84144"/>
                  </a:lnTo>
                  <a:lnTo>
                    <a:pt x="673383" y="82343"/>
                  </a:lnTo>
                  <a:lnTo>
                    <a:pt x="676890" y="80594"/>
                  </a:lnTo>
                  <a:lnTo>
                    <a:pt x="680397" y="79136"/>
                  </a:lnTo>
                  <a:lnTo>
                    <a:pt x="683905" y="77676"/>
                  </a:lnTo>
                  <a:lnTo>
                    <a:pt x="687412" y="76070"/>
                  </a:lnTo>
                  <a:lnTo>
                    <a:pt x="690919" y="74330"/>
                  </a:lnTo>
                  <a:lnTo>
                    <a:pt x="694426" y="72642"/>
                  </a:lnTo>
                  <a:lnTo>
                    <a:pt x="697933" y="71063"/>
                  </a:lnTo>
                  <a:lnTo>
                    <a:pt x="701441" y="69518"/>
                  </a:lnTo>
                  <a:lnTo>
                    <a:pt x="704948" y="67891"/>
                  </a:lnTo>
                  <a:lnTo>
                    <a:pt x="708455" y="66272"/>
                  </a:lnTo>
                  <a:lnTo>
                    <a:pt x="711962" y="64612"/>
                  </a:lnTo>
                  <a:lnTo>
                    <a:pt x="715469" y="62956"/>
                  </a:lnTo>
                  <a:lnTo>
                    <a:pt x="718977" y="61298"/>
                  </a:lnTo>
                  <a:lnTo>
                    <a:pt x="722484" y="59636"/>
                  </a:lnTo>
                  <a:lnTo>
                    <a:pt x="725991" y="57839"/>
                  </a:lnTo>
                  <a:lnTo>
                    <a:pt x="729498" y="56270"/>
                  </a:lnTo>
                  <a:lnTo>
                    <a:pt x="733006" y="54615"/>
                  </a:lnTo>
                  <a:lnTo>
                    <a:pt x="736513" y="52933"/>
                  </a:lnTo>
                  <a:lnTo>
                    <a:pt x="740020" y="51251"/>
                  </a:lnTo>
                  <a:lnTo>
                    <a:pt x="743527" y="49545"/>
                  </a:lnTo>
                  <a:lnTo>
                    <a:pt x="747034" y="47797"/>
                  </a:lnTo>
                  <a:lnTo>
                    <a:pt x="750542" y="46045"/>
                  </a:lnTo>
                  <a:lnTo>
                    <a:pt x="754049" y="44289"/>
                  </a:lnTo>
                  <a:lnTo>
                    <a:pt x="757556" y="42530"/>
                  </a:lnTo>
                  <a:lnTo>
                    <a:pt x="761063" y="40768"/>
                  </a:lnTo>
                  <a:lnTo>
                    <a:pt x="764570" y="39003"/>
                  </a:lnTo>
                  <a:lnTo>
                    <a:pt x="768078" y="37244"/>
                  </a:lnTo>
                  <a:lnTo>
                    <a:pt x="771585" y="35457"/>
                  </a:lnTo>
                  <a:lnTo>
                    <a:pt x="775092" y="33678"/>
                  </a:lnTo>
                  <a:lnTo>
                    <a:pt x="778599" y="31897"/>
                  </a:lnTo>
                  <a:lnTo>
                    <a:pt x="782106" y="30110"/>
                  </a:lnTo>
                  <a:lnTo>
                    <a:pt x="785614" y="28256"/>
                  </a:lnTo>
                  <a:lnTo>
                    <a:pt x="789121" y="26383"/>
                  </a:lnTo>
                  <a:lnTo>
                    <a:pt x="792628" y="24507"/>
                  </a:lnTo>
                  <a:lnTo>
                    <a:pt x="796135" y="22624"/>
                  </a:lnTo>
                  <a:lnTo>
                    <a:pt x="799642" y="20693"/>
                  </a:lnTo>
                  <a:lnTo>
                    <a:pt x="803150" y="18758"/>
                  </a:lnTo>
                  <a:lnTo>
                    <a:pt x="806657" y="16820"/>
                  </a:lnTo>
                  <a:lnTo>
                    <a:pt x="810164" y="14935"/>
                  </a:lnTo>
                  <a:lnTo>
                    <a:pt x="813671" y="13147"/>
                  </a:lnTo>
                  <a:lnTo>
                    <a:pt x="817178" y="11196"/>
                  </a:lnTo>
                  <a:lnTo>
                    <a:pt x="820686" y="9299"/>
                  </a:lnTo>
                  <a:lnTo>
                    <a:pt x="824193" y="7414"/>
                  </a:lnTo>
                  <a:lnTo>
                    <a:pt x="827700" y="5531"/>
                  </a:lnTo>
                  <a:lnTo>
                    <a:pt x="831207" y="3642"/>
                  </a:lnTo>
                  <a:lnTo>
                    <a:pt x="834714" y="1752"/>
                  </a:lnTo>
                  <a:lnTo>
                    <a:pt x="838222" y="0"/>
                  </a:lnTo>
                  <a:lnTo>
                    <a:pt x="838222" y="216933"/>
                  </a:lnTo>
                  <a:lnTo>
                    <a:pt x="834714" y="217126"/>
                  </a:lnTo>
                  <a:lnTo>
                    <a:pt x="831207" y="217298"/>
                  </a:lnTo>
                  <a:lnTo>
                    <a:pt x="827700" y="217510"/>
                  </a:lnTo>
                  <a:lnTo>
                    <a:pt x="824193" y="217668"/>
                  </a:lnTo>
                  <a:lnTo>
                    <a:pt x="820686" y="217782"/>
                  </a:lnTo>
                  <a:lnTo>
                    <a:pt x="817178" y="217896"/>
                  </a:lnTo>
                  <a:lnTo>
                    <a:pt x="813671" y="218030"/>
                  </a:lnTo>
                  <a:lnTo>
                    <a:pt x="810164" y="218124"/>
                  </a:lnTo>
                  <a:lnTo>
                    <a:pt x="806657" y="218296"/>
                  </a:lnTo>
                  <a:lnTo>
                    <a:pt x="803150" y="218510"/>
                  </a:lnTo>
                  <a:lnTo>
                    <a:pt x="799642" y="218656"/>
                  </a:lnTo>
                  <a:lnTo>
                    <a:pt x="796135" y="218934"/>
                  </a:lnTo>
                  <a:lnTo>
                    <a:pt x="792628" y="219027"/>
                  </a:lnTo>
                  <a:lnTo>
                    <a:pt x="789121" y="219074"/>
                  </a:lnTo>
                  <a:lnTo>
                    <a:pt x="785614" y="219214"/>
                  </a:lnTo>
                  <a:lnTo>
                    <a:pt x="782106" y="219352"/>
                  </a:lnTo>
                  <a:lnTo>
                    <a:pt x="778599" y="219489"/>
                  </a:lnTo>
                  <a:lnTo>
                    <a:pt x="775092" y="219627"/>
                  </a:lnTo>
                  <a:lnTo>
                    <a:pt x="771585" y="219859"/>
                  </a:lnTo>
                  <a:lnTo>
                    <a:pt x="768078" y="220095"/>
                  </a:lnTo>
                  <a:lnTo>
                    <a:pt x="764570" y="220306"/>
                  </a:lnTo>
                  <a:lnTo>
                    <a:pt x="761063" y="220419"/>
                  </a:lnTo>
                  <a:lnTo>
                    <a:pt x="757556" y="220588"/>
                  </a:lnTo>
                  <a:lnTo>
                    <a:pt x="754049" y="220784"/>
                  </a:lnTo>
                  <a:lnTo>
                    <a:pt x="750542" y="220858"/>
                  </a:lnTo>
                  <a:lnTo>
                    <a:pt x="747034" y="221045"/>
                  </a:lnTo>
                  <a:lnTo>
                    <a:pt x="743527" y="221050"/>
                  </a:lnTo>
                  <a:lnTo>
                    <a:pt x="740020" y="221269"/>
                  </a:lnTo>
                  <a:lnTo>
                    <a:pt x="736513" y="221359"/>
                  </a:lnTo>
                  <a:lnTo>
                    <a:pt x="733006" y="221366"/>
                  </a:lnTo>
                  <a:lnTo>
                    <a:pt x="729498" y="221410"/>
                  </a:lnTo>
                  <a:lnTo>
                    <a:pt x="725991" y="221543"/>
                  </a:lnTo>
                  <a:lnTo>
                    <a:pt x="722484" y="221626"/>
                  </a:lnTo>
                  <a:lnTo>
                    <a:pt x="718977" y="221816"/>
                  </a:lnTo>
                  <a:lnTo>
                    <a:pt x="715469" y="221955"/>
                  </a:lnTo>
                  <a:lnTo>
                    <a:pt x="711962" y="222086"/>
                  </a:lnTo>
                  <a:lnTo>
                    <a:pt x="708455" y="222093"/>
                  </a:lnTo>
                  <a:lnTo>
                    <a:pt x="704948" y="222292"/>
                  </a:lnTo>
                  <a:lnTo>
                    <a:pt x="701441" y="222498"/>
                  </a:lnTo>
                  <a:lnTo>
                    <a:pt x="697933" y="222637"/>
                  </a:lnTo>
                  <a:lnTo>
                    <a:pt x="694426" y="222793"/>
                  </a:lnTo>
                  <a:lnTo>
                    <a:pt x="690919" y="222913"/>
                  </a:lnTo>
                  <a:lnTo>
                    <a:pt x="687412" y="223052"/>
                  </a:lnTo>
                  <a:lnTo>
                    <a:pt x="683905" y="223252"/>
                  </a:lnTo>
                  <a:lnTo>
                    <a:pt x="680397" y="223466"/>
                  </a:lnTo>
                  <a:lnTo>
                    <a:pt x="676890" y="223676"/>
                  </a:lnTo>
                  <a:lnTo>
                    <a:pt x="673383" y="223831"/>
                  </a:lnTo>
                  <a:lnTo>
                    <a:pt x="669876" y="224064"/>
                  </a:lnTo>
                  <a:lnTo>
                    <a:pt x="666369" y="224184"/>
                  </a:lnTo>
                  <a:lnTo>
                    <a:pt x="662861" y="224377"/>
                  </a:lnTo>
                  <a:lnTo>
                    <a:pt x="659354" y="224604"/>
                  </a:lnTo>
                  <a:lnTo>
                    <a:pt x="655847" y="224679"/>
                  </a:lnTo>
                  <a:lnTo>
                    <a:pt x="652340" y="224804"/>
                  </a:lnTo>
                  <a:lnTo>
                    <a:pt x="648833" y="225135"/>
                  </a:lnTo>
                  <a:lnTo>
                    <a:pt x="645325" y="225464"/>
                  </a:lnTo>
                  <a:lnTo>
                    <a:pt x="641818" y="225649"/>
                  </a:lnTo>
                  <a:lnTo>
                    <a:pt x="638311" y="225911"/>
                  </a:lnTo>
                  <a:lnTo>
                    <a:pt x="634804" y="226208"/>
                  </a:lnTo>
                  <a:lnTo>
                    <a:pt x="631297" y="226444"/>
                  </a:lnTo>
                  <a:lnTo>
                    <a:pt x="627789" y="226656"/>
                  </a:lnTo>
                  <a:lnTo>
                    <a:pt x="624282" y="226813"/>
                  </a:lnTo>
                  <a:lnTo>
                    <a:pt x="620775" y="226917"/>
                  </a:lnTo>
                  <a:lnTo>
                    <a:pt x="617268" y="227072"/>
                  </a:lnTo>
                  <a:lnTo>
                    <a:pt x="613761" y="227287"/>
                  </a:lnTo>
                  <a:lnTo>
                    <a:pt x="610253" y="227445"/>
                  </a:lnTo>
                  <a:lnTo>
                    <a:pt x="606746" y="227511"/>
                  </a:lnTo>
                  <a:lnTo>
                    <a:pt x="603239" y="227652"/>
                  </a:lnTo>
                  <a:lnTo>
                    <a:pt x="599732" y="227682"/>
                  </a:lnTo>
                  <a:lnTo>
                    <a:pt x="596224" y="227863"/>
                  </a:lnTo>
                  <a:lnTo>
                    <a:pt x="592717" y="228108"/>
                  </a:lnTo>
                  <a:lnTo>
                    <a:pt x="589210" y="228562"/>
                  </a:lnTo>
                  <a:lnTo>
                    <a:pt x="585703" y="228516"/>
                  </a:lnTo>
                  <a:lnTo>
                    <a:pt x="582196" y="228693"/>
                  </a:lnTo>
                  <a:lnTo>
                    <a:pt x="578688" y="228827"/>
                  </a:lnTo>
                  <a:lnTo>
                    <a:pt x="575181" y="229175"/>
                  </a:lnTo>
                  <a:lnTo>
                    <a:pt x="571674" y="229515"/>
                  </a:lnTo>
                  <a:lnTo>
                    <a:pt x="568167" y="229728"/>
                  </a:lnTo>
                  <a:lnTo>
                    <a:pt x="564660" y="230088"/>
                  </a:lnTo>
                  <a:lnTo>
                    <a:pt x="561152" y="230374"/>
                  </a:lnTo>
                  <a:lnTo>
                    <a:pt x="557645" y="230657"/>
                  </a:lnTo>
                  <a:lnTo>
                    <a:pt x="554138" y="230740"/>
                  </a:lnTo>
                  <a:lnTo>
                    <a:pt x="550631" y="230956"/>
                  </a:lnTo>
                  <a:lnTo>
                    <a:pt x="547124" y="231284"/>
                  </a:lnTo>
                  <a:lnTo>
                    <a:pt x="543616" y="231410"/>
                  </a:lnTo>
                  <a:lnTo>
                    <a:pt x="540109" y="231594"/>
                  </a:lnTo>
                  <a:lnTo>
                    <a:pt x="536602" y="231676"/>
                  </a:lnTo>
                  <a:lnTo>
                    <a:pt x="533095" y="231882"/>
                  </a:lnTo>
                  <a:lnTo>
                    <a:pt x="529588" y="231911"/>
                  </a:lnTo>
                  <a:lnTo>
                    <a:pt x="526080" y="232077"/>
                  </a:lnTo>
                  <a:lnTo>
                    <a:pt x="522573" y="232278"/>
                  </a:lnTo>
                  <a:lnTo>
                    <a:pt x="519066" y="232735"/>
                  </a:lnTo>
                  <a:lnTo>
                    <a:pt x="515559" y="233090"/>
                  </a:lnTo>
                  <a:lnTo>
                    <a:pt x="512052" y="233369"/>
                  </a:lnTo>
                  <a:lnTo>
                    <a:pt x="508544" y="233503"/>
                  </a:lnTo>
                  <a:lnTo>
                    <a:pt x="505037" y="233735"/>
                  </a:lnTo>
                  <a:lnTo>
                    <a:pt x="501530" y="233963"/>
                  </a:lnTo>
                  <a:lnTo>
                    <a:pt x="498023" y="234163"/>
                  </a:lnTo>
                  <a:lnTo>
                    <a:pt x="494516" y="234450"/>
                  </a:lnTo>
                  <a:lnTo>
                    <a:pt x="491008" y="234707"/>
                  </a:lnTo>
                  <a:lnTo>
                    <a:pt x="487501" y="235048"/>
                  </a:lnTo>
                  <a:lnTo>
                    <a:pt x="483994" y="235357"/>
                  </a:lnTo>
                  <a:lnTo>
                    <a:pt x="480487" y="235682"/>
                  </a:lnTo>
                  <a:lnTo>
                    <a:pt x="476979" y="236067"/>
                  </a:lnTo>
                  <a:lnTo>
                    <a:pt x="473472" y="236333"/>
                  </a:lnTo>
                  <a:lnTo>
                    <a:pt x="469965" y="236518"/>
                  </a:lnTo>
                  <a:lnTo>
                    <a:pt x="466458" y="236867"/>
                  </a:lnTo>
                  <a:lnTo>
                    <a:pt x="462951" y="237047"/>
                  </a:lnTo>
                  <a:lnTo>
                    <a:pt x="459443" y="237230"/>
                  </a:lnTo>
                  <a:lnTo>
                    <a:pt x="455936" y="237538"/>
                  </a:lnTo>
                  <a:lnTo>
                    <a:pt x="452429" y="237922"/>
                  </a:lnTo>
                  <a:lnTo>
                    <a:pt x="448922" y="238228"/>
                  </a:lnTo>
                  <a:lnTo>
                    <a:pt x="445415" y="238613"/>
                  </a:lnTo>
                  <a:lnTo>
                    <a:pt x="441907" y="239091"/>
                  </a:lnTo>
                  <a:lnTo>
                    <a:pt x="438400" y="239528"/>
                  </a:lnTo>
                  <a:lnTo>
                    <a:pt x="434893" y="239947"/>
                  </a:lnTo>
                  <a:lnTo>
                    <a:pt x="431386" y="240313"/>
                  </a:lnTo>
                  <a:lnTo>
                    <a:pt x="427879" y="240730"/>
                  </a:lnTo>
                  <a:lnTo>
                    <a:pt x="424371" y="241317"/>
                  </a:lnTo>
                  <a:lnTo>
                    <a:pt x="420864" y="241694"/>
                  </a:lnTo>
                  <a:lnTo>
                    <a:pt x="417357" y="241886"/>
                  </a:lnTo>
                  <a:lnTo>
                    <a:pt x="413850" y="242340"/>
                  </a:lnTo>
                  <a:lnTo>
                    <a:pt x="410343" y="242779"/>
                  </a:lnTo>
                  <a:lnTo>
                    <a:pt x="406835" y="243334"/>
                  </a:lnTo>
                  <a:lnTo>
                    <a:pt x="403328" y="243577"/>
                  </a:lnTo>
                  <a:lnTo>
                    <a:pt x="399821" y="244001"/>
                  </a:lnTo>
                  <a:lnTo>
                    <a:pt x="396314" y="244492"/>
                  </a:lnTo>
                  <a:lnTo>
                    <a:pt x="392807" y="244856"/>
                  </a:lnTo>
                  <a:lnTo>
                    <a:pt x="389299" y="245633"/>
                  </a:lnTo>
                  <a:lnTo>
                    <a:pt x="385792" y="246205"/>
                  </a:lnTo>
                  <a:lnTo>
                    <a:pt x="382285" y="246945"/>
                  </a:lnTo>
                  <a:lnTo>
                    <a:pt x="378778" y="247770"/>
                  </a:lnTo>
                  <a:lnTo>
                    <a:pt x="375271" y="248336"/>
                  </a:lnTo>
                  <a:lnTo>
                    <a:pt x="371763" y="248899"/>
                  </a:lnTo>
                  <a:lnTo>
                    <a:pt x="368256" y="249450"/>
                  </a:lnTo>
                  <a:lnTo>
                    <a:pt x="364749" y="250059"/>
                  </a:lnTo>
                  <a:lnTo>
                    <a:pt x="361242" y="250549"/>
                  </a:lnTo>
                  <a:lnTo>
                    <a:pt x="357734" y="251232"/>
                  </a:lnTo>
                  <a:lnTo>
                    <a:pt x="354227" y="251908"/>
                  </a:lnTo>
                  <a:lnTo>
                    <a:pt x="350720" y="252526"/>
                  </a:lnTo>
                  <a:lnTo>
                    <a:pt x="347213" y="253030"/>
                  </a:lnTo>
                  <a:lnTo>
                    <a:pt x="343706" y="253493"/>
                  </a:lnTo>
                  <a:lnTo>
                    <a:pt x="340198" y="254031"/>
                  </a:lnTo>
                  <a:lnTo>
                    <a:pt x="336691" y="254950"/>
                  </a:lnTo>
                  <a:lnTo>
                    <a:pt x="333184" y="255628"/>
                  </a:lnTo>
                  <a:lnTo>
                    <a:pt x="329677" y="256375"/>
                  </a:lnTo>
                  <a:lnTo>
                    <a:pt x="326170" y="257123"/>
                  </a:lnTo>
                  <a:lnTo>
                    <a:pt x="322662" y="258114"/>
                  </a:lnTo>
                  <a:lnTo>
                    <a:pt x="319155" y="258791"/>
                  </a:lnTo>
                  <a:lnTo>
                    <a:pt x="315648" y="259470"/>
                  </a:lnTo>
                  <a:lnTo>
                    <a:pt x="312141" y="260123"/>
                  </a:lnTo>
                  <a:lnTo>
                    <a:pt x="308634" y="260911"/>
                  </a:lnTo>
                  <a:lnTo>
                    <a:pt x="305126" y="261573"/>
                  </a:lnTo>
                  <a:lnTo>
                    <a:pt x="301619" y="262385"/>
                  </a:lnTo>
                  <a:lnTo>
                    <a:pt x="298112" y="263059"/>
                  </a:lnTo>
                  <a:lnTo>
                    <a:pt x="294605" y="263953"/>
                  </a:lnTo>
                  <a:lnTo>
                    <a:pt x="291098" y="264684"/>
                  </a:lnTo>
                  <a:lnTo>
                    <a:pt x="287590" y="265344"/>
                  </a:lnTo>
                  <a:lnTo>
                    <a:pt x="284083" y="266376"/>
                  </a:lnTo>
                  <a:lnTo>
                    <a:pt x="280576" y="267232"/>
                  </a:lnTo>
                  <a:lnTo>
                    <a:pt x="277069" y="268092"/>
                  </a:lnTo>
                  <a:lnTo>
                    <a:pt x="273562" y="268861"/>
                  </a:lnTo>
                  <a:lnTo>
                    <a:pt x="270054" y="269794"/>
                  </a:lnTo>
                  <a:lnTo>
                    <a:pt x="266547" y="270615"/>
                  </a:lnTo>
                  <a:lnTo>
                    <a:pt x="263040" y="271388"/>
                  </a:lnTo>
                  <a:lnTo>
                    <a:pt x="259533" y="272198"/>
                  </a:lnTo>
                  <a:lnTo>
                    <a:pt x="256026" y="273216"/>
                  </a:lnTo>
                  <a:lnTo>
                    <a:pt x="252518" y="274208"/>
                  </a:lnTo>
                  <a:lnTo>
                    <a:pt x="249011" y="275066"/>
                  </a:lnTo>
                  <a:lnTo>
                    <a:pt x="245504" y="276096"/>
                  </a:lnTo>
                  <a:lnTo>
                    <a:pt x="241997" y="277151"/>
                  </a:lnTo>
                  <a:lnTo>
                    <a:pt x="238489" y="278125"/>
                  </a:lnTo>
                  <a:lnTo>
                    <a:pt x="234982" y="278842"/>
                  </a:lnTo>
                  <a:lnTo>
                    <a:pt x="231475" y="279756"/>
                  </a:lnTo>
                  <a:lnTo>
                    <a:pt x="227968" y="280685"/>
                  </a:lnTo>
                  <a:lnTo>
                    <a:pt x="224461" y="281681"/>
                  </a:lnTo>
                  <a:lnTo>
                    <a:pt x="220953" y="282482"/>
                  </a:lnTo>
                  <a:lnTo>
                    <a:pt x="217446" y="283444"/>
                  </a:lnTo>
                  <a:lnTo>
                    <a:pt x="213939" y="284301"/>
                  </a:lnTo>
                  <a:lnTo>
                    <a:pt x="210432" y="285171"/>
                  </a:lnTo>
                  <a:lnTo>
                    <a:pt x="206925" y="286050"/>
                  </a:lnTo>
                  <a:lnTo>
                    <a:pt x="203417" y="286928"/>
                  </a:lnTo>
                  <a:lnTo>
                    <a:pt x="199910" y="287835"/>
                  </a:lnTo>
                  <a:lnTo>
                    <a:pt x="196403" y="288751"/>
                  </a:lnTo>
                  <a:lnTo>
                    <a:pt x="192896" y="289765"/>
                  </a:lnTo>
                  <a:lnTo>
                    <a:pt x="189389" y="290624"/>
                  </a:lnTo>
                  <a:lnTo>
                    <a:pt x="185881" y="291477"/>
                  </a:lnTo>
                  <a:lnTo>
                    <a:pt x="182374" y="292416"/>
                  </a:lnTo>
                  <a:lnTo>
                    <a:pt x="178867" y="293268"/>
                  </a:lnTo>
                  <a:lnTo>
                    <a:pt x="175360" y="294263"/>
                  </a:lnTo>
                  <a:lnTo>
                    <a:pt x="171853" y="295033"/>
                  </a:lnTo>
                  <a:lnTo>
                    <a:pt x="168345" y="295802"/>
                  </a:lnTo>
                  <a:lnTo>
                    <a:pt x="164838" y="296649"/>
                  </a:lnTo>
                  <a:lnTo>
                    <a:pt x="161331" y="297558"/>
                  </a:lnTo>
                  <a:lnTo>
                    <a:pt x="157824" y="298473"/>
                  </a:lnTo>
                  <a:lnTo>
                    <a:pt x="154317" y="299373"/>
                  </a:lnTo>
                  <a:lnTo>
                    <a:pt x="150809" y="300245"/>
                  </a:lnTo>
                  <a:lnTo>
                    <a:pt x="147302" y="301128"/>
                  </a:lnTo>
                  <a:lnTo>
                    <a:pt x="143795" y="302064"/>
                  </a:lnTo>
                  <a:lnTo>
                    <a:pt x="140288" y="302963"/>
                  </a:lnTo>
                  <a:lnTo>
                    <a:pt x="136781" y="303878"/>
                  </a:lnTo>
                  <a:lnTo>
                    <a:pt x="133273" y="304826"/>
                  </a:lnTo>
                  <a:lnTo>
                    <a:pt x="129766" y="305687"/>
                  </a:lnTo>
                  <a:lnTo>
                    <a:pt x="126259" y="306588"/>
                  </a:lnTo>
                  <a:lnTo>
                    <a:pt x="122752" y="307478"/>
                  </a:lnTo>
                  <a:lnTo>
                    <a:pt x="119244" y="308403"/>
                  </a:lnTo>
                  <a:lnTo>
                    <a:pt x="115737" y="309263"/>
                  </a:lnTo>
                  <a:lnTo>
                    <a:pt x="112230" y="310129"/>
                  </a:lnTo>
                  <a:lnTo>
                    <a:pt x="108723" y="311009"/>
                  </a:lnTo>
                  <a:lnTo>
                    <a:pt x="105216" y="311902"/>
                  </a:lnTo>
                  <a:lnTo>
                    <a:pt x="101708" y="312745"/>
                  </a:lnTo>
                  <a:lnTo>
                    <a:pt x="98201" y="313425"/>
                  </a:lnTo>
                  <a:lnTo>
                    <a:pt x="94694" y="314317"/>
                  </a:lnTo>
                  <a:lnTo>
                    <a:pt x="91187" y="315230"/>
                  </a:lnTo>
                  <a:lnTo>
                    <a:pt x="87680" y="316065"/>
                  </a:lnTo>
                  <a:lnTo>
                    <a:pt x="84172" y="316810"/>
                  </a:lnTo>
                  <a:lnTo>
                    <a:pt x="80665" y="317593"/>
                  </a:lnTo>
                  <a:lnTo>
                    <a:pt x="77158" y="318325"/>
                  </a:lnTo>
                  <a:lnTo>
                    <a:pt x="73651" y="319120"/>
                  </a:lnTo>
                  <a:lnTo>
                    <a:pt x="70144" y="319943"/>
                  </a:lnTo>
                  <a:lnTo>
                    <a:pt x="66636" y="320783"/>
                  </a:lnTo>
                  <a:lnTo>
                    <a:pt x="63129" y="321622"/>
                  </a:lnTo>
                  <a:lnTo>
                    <a:pt x="59622" y="322486"/>
                  </a:lnTo>
                  <a:lnTo>
                    <a:pt x="56115" y="323288"/>
                  </a:lnTo>
                  <a:lnTo>
                    <a:pt x="52608" y="324110"/>
                  </a:lnTo>
                  <a:lnTo>
                    <a:pt x="49100" y="324933"/>
                  </a:lnTo>
                  <a:lnTo>
                    <a:pt x="45593" y="325807"/>
                  </a:lnTo>
                  <a:lnTo>
                    <a:pt x="42086" y="326712"/>
                  </a:lnTo>
                  <a:lnTo>
                    <a:pt x="38579" y="327465"/>
                  </a:lnTo>
                  <a:lnTo>
                    <a:pt x="35072" y="328193"/>
                  </a:lnTo>
                  <a:lnTo>
                    <a:pt x="31564" y="329028"/>
                  </a:lnTo>
                  <a:lnTo>
                    <a:pt x="28057" y="329903"/>
                  </a:lnTo>
                  <a:lnTo>
                    <a:pt x="24550" y="330587"/>
                  </a:lnTo>
                  <a:lnTo>
                    <a:pt x="21043" y="331299"/>
                  </a:lnTo>
                  <a:lnTo>
                    <a:pt x="17536" y="331997"/>
                  </a:lnTo>
                  <a:lnTo>
                    <a:pt x="14028" y="332829"/>
                  </a:lnTo>
                  <a:lnTo>
                    <a:pt x="10521" y="333683"/>
                  </a:lnTo>
                  <a:lnTo>
                    <a:pt x="7014" y="334457"/>
                  </a:lnTo>
                  <a:lnTo>
                    <a:pt x="3507" y="335195"/>
                  </a:lnTo>
                  <a:lnTo>
                    <a:pt x="0" y="335854"/>
                  </a:lnTo>
                  <a:close/>
                </a:path>
              </a:pathLst>
            </a:custGeom>
            <a:solidFill>
              <a:srgbClr val="E69F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481032" y="4970200"/>
              <a:ext cx="838222" cy="234927"/>
            </a:xfrm>
            <a:custGeom>
              <a:avLst/>
              <a:pathLst>
                <a:path w="838222" h="234927">
                  <a:moveTo>
                    <a:pt x="0" y="234927"/>
                  </a:moveTo>
                  <a:lnTo>
                    <a:pt x="3507" y="234896"/>
                  </a:lnTo>
                  <a:lnTo>
                    <a:pt x="7014" y="234868"/>
                  </a:lnTo>
                  <a:lnTo>
                    <a:pt x="10521" y="234699"/>
                  </a:lnTo>
                  <a:lnTo>
                    <a:pt x="14028" y="234414"/>
                  </a:lnTo>
                  <a:lnTo>
                    <a:pt x="17536" y="234220"/>
                  </a:lnTo>
                  <a:lnTo>
                    <a:pt x="21043" y="234129"/>
                  </a:lnTo>
                  <a:lnTo>
                    <a:pt x="24550" y="233954"/>
                  </a:lnTo>
                  <a:lnTo>
                    <a:pt x="28057" y="233798"/>
                  </a:lnTo>
                  <a:lnTo>
                    <a:pt x="31564" y="233575"/>
                  </a:lnTo>
                  <a:lnTo>
                    <a:pt x="35072" y="233371"/>
                  </a:lnTo>
                  <a:lnTo>
                    <a:pt x="38579" y="233030"/>
                  </a:lnTo>
                  <a:lnTo>
                    <a:pt x="42086" y="232865"/>
                  </a:lnTo>
                  <a:lnTo>
                    <a:pt x="45593" y="232701"/>
                  </a:lnTo>
                  <a:lnTo>
                    <a:pt x="49100" y="232490"/>
                  </a:lnTo>
                  <a:lnTo>
                    <a:pt x="52608" y="232199"/>
                  </a:lnTo>
                  <a:lnTo>
                    <a:pt x="56115" y="231956"/>
                  </a:lnTo>
                  <a:lnTo>
                    <a:pt x="59622" y="231864"/>
                  </a:lnTo>
                  <a:lnTo>
                    <a:pt x="63129" y="231730"/>
                  </a:lnTo>
                  <a:lnTo>
                    <a:pt x="66636" y="231667"/>
                  </a:lnTo>
                  <a:lnTo>
                    <a:pt x="70144" y="231405"/>
                  </a:lnTo>
                  <a:lnTo>
                    <a:pt x="73651" y="231068"/>
                  </a:lnTo>
                  <a:lnTo>
                    <a:pt x="77158" y="230749"/>
                  </a:lnTo>
                  <a:lnTo>
                    <a:pt x="80665" y="230463"/>
                  </a:lnTo>
                  <a:lnTo>
                    <a:pt x="84172" y="230244"/>
                  </a:lnTo>
                  <a:lnTo>
                    <a:pt x="87680" y="229975"/>
                  </a:lnTo>
                  <a:lnTo>
                    <a:pt x="91187" y="229778"/>
                  </a:lnTo>
                  <a:lnTo>
                    <a:pt x="94694" y="229399"/>
                  </a:lnTo>
                  <a:lnTo>
                    <a:pt x="98201" y="229087"/>
                  </a:lnTo>
                  <a:lnTo>
                    <a:pt x="101708" y="228824"/>
                  </a:lnTo>
                  <a:lnTo>
                    <a:pt x="105216" y="228669"/>
                  </a:lnTo>
                  <a:lnTo>
                    <a:pt x="108723" y="228478"/>
                  </a:lnTo>
                  <a:lnTo>
                    <a:pt x="112230" y="228313"/>
                  </a:lnTo>
                  <a:lnTo>
                    <a:pt x="115737" y="228202"/>
                  </a:lnTo>
                  <a:lnTo>
                    <a:pt x="119244" y="228104"/>
                  </a:lnTo>
                  <a:lnTo>
                    <a:pt x="122752" y="227936"/>
                  </a:lnTo>
                  <a:lnTo>
                    <a:pt x="126259" y="227537"/>
                  </a:lnTo>
                  <a:lnTo>
                    <a:pt x="129766" y="227308"/>
                  </a:lnTo>
                  <a:lnTo>
                    <a:pt x="133273" y="226788"/>
                  </a:lnTo>
                  <a:lnTo>
                    <a:pt x="136781" y="226620"/>
                  </a:lnTo>
                  <a:lnTo>
                    <a:pt x="140288" y="226470"/>
                  </a:lnTo>
                  <a:lnTo>
                    <a:pt x="143795" y="226123"/>
                  </a:lnTo>
                  <a:lnTo>
                    <a:pt x="147302" y="225693"/>
                  </a:lnTo>
                  <a:lnTo>
                    <a:pt x="150809" y="225499"/>
                  </a:lnTo>
                  <a:lnTo>
                    <a:pt x="154317" y="225266"/>
                  </a:lnTo>
                  <a:lnTo>
                    <a:pt x="157824" y="225065"/>
                  </a:lnTo>
                  <a:lnTo>
                    <a:pt x="161331" y="224976"/>
                  </a:lnTo>
                  <a:lnTo>
                    <a:pt x="164838" y="224826"/>
                  </a:lnTo>
                  <a:lnTo>
                    <a:pt x="168345" y="224541"/>
                  </a:lnTo>
                  <a:lnTo>
                    <a:pt x="171853" y="224255"/>
                  </a:lnTo>
                  <a:lnTo>
                    <a:pt x="175360" y="224084"/>
                  </a:lnTo>
                  <a:lnTo>
                    <a:pt x="178867" y="223658"/>
                  </a:lnTo>
                  <a:lnTo>
                    <a:pt x="182374" y="223297"/>
                  </a:lnTo>
                  <a:lnTo>
                    <a:pt x="185881" y="223347"/>
                  </a:lnTo>
                  <a:lnTo>
                    <a:pt x="189389" y="223029"/>
                  </a:lnTo>
                  <a:lnTo>
                    <a:pt x="192896" y="222799"/>
                  </a:lnTo>
                  <a:lnTo>
                    <a:pt x="196403" y="222569"/>
                  </a:lnTo>
                  <a:lnTo>
                    <a:pt x="199910" y="222145"/>
                  </a:lnTo>
                  <a:lnTo>
                    <a:pt x="203417" y="221726"/>
                  </a:lnTo>
                  <a:lnTo>
                    <a:pt x="206925" y="221312"/>
                  </a:lnTo>
                  <a:lnTo>
                    <a:pt x="210432" y="220689"/>
                  </a:lnTo>
                  <a:lnTo>
                    <a:pt x="213939" y="220448"/>
                  </a:lnTo>
                  <a:lnTo>
                    <a:pt x="217446" y="220217"/>
                  </a:lnTo>
                  <a:lnTo>
                    <a:pt x="220953" y="219889"/>
                  </a:lnTo>
                  <a:lnTo>
                    <a:pt x="224461" y="219514"/>
                  </a:lnTo>
                  <a:lnTo>
                    <a:pt x="227968" y="219156"/>
                  </a:lnTo>
                  <a:lnTo>
                    <a:pt x="231475" y="218884"/>
                  </a:lnTo>
                  <a:lnTo>
                    <a:pt x="234982" y="218370"/>
                  </a:lnTo>
                  <a:lnTo>
                    <a:pt x="238489" y="218099"/>
                  </a:lnTo>
                  <a:lnTo>
                    <a:pt x="241997" y="217830"/>
                  </a:lnTo>
                  <a:lnTo>
                    <a:pt x="245504" y="217443"/>
                  </a:lnTo>
                  <a:lnTo>
                    <a:pt x="249011" y="217132"/>
                  </a:lnTo>
                  <a:lnTo>
                    <a:pt x="252518" y="216688"/>
                  </a:lnTo>
                  <a:lnTo>
                    <a:pt x="256026" y="216283"/>
                  </a:lnTo>
                  <a:lnTo>
                    <a:pt x="259533" y="215825"/>
                  </a:lnTo>
                  <a:lnTo>
                    <a:pt x="263040" y="215416"/>
                  </a:lnTo>
                  <a:lnTo>
                    <a:pt x="266547" y="214786"/>
                  </a:lnTo>
                  <a:lnTo>
                    <a:pt x="270054" y="214388"/>
                  </a:lnTo>
                  <a:lnTo>
                    <a:pt x="273562" y="214027"/>
                  </a:lnTo>
                  <a:lnTo>
                    <a:pt x="277069" y="213503"/>
                  </a:lnTo>
                  <a:lnTo>
                    <a:pt x="280576" y="212814"/>
                  </a:lnTo>
                  <a:lnTo>
                    <a:pt x="284083" y="212310"/>
                  </a:lnTo>
                  <a:lnTo>
                    <a:pt x="287590" y="211991"/>
                  </a:lnTo>
                  <a:lnTo>
                    <a:pt x="291098" y="211468"/>
                  </a:lnTo>
                  <a:lnTo>
                    <a:pt x="294605" y="210838"/>
                  </a:lnTo>
                  <a:lnTo>
                    <a:pt x="298112" y="210345"/>
                  </a:lnTo>
                  <a:lnTo>
                    <a:pt x="301619" y="209904"/>
                  </a:lnTo>
                  <a:lnTo>
                    <a:pt x="305126" y="209184"/>
                  </a:lnTo>
                  <a:lnTo>
                    <a:pt x="308634" y="208828"/>
                  </a:lnTo>
                  <a:lnTo>
                    <a:pt x="312141" y="208324"/>
                  </a:lnTo>
                  <a:lnTo>
                    <a:pt x="315648" y="207829"/>
                  </a:lnTo>
                  <a:lnTo>
                    <a:pt x="319155" y="207326"/>
                  </a:lnTo>
                  <a:lnTo>
                    <a:pt x="322662" y="206739"/>
                  </a:lnTo>
                  <a:lnTo>
                    <a:pt x="326170" y="206290"/>
                  </a:lnTo>
                  <a:lnTo>
                    <a:pt x="329677" y="205477"/>
                  </a:lnTo>
                  <a:lnTo>
                    <a:pt x="333184" y="204658"/>
                  </a:lnTo>
                  <a:lnTo>
                    <a:pt x="336691" y="203993"/>
                  </a:lnTo>
                  <a:lnTo>
                    <a:pt x="340198" y="203382"/>
                  </a:lnTo>
                  <a:lnTo>
                    <a:pt x="343706" y="202680"/>
                  </a:lnTo>
                  <a:lnTo>
                    <a:pt x="347213" y="201896"/>
                  </a:lnTo>
                  <a:lnTo>
                    <a:pt x="350720" y="201361"/>
                  </a:lnTo>
                  <a:lnTo>
                    <a:pt x="354227" y="200870"/>
                  </a:lnTo>
                  <a:lnTo>
                    <a:pt x="357734" y="200276"/>
                  </a:lnTo>
                  <a:lnTo>
                    <a:pt x="361242" y="199668"/>
                  </a:lnTo>
                  <a:lnTo>
                    <a:pt x="364749" y="198781"/>
                  </a:lnTo>
                  <a:lnTo>
                    <a:pt x="368256" y="197948"/>
                  </a:lnTo>
                  <a:lnTo>
                    <a:pt x="371763" y="196945"/>
                  </a:lnTo>
                  <a:lnTo>
                    <a:pt x="375271" y="196034"/>
                  </a:lnTo>
                  <a:lnTo>
                    <a:pt x="378778" y="194923"/>
                  </a:lnTo>
                  <a:lnTo>
                    <a:pt x="382285" y="194012"/>
                  </a:lnTo>
                  <a:lnTo>
                    <a:pt x="385792" y="192959"/>
                  </a:lnTo>
                  <a:lnTo>
                    <a:pt x="389299" y="192134"/>
                  </a:lnTo>
                  <a:lnTo>
                    <a:pt x="392807" y="191346"/>
                  </a:lnTo>
                  <a:lnTo>
                    <a:pt x="396314" y="190243"/>
                  </a:lnTo>
                  <a:lnTo>
                    <a:pt x="399821" y="189354"/>
                  </a:lnTo>
                  <a:lnTo>
                    <a:pt x="403328" y="188404"/>
                  </a:lnTo>
                  <a:lnTo>
                    <a:pt x="406835" y="187550"/>
                  </a:lnTo>
                  <a:lnTo>
                    <a:pt x="410343" y="186518"/>
                  </a:lnTo>
                  <a:lnTo>
                    <a:pt x="413850" y="185231"/>
                  </a:lnTo>
                  <a:lnTo>
                    <a:pt x="417357" y="184187"/>
                  </a:lnTo>
                  <a:lnTo>
                    <a:pt x="420864" y="182991"/>
                  </a:lnTo>
                  <a:lnTo>
                    <a:pt x="424371" y="181934"/>
                  </a:lnTo>
                  <a:lnTo>
                    <a:pt x="427879" y="180720"/>
                  </a:lnTo>
                  <a:lnTo>
                    <a:pt x="431386" y="179541"/>
                  </a:lnTo>
                  <a:lnTo>
                    <a:pt x="434893" y="178509"/>
                  </a:lnTo>
                  <a:lnTo>
                    <a:pt x="438400" y="177628"/>
                  </a:lnTo>
                  <a:lnTo>
                    <a:pt x="441907" y="176664"/>
                  </a:lnTo>
                  <a:lnTo>
                    <a:pt x="445415" y="175498"/>
                  </a:lnTo>
                  <a:lnTo>
                    <a:pt x="448922" y="174735"/>
                  </a:lnTo>
                  <a:lnTo>
                    <a:pt x="452429" y="173429"/>
                  </a:lnTo>
                  <a:lnTo>
                    <a:pt x="455936" y="172120"/>
                  </a:lnTo>
                  <a:lnTo>
                    <a:pt x="459443" y="170677"/>
                  </a:lnTo>
                  <a:lnTo>
                    <a:pt x="462951" y="169521"/>
                  </a:lnTo>
                  <a:lnTo>
                    <a:pt x="466458" y="168672"/>
                  </a:lnTo>
                  <a:lnTo>
                    <a:pt x="469965" y="167445"/>
                  </a:lnTo>
                  <a:lnTo>
                    <a:pt x="473472" y="165969"/>
                  </a:lnTo>
                  <a:lnTo>
                    <a:pt x="476979" y="164489"/>
                  </a:lnTo>
                  <a:lnTo>
                    <a:pt x="480487" y="163235"/>
                  </a:lnTo>
                  <a:lnTo>
                    <a:pt x="483994" y="162030"/>
                  </a:lnTo>
                  <a:lnTo>
                    <a:pt x="487501" y="160762"/>
                  </a:lnTo>
                  <a:lnTo>
                    <a:pt x="491008" y="159523"/>
                  </a:lnTo>
                  <a:lnTo>
                    <a:pt x="494516" y="158229"/>
                  </a:lnTo>
                  <a:lnTo>
                    <a:pt x="498023" y="157015"/>
                  </a:lnTo>
                  <a:lnTo>
                    <a:pt x="501530" y="155826"/>
                  </a:lnTo>
                  <a:lnTo>
                    <a:pt x="505037" y="154658"/>
                  </a:lnTo>
                  <a:lnTo>
                    <a:pt x="508544" y="153434"/>
                  </a:lnTo>
                  <a:lnTo>
                    <a:pt x="512052" y="152038"/>
                  </a:lnTo>
                  <a:lnTo>
                    <a:pt x="515559" y="150864"/>
                  </a:lnTo>
                  <a:lnTo>
                    <a:pt x="519066" y="149432"/>
                  </a:lnTo>
                  <a:lnTo>
                    <a:pt x="522573" y="147934"/>
                  </a:lnTo>
                  <a:lnTo>
                    <a:pt x="526080" y="146533"/>
                  </a:lnTo>
                  <a:lnTo>
                    <a:pt x="529588" y="145040"/>
                  </a:lnTo>
                  <a:lnTo>
                    <a:pt x="533095" y="143567"/>
                  </a:lnTo>
                  <a:lnTo>
                    <a:pt x="536602" y="142279"/>
                  </a:lnTo>
                  <a:lnTo>
                    <a:pt x="540109" y="140850"/>
                  </a:lnTo>
                  <a:lnTo>
                    <a:pt x="543616" y="139312"/>
                  </a:lnTo>
                  <a:lnTo>
                    <a:pt x="547124" y="137778"/>
                  </a:lnTo>
                  <a:lnTo>
                    <a:pt x="550631" y="136410"/>
                  </a:lnTo>
                  <a:lnTo>
                    <a:pt x="554138" y="134966"/>
                  </a:lnTo>
                  <a:lnTo>
                    <a:pt x="557645" y="133433"/>
                  </a:lnTo>
                  <a:lnTo>
                    <a:pt x="561152" y="131885"/>
                  </a:lnTo>
                  <a:lnTo>
                    <a:pt x="564660" y="130544"/>
                  </a:lnTo>
                  <a:lnTo>
                    <a:pt x="568167" y="129069"/>
                  </a:lnTo>
                  <a:lnTo>
                    <a:pt x="571674" y="127668"/>
                  </a:lnTo>
                  <a:lnTo>
                    <a:pt x="575181" y="126148"/>
                  </a:lnTo>
                  <a:lnTo>
                    <a:pt x="578688" y="124552"/>
                  </a:lnTo>
                  <a:lnTo>
                    <a:pt x="582196" y="123033"/>
                  </a:lnTo>
                  <a:lnTo>
                    <a:pt x="585703" y="121377"/>
                  </a:lnTo>
                  <a:lnTo>
                    <a:pt x="589210" y="119977"/>
                  </a:lnTo>
                  <a:lnTo>
                    <a:pt x="592717" y="118278"/>
                  </a:lnTo>
                  <a:lnTo>
                    <a:pt x="596224" y="116580"/>
                  </a:lnTo>
                  <a:lnTo>
                    <a:pt x="599732" y="115064"/>
                  </a:lnTo>
                  <a:lnTo>
                    <a:pt x="603239" y="113745"/>
                  </a:lnTo>
                  <a:lnTo>
                    <a:pt x="606746" y="112205"/>
                  </a:lnTo>
                  <a:lnTo>
                    <a:pt x="610253" y="110591"/>
                  </a:lnTo>
                  <a:lnTo>
                    <a:pt x="613761" y="108989"/>
                  </a:lnTo>
                  <a:lnTo>
                    <a:pt x="617268" y="107464"/>
                  </a:lnTo>
                  <a:lnTo>
                    <a:pt x="620775" y="105735"/>
                  </a:lnTo>
                  <a:lnTo>
                    <a:pt x="624282" y="104095"/>
                  </a:lnTo>
                  <a:lnTo>
                    <a:pt x="627789" y="102569"/>
                  </a:lnTo>
                  <a:lnTo>
                    <a:pt x="631297" y="101133"/>
                  </a:lnTo>
                  <a:lnTo>
                    <a:pt x="634804" y="99705"/>
                  </a:lnTo>
                  <a:lnTo>
                    <a:pt x="638311" y="98427"/>
                  </a:lnTo>
                  <a:lnTo>
                    <a:pt x="641818" y="96889"/>
                  </a:lnTo>
                  <a:lnTo>
                    <a:pt x="645325" y="95340"/>
                  </a:lnTo>
                  <a:lnTo>
                    <a:pt x="648833" y="93492"/>
                  </a:lnTo>
                  <a:lnTo>
                    <a:pt x="652340" y="91830"/>
                  </a:lnTo>
                  <a:lnTo>
                    <a:pt x="655847" y="90307"/>
                  </a:lnTo>
                  <a:lnTo>
                    <a:pt x="659354" y="88735"/>
                  </a:lnTo>
                  <a:lnTo>
                    <a:pt x="662861" y="87159"/>
                  </a:lnTo>
                  <a:lnTo>
                    <a:pt x="666369" y="85722"/>
                  </a:lnTo>
                  <a:lnTo>
                    <a:pt x="669876" y="84144"/>
                  </a:lnTo>
                  <a:lnTo>
                    <a:pt x="673383" y="82343"/>
                  </a:lnTo>
                  <a:lnTo>
                    <a:pt x="676890" y="80594"/>
                  </a:lnTo>
                  <a:lnTo>
                    <a:pt x="680397" y="79136"/>
                  </a:lnTo>
                  <a:lnTo>
                    <a:pt x="683905" y="77676"/>
                  </a:lnTo>
                  <a:lnTo>
                    <a:pt x="687412" y="76070"/>
                  </a:lnTo>
                  <a:lnTo>
                    <a:pt x="690919" y="74330"/>
                  </a:lnTo>
                  <a:lnTo>
                    <a:pt x="694426" y="72642"/>
                  </a:lnTo>
                  <a:lnTo>
                    <a:pt x="697933" y="71063"/>
                  </a:lnTo>
                  <a:lnTo>
                    <a:pt x="701441" y="69518"/>
                  </a:lnTo>
                  <a:lnTo>
                    <a:pt x="704948" y="67891"/>
                  </a:lnTo>
                  <a:lnTo>
                    <a:pt x="708455" y="66272"/>
                  </a:lnTo>
                  <a:lnTo>
                    <a:pt x="711962" y="64612"/>
                  </a:lnTo>
                  <a:lnTo>
                    <a:pt x="715469" y="62956"/>
                  </a:lnTo>
                  <a:lnTo>
                    <a:pt x="718977" y="61298"/>
                  </a:lnTo>
                  <a:lnTo>
                    <a:pt x="722484" y="59636"/>
                  </a:lnTo>
                  <a:lnTo>
                    <a:pt x="725991" y="57839"/>
                  </a:lnTo>
                  <a:lnTo>
                    <a:pt x="729498" y="56270"/>
                  </a:lnTo>
                  <a:lnTo>
                    <a:pt x="733006" y="54615"/>
                  </a:lnTo>
                  <a:lnTo>
                    <a:pt x="736513" y="52933"/>
                  </a:lnTo>
                  <a:lnTo>
                    <a:pt x="740020" y="51251"/>
                  </a:lnTo>
                  <a:lnTo>
                    <a:pt x="743527" y="49545"/>
                  </a:lnTo>
                  <a:lnTo>
                    <a:pt x="747034" y="47797"/>
                  </a:lnTo>
                  <a:lnTo>
                    <a:pt x="750542" y="46045"/>
                  </a:lnTo>
                  <a:lnTo>
                    <a:pt x="754049" y="44289"/>
                  </a:lnTo>
                  <a:lnTo>
                    <a:pt x="757556" y="42530"/>
                  </a:lnTo>
                  <a:lnTo>
                    <a:pt x="761063" y="40768"/>
                  </a:lnTo>
                  <a:lnTo>
                    <a:pt x="764570" y="39003"/>
                  </a:lnTo>
                  <a:lnTo>
                    <a:pt x="768078" y="37244"/>
                  </a:lnTo>
                  <a:lnTo>
                    <a:pt x="771585" y="35457"/>
                  </a:lnTo>
                  <a:lnTo>
                    <a:pt x="775092" y="33678"/>
                  </a:lnTo>
                  <a:lnTo>
                    <a:pt x="778599" y="31897"/>
                  </a:lnTo>
                  <a:lnTo>
                    <a:pt x="782106" y="30110"/>
                  </a:lnTo>
                  <a:lnTo>
                    <a:pt x="785614" y="28256"/>
                  </a:lnTo>
                  <a:lnTo>
                    <a:pt x="789121" y="26383"/>
                  </a:lnTo>
                  <a:lnTo>
                    <a:pt x="792628" y="24507"/>
                  </a:lnTo>
                  <a:lnTo>
                    <a:pt x="796135" y="22624"/>
                  </a:lnTo>
                  <a:lnTo>
                    <a:pt x="799642" y="20693"/>
                  </a:lnTo>
                  <a:lnTo>
                    <a:pt x="803150" y="18758"/>
                  </a:lnTo>
                  <a:lnTo>
                    <a:pt x="806657" y="16820"/>
                  </a:lnTo>
                  <a:lnTo>
                    <a:pt x="810164" y="14935"/>
                  </a:lnTo>
                  <a:lnTo>
                    <a:pt x="813671" y="13147"/>
                  </a:lnTo>
                  <a:lnTo>
                    <a:pt x="817178" y="11196"/>
                  </a:lnTo>
                  <a:lnTo>
                    <a:pt x="820686" y="9299"/>
                  </a:lnTo>
                  <a:lnTo>
                    <a:pt x="824193" y="7414"/>
                  </a:lnTo>
                  <a:lnTo>
                    <a:pt x="827700" y="5531"/>
                  </a:lnTo>
                  <a:lnTo>
                    <a:pt x="831207" y="3642"/>
                  </a:lnTo>
                  <a:lnTo>
                    <a:pt x="834714" y="1752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481032" y="5187134"/>
              <a:ext cx="838222" cy="118920"/>
            </a:xfrm>
            <a:custGeom>
              <a:avLst/>
              <a:pathLst>
                <a:path w="838222" h="118920">
                  <a:moveTo>
                    <a:pt x="838222" y="0"/>
                  </a:moveTo>
                  <a:lnTo>
                    <a:pt x="834714" y="192"/>
                  </a:lnTo>
                  <a:lnTo>
                    <a:pt x="831207" y="364"/>
                  </a:lnTo>
                  <a:lnTo>
                    <a:pt x="827700" y="576"/>
                  </a:lnTo>
                  <a:lnTo>
                    <a:pt x="824193" y="734"/>
                  </a:lnTo>
                  <a:lnTo>
                    <a:pt x="820686" y="848"/>
                  </a:lnTo>
                  <a:lnTo>
                    <a:pt x="817178" y="962"/>
                  </a:lnTo>
                  <a:lnTo>
                    <a:pt x="813671" y="1096"/>
                  </a:lnTo>
                  <a:lnTo>
                    <a:pt x="810164" y="1190"/>
                  </a:lnTo>
                  <a:lnTo>
                    <a:pt x="806657" y="1363"/>
                  </a:lnTo>
                  <a:lnTo>
                    <a:pt x="803150" y="1576"/>
                  </a:lnTo>
                  <a:lnTo>
                    <a:pt x="799642" y="1722"/>
                  </a:lnTo>
                  <a:lnTo>
                    <a:pt x="796135" y="2000"/>
                  </a:lnTo>
                  <a:lnTo>
                    <a:pt x="792628" y="2093"/>
                  </a:lnTo>
                  <a:lnTo>
                    <a:pt x="789121" y="2140"/>
                  </a:lnTo>
                  <a:lnTo>
                    <a:pt x="785614" y="2280"/>
                  </a:lnTo>
                  <a:lnTo>
                    <a:pt x="782106" y="2419"/>
                  </a:lnTo>
                  <a:lnTo>
                    <a:pt x="778599" y="2556"/>
                  </a:lnTo>
                  <a:lnTo>
                    <a:pt x="775092" y="2693"/>
                  </a:lnTo>
                  <a:lnTo>
                    <a:pt x="771585" y="2925"/>
                  </a:lnTo>
                  <a:lnTo>
                    <a:pt x="768078" y="3161"/>
                  </a:lnTo>
                  <a:lnTo>
                    <a:pt x="764570" y="3372"/>
                  </a:lnTo>
                  <a:lnTo>
                    <a:pt x="761063" y="3485"/>
                  </a:lnTo>
                  <a:lnTo>
                    <a:pt x="757556" y="3655"/>
                  </a:lnTo>
                  <a:lnTo>
                    <a:pt x="754049" y="3850"/>
                  </a:lnTo>
                  <a:lnTo>
                    <a:pt x="750542" y="3924"/>
                  </a:lnTo>
                  <a:lnTo>
                    <a:pt x="747034" y="4111"/>
                  </a:lnTo>
                  <a:lnTo>
                    <a:pt x="743527" y="4116"/>
                  </a:lnTo>
                  <a:lnTo>
                    <a:pt x="740020" y="4335"/>
                  </a:lnTo>
                  <a:lnTo>
                    <a:pt x="736513" y="4426"/>
                  </a:lnTo>
                  <a:lnTo>
                    <a:pt x="733006" y="4432"/>
                  </a:lnTo>
                  <a:lnTo>
                    <a:pt x="729498" y="4476"/>
                  </a:lnTo>
                  <a:lnTo>
                    <a:pt x="725991" y="4609"/>
                  </a:lnTo>
                  <a:lnTo>
                    <a:pt x="722484" y="4692"/>
                  </a:lnTo>
                  <a:lnTo>
                    <a:pt x="718977" y="4882"/>
                  </a:lnTo>
                  <a:lnTo>
                    <a:pt x="715469" y="5021"/>
                  </a:lnTo>
                  <a:lnTo>
                    <a:pt x="711962" y="5153"/>
                  </a:lnTo>
                  <a:lnTo>
                    <a:pt x="708455" y="5159"/>
                  </a:lnTo>
                  <a:lnTo>
                    <a:pt x="704948" y="5358"/>
                  </a:lnTo>
                  <a:lnTo>
                    <a:pt x="701441" y="5564"/>
                  </a:lnTo>
                  <a:lnTo>
                    <a:pt x="697933" y="5703"/>
                  </a:lnTo>
                  <a:lnTo>
                    <a:pt x="694426" y="5860"/>
                  </a:lnTo>
                  <a:lnTo>
                    <a:pt x="690919" y="5980"/>
                  </a:lnTo>
                  <a:lnTo>
                    <a:pt x="687412" y="6118"/>
                  </a:lnTo>
                  <a:lnTo>
                    <a:pt x="683905" y="6318"/>
                  </a:lnTo>
                  <a:lnTo>
                    <a:pt x="680397" y="6532"/>
                  </a:lnTo>
                  <a:lnTo>
                    <a:pt x="676890" y="6742"/>
                  </a:lnTo>
                  <a:lnTo>
                    <a:pt x="673383" y="6898"/>
                  </a:lnTo>
                  <a:lnTo>
                    <a:pt x="669876" y="7130"/>
                  </a:lnTo>
                  <a:lnTo>
                    <a:pt x="666369" y="7250"/>
                  </a:lnTo>
                  <a:lnTo>
                    <a:pt x="662861" y="7443"/>
                  </a:lnTo>
                  <a:lnTo>
                    <a:pt x="659354" y="7670"/>
                  </a:lnTo>
                  <a:lnTo>
                    <a:pt x="655847" y="7745"/>
                  </a:lnTo>
                  <a:lnTo>
                    <a:pt x="652340" y="7870"/>
                  </a:lnTo>
                  <a:lnTo>
                    <a:pt x="648833" y="8202"/>
                  </a:lnTo>
                  <a:lnTo>
                    <a:pt x="645325" y="8530"/>
                  </a:lnTo>
                  <a:lnTo>
                    <a:pt x="641818" y="8715"/>
                  </a:lnTo>
                  <a:lnTo>
                    <a:pt x="638311" y="8977"/>
                  </a:lnTo>
                  <a:lnTo>
                    <a:pt x="634804" y="9274"/>
                  </a:lnTo>
                  <a:lnTo>
                    <a:pt x="631297" y="9510"/>
                  </a:lnTo>
                  <a:lnTo>
                    <a:pt x="627789" y="9722"/>
                  </a:lnTo>
                  <a:lnTo>
                    <a:pt x="624282" y="9879"/>
                  </a:lnTo>
                  <a:lnTo>
                    <a:pt x="620775" y="9983"/>
                  </a:lnTo>
                  <a:lnTo>
                    <a:pt x="617268" y="10138"/>
                  </a:lnTo>
                  <a:lnTo>
                    <a:pt x="613761" y="10354"/>
                  </a:lnTo>
                  <a:lnTo>
                    <a:pt x="610253" y="10511"/>
                  </a:lnTo>
                  <a:lnTo>
                    <a:pt x="606746" y="10577"/>
                  </a:lnTo>
                  <a:lnTo>
                    <a:pt x="603239" y="10718"/>
                  </a:lnTo>
                  <a:lnTo>
                    <a:pt x="599732" y="10748"/>
                  </a:lnTo>
                  <a:lnTo>
                    <a:pt x="596224" y="10929"/>
                  </a:lnTo>
                  <a:lnTo>
                    <a:pt x="592717" y="11174"/>
                  </a:lnTo>
                  <a:lnTo>
                    <a:pt x="589210" y="11628"/>
                  </a:lnTo>
                  <a:lnTo>
                    <a:pt x="585703" y="11582"/>
                  </a:lnTo>
                  <a:lnTo>
                    <a:pt x="582196" y="11759"/>
                  </a:lnTo>
                  <a:lnTo>
                    <a:pt x="578688" y="11894"/>
                  </a:lnTo>
                  <a:lnTo>
                    <a:pt x="575181" y="12242"/>
                  </a:lnTo>
                  <a:lnTo>
                    <a:pt x="571674" y="12581"/>
                  </a:lnTo>
                  <a:lnTo>
                    <a:pt x="568167" y="12794"/>
                  </a:lnTo>
                  <a:lnTo>
                    <a:pt x="564660" y="13154"/>
                  </a:lnTo>
                  <a:lnTo>
                    <a:pt x="561152" y="13440"/>
                  </a:lnTo>
                  <a:lnTo>
                    <a:pt x="557645" y="13723"/>
                  </a:lnTo>
                  <a:lnTo>
                    <a:pt x="554138" y="13806"/>
                  </a:lnTo>
                  <a:lnTo>
                    <a:pt x="550631" y="14022"/>
                  </a:lnTo>
                  <a:lnTo>
                    <a:pt x="547124" y="14350"/>
                  </a:lnTo>
                  <a:lnTo>
                    <a:pt x="543616" y="14476"/>
                  </a:lnTo>
                  <a:lnTo>
                    <a:pt x="540109" y="14660"/>
                  </a:lnTo>
                  <a:lnTo>
                    <a:pt x="536602" y="14742"/>
                  </a:lnTo>
                  <a:lnTo>
                    <a:pt x="533095" y="14949"/>
                  </a:lnTo>
                  <a:lnTo>
                    <a:pt x="529588" y="14977"/>
                  </a:lnTo>
                  <a:lnTo>
                    <a:pt x="526080" y="15143"/>
                  </a:lnTo>
                  <a:lnTo>
                    <a:pt x="522573" y="15345"/>
                  </a:lnTo>
                  <a:lnTo>
                    <a:pt x="519066" y="15801"/>
                  </a:lnTo>
                  <a:lnTo>
                    <a:pt x="515559" y="16157"/>
                  </a:lnTo>
                  <a:lnTo>
                    <a:pt x="512052" y="16435"/>
                  </a:lnTo>
                  <a:lnTo>
                    <a:pt x="508544" y="16569"/>
                  </a:lnTo>
                  <a:lnTo>
                    <a:pt x="505037" y="16802"/>
                  </a:lnTo>
                  <a:lnTo>
                    <a:pt x="501530" y="17029"/>
                  </a:lnTo>
                  <a:lnTo>
                    <a:pt x="498023" y="17229"/>
                  </a:lnTo>
                  <a:lnTo>
                    <a:pt x="494516" y="17516"/>
                  </a:lnTo>
                  <a:lnTo>
                    <a:pt x="491008" y="17773"/>
                  </a:lnTo>
                  <a:lnTo>
                    <a:pt x="487501" y="18114"/>
                  </a:lnTo>
                  <a:lnTo>
                    <a:pt x="483994" y="18423"/>
                  </a:lnTo>
                  <a:lnTo>
                    <a:pt x="480487" y="18748"/>
                  </a:lnTo>
                  <a:lnTo>
                    <a:pt x="476979" y="19133"/>
                  </a:lnTo>
                  <a:lnTo>
                    <a:pt x="473472" y="19399"/>
                  </a:lnTo>
                  <a:lnTo>
                    <a:pt x="469965" y="19584"/>
                  </a:lnTo>
                  <a:lnTo>
                    <a:pt x="466458" y="19933"/>
                  </a:lnTo>
                  <a:lnTo>
                    <a:pt x="462951" y="20113"/>
                  </a:lnTo>
                  <a:lnTo>
                    <a:pt x="459443" y="20296"/>
                  </a:lnTo>
                  <a:lnTo>
                    <a:pt x="455936" y="20604"/>
                  </a:lnTo>
                  <a:lnTo>
                    <a:pt x="452429" y="20988"/>
                  </a:lnTo>
                  <a:lnTo>
                    <a:pt x="448922" y="21294"/>
                  </a:lnTo>
                  <a:lnTo>
                    <a:pt x="445415" y="21679"/>
                  </a:lnTo>
                  <a:lnTo>
                    <a:pt x="441907" y="22157"/>
                  </a:lnTo>
                  <a:lnTo>
                    <a:pt x="438400" y="22594"/>
                  </a:lnTo>
                  <a:lnTo>
                    <a:pt x="434893" y="23013"/>
                  </a:lnTo>
                  <a:lnTo>
                    <a:pt x="431386" y="23379"/>
                  </a:lnTo>
                  <a:lnTo>
                    <a:pt x="427879" y="23796"/>
                  </a:lnTo>
                  <a:lnTo>
                    <a:pt x="424371" y="24383"/>
                  </a:lnTo>
                  <a:lnTo>
                    <a:pt x="420864" y="24760"/>
                  </a:lnTo>
                  <a:lnTo>
                    <a:pt x="417357" y="24952"/>
                  </a:lnTo>
                  <a:lnTo>
                    <a:pt x="413850" y="25406"/>
                  </a:lnTo>
                  <a:lnTo>
                    <a:pt x="410343" y="25845"/>
                  </a:lnTo>
                  <a:lnTo>
                    <a:pt x="406835" y="26400"/>
                  </a:lnTo>
                  <a:lnTo>
                    <a:pt x="403328" y="26643"/>
                  </a:lnTo>
                  <a:lnTo>
                    <a:pt x="399821" y="27068"/>
                  </a:lnTo>
                  <a:lnTo>
                    <a:pt x="396314" y="27558"/>
                  </a:lnTo>
                  <a:lnTo>
                    <a:pt x="392807" y="27922"/>
                  </a:lnTo>
                  <a:lnTo>
                    <a:pt x="389299" y="28700"/>
                  </a:lnTo>
                  <a:lnTo>
                    <a:pt x="385792" y="29271"/>
                  </a:lnTo>
                  <a:lnTo>
                    <a:pt x="382285" y="30011"/>
                  </a:lnTo>
                  <a:lnTo>
                    <a:pt x="378778" y="30836"/>
                  </a:lnTo>
                  <a:lnTo>
                    <a:pt x="375271" y="31402"/>
                  </a:lnTo>
                  <a:lnTo>
                    <a:pt x="371763" y="31965"/>
                  </a:lnTo>
                  <a:lnTo>
                    <a:pt x="368256" y="32516"/>
                  </a:lnTo>
                  <a:lnTo>
                    <a:pt x="364749" y="33125"/>
                  </a:lnTo>
                  <a:lnTo>
                    <a:pt x="361242" y="33615"/>
                  </a:lnTo>
                  <a:lnTo>
                    <a:pt x="357734" y="34298"/>
                  </a:lnTo>
                  <a:lnTo>
                    <a:pt x="354227" y="34975"/>
                  </a:lnTo>
                  <a:lnTo>
                    <a:pt x="350720" y="35592"/>
                  </a:lnTo>
                  <a:lnTo>
                    <a:pt x="347213" y="36096"/>
                  </a:lnTo>
                  <a:lnTo>
                    <a:pt x="343706" y="36559"/>
                  </a:lnTo>
                  <a:lnTo>
                    <a:pt x="340198" y="37097"/>
                  </a:lnTo>
                  <a:lnTo>
                    <a:pt x="336691" y="38016"/>
                  </a:lnTo>
                  <a:lnTo>
                    <a:pt x="333184" y="38694"/>
                  </a:lnTo>
                  <a:lnTo>
                    <a:pt x="329677" y="39441"/>
                  </a:lnTo>
                  <a:lnTo>
                    <a:pt x="326170" y="40189"/>
                  </a:lnTo>
                  <a:lnTo>
                    <a:pt x="322662" y="41180"/>
                  </a:lnTo>
                  <a:lnTo>
                    <a:pt x="319155" y="41858"/>
                  </a:lnTo>
                  <a:lnTo>
                    <a:pt x="315648" y="42536"/>
                  </a:lnTo>
                  <a:lnTo>
                    <a:pt x="312141" y="43189"/>
                  </a:lnTo>
                  <a:lnTo>
                    <a:pt x="308634" y="43977"/>
                  </a:lnTo>
                  <a:lnTo>
                    <a:pt x="305126" y="44639"/>
                  </a:lnTo>
                  <a:lnTo>
                    <a:pt x="301619" y="45451"/>
                  </a:lnTo>
                  <a:lnTo>
                    <a:pt x="298112" y="46125"/>
                  </a:lnTo>
                  <a:lnTo>
                    <a:pt x="294605" y="47019"/>
                  </a:lnTo>
                  <a:lnTo>
                    <a:pt x="291098" y="47750"/>
                  </a:lnTo>
                  <a:lnTo>
                    <a:pt x="287590" y="48410"/>
                  </a:lnTo>
                  <a:lnTo>
                    <a:pt x="284083" y="49442"/>
                  </a:lnTo>
                  <a:lnTo>
                    <a:pt x="280576" y="50298"/>
                  </a:lnTo>
                  <a:lnTo>
                    <a:pt x="277069" y="51158"/>
                  </a:lnTo>
                  <a:lnTo>
                    <a:pt x="273562" y="51928"/>
                  </a:lnTo>
                  <a:lnTo>
                    <a:pt x="270054" y="52861"/>
                  </a:lnTo>
                  <a:lnTo>
                    <a:pt x="266547" y="53681"/>
                  </a:lnTo>
                  <a:lnTo>
                    <a:pt x="263040" y="54455"/>
                  </a:lnTo>
                  <a:lnTo>
                    <a:pt x="259533" y="55265"/>
                  </a:lnTo>
                  <a:lnTo>
                    <a:pt x="256026" y="56282"/>
                  </a:lnTo>
                  <a:lnTo>
                    <a:pt x="252518" y="57274"/>
                  </a:lnTo>
                  <a:lnTo>
                    <a:pt x="249011" y="58132"/>
                  </a:lnTo>
                  <a:lnTo>
                    <a:pt x="245504" y="59162"/>
                  </a:lnTo>
                  <a:lnTo>
                    <a:pt x="241997" y="60217"/>
                  </a:lnTo>
                  <a:lnTo>
                    <a:pt x="238489" y="61192"/>
                  </a:lnTo>
                  <a:lnTo>
                    <a:pt x="234982" y="61909"/>
                  </a:lnTo>
                  <a:lnTo>
                    <a:pt x="231475" y="62822"/>
                  </a:lnTo>
                  <a:lnTo>
                    <a:pt x="227968" y="63751"/>
                  </a:lnTo>
                  <a:lnTo>
                    <a:pt x="224461" y="64748"/>
                  </a:lnTo>
                  <a:lnTo>
                    <a:pt x="220953" y="65548"/>
                  </a:lnTo>
                  <a:lnTo>
                    <a:pt x="217446" y="66510"/>
                  </a:lnTo>
                  <a:lnTo>
                    <a:pt x="213939" y="67367"/>
                  </a:lnTo>
                  <a:lnTo>
                    <a:pt x="210432" y="68237"/>
                  </a:lnTo>
                  <a:lnTo>
                    <a:pt x="206925" y="69117"/>
                  </a:lnTo>
                  <a:lnTo>
                    <a:pt x="203417" y="69994"/>
                  </a:lnTo>
                  <a:lnTo>
                    <a:pt x="199910" y="70901"/>
                  </a:lnTo>
                  <a:lnTo>
                    <a:pt x="196403" y="71817"/>
                  </a:lnTo>
                  <a:lnTo>
                    <a:pt x="192896" y="72832"/>
                  </a:lnTo>
                  <a:lnTo>
                    <a:pt x="189389" y="73690"/>
                  </a:lnTo>
                  <a:lnTo>
                    <a:pt x="185881" y="74544"/>
                  </a:lnTo>
                  <a:lnTo>
                    <a:pt x="182374" y="75482"/>
                  </a:lnTo>
                  <a:lnTo>
                    <a:pt x="178867" y="76334"/>
                  </a:lnTo>
                  <a:lnTo>
                    <a:pt x="175360" y="77330"/>
                  </a:lnTo>
                  <a:lnTo>
                    <a:pt x="171853" y="78099"/>
                  </a:lnTo>
                  <a:lnTo>
                    <a:pt x="168345" y="78868"/>
                  </a:lnTo>
                  <a:lnTo>
                    <a:pt x="164838" y="79715"/>
                  </a:lnTo>
                  <a:lnTo>
                    <a:pt x="161331" y="80624"/>
                  </a:lnTo>
                  <a:lnTo>
                    <a:pt x="157824" y="81539"/>
                  </a:lnTo>
                  <a:lnTo>
                    <a:pt x="154317" y="82439"/>
                  </a:lnTo>
                  <a:lnTo>
                    <a:pt x="150809" y="83312"/>
                  </a:lnTo>
                  <a:lnTo>
                    <a:pt x="147302" y="84195"/>
                  </a:lnTo>
                  <a:lnTo>
                    <a:pt x="143795" y="85130"/>
                  </a:lnTo>
                  <a:lnTo>
                    <a:pt x="140288" y="86030"/>
                  </a:lnTo>
                  <a:lnTo>
                    <a:pt x="136781" y="86944"/>
                  </a:lnTo>
                  <a:lnTo>
                    <a:pt x="133273" y="87892"/>
                  </a:lnTo>
                  <a:lnTo>
                    <a:pt x="129766" y="88753"/>
                  </a:lnTo>
                  <a:lnTo>
                    <a:pt x="126259" y="89654"/>
                  </a:lnTo>
                  <a:lnTo>
                    <a:pt x="122752" y="90545"/>
                  </a:lnTo>
                  <a:lnTo>
                    <a:pt x="119244" y="91470"/>
                  </a:lnTo>
                  <a:lnTo>
                    <a:pt x="115737" y="92330"/>
                  </a:lnTo>
                  <a:lnTo>
                    <a:pt x="112230" y="93195"/>
                  </a:lnTo>
                  <a:lnTo>
                    <a:pt x="108723" y="94075"/>
                  </a:lnTo>
                  <a:lnTo>
                    <a:pt x="105216" y="94969"/>
                  </a:lnTo>
                  <a:lnTo>
                    <a:pt x="101708" y="95812"/>
                  </a:lnTo>
                  <a:lnTo>
                    <a:pt x="98201" y="96491"/>
                  </a:lnTo>
                  <a:lnTo>
                    <a:pt x="94694" y="97384"/>
                  </a:lnTo>
                  <a:lnTo>
                    <a:pt x="91187" y="98296"/>
                  </a:lnTo>
                  <a:lnTo>
                    <a:pt x="87680" y="99132"/>
                  </a:lnTo>
                  <a:lnTo>
                    <a:pt x="84172" y="99876"/>
                  </a:lnTo>
                  <a:lnTo>
                    <a:pt x="80665" y="100659"/>
                  </a:lnTo>
                  <a:lnTo>
                    <a:pt x="77158" y="101392"/>
                  </a:lnTo>
                  <a:lnTo>
                    <a:pt x="73651" y="102186"/>
                  </a:lnTo>
                  <a:lnTo>
                    <a:pt x="70144" y="103009"/>
                  </a:lnTo>
                  <a:lnTo>
                    <a:pt x="66636" y="103849"/>
                  </a:lnTo>
                  <a:lnTo>
                    <a:pt x="63129" y="104688"/>
                  </a:lnTo>
                  <a:lnTo>
                    <a:pt x="59622" y="105552"/>
                  </a:lnTo>
                  <a:lnTo>
                    <a:pt x="56115" y="106354"/>
                  </a:lnTo>
                  <a:lnTo>
                    <a:pt x="52608" y="107176"/>
                  </a:lnTo>
                  <a:lnTo>
                    <a:pt x="49100" y="107999"/>
                  </a:lnTo>
                  <a:lnTo>
                    <a:pt x="45593" y="108873"/>
                  </a:lnTo>
                  <a:lnTo>
                    <a:pt x="42086" y="109778"/>
                  </a:lnTo>
                  <a:lnTo>
                    <a:pt x="38579" y="110531"/>
                  </a:lnTo>
                  <a:lnTo>
                    <a:pt x="35072" y="111259"/>
                  </a:lnTo>
                  <a:lnTo>
                    <a:pt x="31564" y="112094"/>
                  </a:lnTo>
                  <a:lnTo>
                    <a:pt x="28057" y="112969"/>
                  </a:lnTo>
                  <a:lnTo>
                    <a:pt x="24550" y="113653"/>
                  </a:lnTo>
                  <a:lnTo>
                    <a:pt x="21043" y="114365"/>
                  </a:lnTo>
                  <a:lnTo>
                    <a:pt x="17536" y="115063"/>
                  </a:lnTo>
                  <a:lnTo>
                    <a:pt x="14028" y="115895"/>
                  </a:lnTo>
                  <a:lnTo>
                    <a:pt x="10521" y="116750"/>
                  </a:lnTo>
                  <a:lnTo>
                    <a:pt x="7014" y="117523"/>
                  </a:lnTo>
                  <a:lnTo>
                    <a:pt x="3507" y="118261"/>
                  </a:lnTo>
                  <a:lnTo>
                    <a:pt x="0" y="1189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481032" y="5086276"/>
              <a:ext cx="838222" cy="173330"/>
            </a:xfrm>
            <a:custGeom>
              <a:avLst/>
              <a:pathLst>
                <a:path w="838222" h="173330">
                  <a:moveTo>
                    <a:pt x="0" y="173330"/>
                  </a:moveTo>
                  <a:lnTo>
                    <a:pt x="3507" y="172802"/>
                  </a:lnTo>
                  <a:lnTo>
                    <a:pt x="7014" y="172272"/>
                  </a:lnTo>
                  <a:lnTo>
                    <a:pt x="10521" y="171741"/>
                  </a:lnTo>
                  <a:lnTo>
                    <a:pt x="14028" y="171208"/>
                  </a:lnTo>
                  <a:lnTo>
                    <a:pt x="17536" y="170674"/>
                  </a:lnTo>
                  <a:lnTo>
                    <a:pt x="21043" y="170138"/>
                  </a:lnTo>
                  <a:lnTo>
                    <a:pt x="24550" y="169600"/>
                  </a:lnTo>
                  <a:lnTo>
                    <a:pt x="28057" y="169060"/>
                  </a:lnTo>
                  <a:lnTo>
                    <a:pt x="31564" y="168519"/>
                  </a:lnTo>
                  <a:lnTo>
                    <a:pt x="35072" y="167976"/>
                  </a:lnTo>
                  <a:lnTo>
                    <a:pt x="38579" y="167432"/>
                  </a:lnTo>
                  <a:lnTo>
                    <a:pt x="42086" y="166886"/>
                  </a:lnTo>
                  <a:lnTo>
                    <a:pt x="45593" y="166338"/>
                  </a:lnTo>
                  <a:lnTo>
                    <a:pt x="49100" y="165789"/>
                  </a:lnTo>
                  <a:lnTo>
                    <a:pt x="52608" y="165238"/>
                  </a:lnTo>
                  <a:lnTo>
                    <a:pt x="56115" y="164685"/>
                  </a:lnTo>
                  <a:lnTo>
                    <a:pt x="59622" y="164131"/>
                  </a:lnTo>
                  <a:lnTo>
                    <a:pt x="63129" y="163575"/>
                  </a:lnTo>
                  <a:lnTo>
                    <a:pt x="66636" y="163017"/>
                  </a:lnTo>
                  <a:lnTo>
                    <a:pt x="70144" y="162457"/>
                  </a:lnTo>
                  <a:lnTo>
                    <a:pt x="73651" y="161896"/>
                  </a:lnTo>
                  <a:lnTo>
                    <a:pt x="77158" y="161334"/>
                  </a:lnTo>
                  <a:lnTo>
                    <a:pt x="80665" y="160769"/>
                  </a:lnTo>
                  <a:lnTo>
                    <a:pt x="84172" y="160203"/>
                  </a:lnTo>
                  <a:lnTo>
                    <a:pt x="87680" y="159635"/>
                  </a:lnTo>
                  <a:lnTo>
                    <a:pt x="91187" y="159066"/>
                  </a:lnTo>
                  <a:lnTo>
                    <a:pt x="94694" y="158494"/>
                  </a:lnTo>
                  <a:lnTo>
                    <a:pt x="98201" y="157921"/>
                  </a:lnTo>
                  <a:lnTo>
                    <a:pt x="101708" y="157347"/>
                  </a:lnTo>
                  <a:lnTo>
                    <a:pt x="105216" y="156771"/>
                  </a:lnTo>
                  <a:lnTo>
                    <a:pt x="108723" y="156193"/>
                  </a:lnTo>
                  <a:lnTo>
                    <a:pt x="112230" y="155613"/>
                  </a:lnTo>
                  <a:lnTo>
                    <a:pt x="115737" y="155031"/>
                  </a:lnTo>
                  <a:lnTo>
                    <a:pt x="119244" y="154448"/>
                  </a:lnTo>
                  <a:lnTo>
                    <a:pt x="122752" y="153864"/>
                  </a:lnTo>
                  <a:lnTo>
                    <a:pt x="126259" y="153277"/>
                  </a:lnTo>
                  <a:lnTo>
                    <a:pt x="129766" y="152689"/>
                  </a:lnTo>
                  <a:lnTo>
                    <a:pt x="133273" y="152099"/>
                  </a:lnTo>
                  <a:lnTo>
                    <a:pt x="136781" y="151507"/>
                  </a:lnTo>
                  <a:lnTo>
                    <a:pt x="140288" y="150914"/>
                  </a:lnTo>
                  <a:lnTo>
                    <a:pt x="143795" y="150319"/>
                  </a:lnTo>
                  <a:lnTo>
                    <a:pt x="147302" y="149722"/>
                  </a:lnTo>
                  <a:lnTo>
                    <a:pt x="150809" y="149124"/>
                  </a:lnTo>
                  <a:lnTo>
                    <a:pt x="154317" y="148523"/>
                  </a:lnTo>
                  <a:lnTo>
                    <a:pt x="157824" y="147921"/>
                  </a:lnTo>
                  <a:lnTo>
                    <a:pt x="161331" y="147318"/>
                  </a:lnTo>
                  <a:lnTo>
                    <a:pt x="164838" y="146712"/>
                  </a:lnTo>
                  <a:lnTo>
                    <a:pt x="168345" y="146105"/>
                  </a:lnTo>
                  <a:lnTo>
                    <a:pt x="171853" y="145496"/>
                  </a:lnTo>
                  <a:lnTo>
                    <a:pt x="175360" y="144886"/>
                  </a:lnTo>
                  <a:lnTo>
                    <a:pt x="178867" y="144274"/>
                  </a:lnTo>
                  <a:lnTo>
                    <a:pt x="182374" y="143660"/>
                  </a:lnTo>
                  <a:lnTo>
                    <a:pt x="185881" y="143044"/>
                  </a:lnTo>
                  <a:lnTo>
                    <a:pt x="189389" y="142426"/>
                  </a:lnTo>
                  <a:lnTo>
                    <a:pt x="192896" y="141807"/>
                  </a:lnTo>
                  <a:lnTo>
                    <a:pt x="196403" y="141186"/>
                  </a:lnTo>
                  <a:lnTo>
                    <a:pt x="199910" y="140563"/>
                  </a:lnTo>
                  <a:lnTo>
                    <a:pt x="203417" y="139939"/>
                  </a:lnTo>
                  <a:lnTo>
                    <a:pt x="206925" y="139313"/>
                  </a:lnTo>
                  <a:lnTo>
                    <a:pt x="210432" y="138685"/>
                  </a:lnTo>
                  <a:lnTo>
                    <a:pt x="213939" y="138055"/>
                  </a:lnTo>
                  <a:lnTo>
                    <a:pt x="217446" y="137424"/>
                  </a:lnTo>
                  <a:lnTo>
                    <a:pt x="220953" y="136791"/>
                  </a:lnTo>
                  <a:lnTo>
                    <a:pt x="224461" y="136156"/>
                  </a:lnTo>
                  <a:lnTo>
                    <a:pt x="227968" y="135520"/>
                  </a:lnTo>
                  <a:lnTo>
                    <a:pt x="231475" y="134881"/>
                  </a:lnTo>
                  <a:lnTo>
                    <a:pt x="234982" y="134241"/>
                  </a:lnTo>
                  <a:lnTo>
                    <a:pt x="238489" y="133599"/>
                  </a:lnTo>
                  <a:lnTo>
                    <a:pt x="241997" y="132956"/>
                  </a:lnTo>
                  <a:lnTo>
                    <a:pt x="245504" y="132311"/>
                  </a:lnTo>
                  <a:lnTo>
                    <a:pt x="249011" y="131664"/>
                  </a:lnTo>
                  <a:lnTo>
                    <a:pt x="252518" y="131015"/>
                  </a:lnTo>
                  <a:lnTo>
                    <a:pt x="256026" y="130364"/>
                  </a:lnTo>
                  <a:lnTo>
                    <a:pt x="259533" y="129712"/>
                  </a:lnTo>
                  <a:lnTo>
                    <a:pt x="263040" y="129058"/>
                  </a:lnTo>
                  <a:lnTo>
                    <a:pt x="266547" y="128402"/>
                  </a:lnTo>
                  <a:lnTo>
                    <a:pt x="270054" y="127745"/>
                  </a:lnTo>
                  <a:lnTo>
                    <a:pt x="273562" y="127086"/>
                  </a:lnTo>
                  <a:lnTo>
                    <a:pt x="277069" y="126425"/>
                  </a:lnTo>
                  <a:lnTo>
                    <a:pt x="280576" y="125762"/>
                  </a:lnTo>
                  <a:lnTo>
                    <a:pt x="284083" y="125098"/>
                  </a:lnTo>
                  <a:lnTo>
                    <a:pt x="287590" y="124431"/>
                  </a:lnTo>
                  <a:lnTo>
                    <a:pt x="291098" y="123764"/>
                  </a:lnTo>
                  <a:lnTo>
                    <a:pt x="294605" y="123094"/>
                  </a:lnTo>
                  <a:lnTo>
                    <a:pt x="298112" y="122422"/>
                  </a:lnTo>
                  <a:lnTo>
                    <a:pt x="301619" y="121749"/>
                  </a:lnTo>
                  <a:lnTo>
                    <a:pt x="305126" y="121074"/>
                  </a:lnTo>
                  <a:lnTo>
                    <a:pt x="308634" y="120398"/>
                  </a:lnTo>
                  <a:lnTo>
                    <a:pt x="312141" y="119720"/>
                  </a:lnTo>
                  <a:lnTo>
                    <a:pt x="315648" y="119039"/>
                  </a:lnTo>
                  <a:lnTo>
                    <a:pt x="319155" y="118358"/>
                  </a:lnTo>
                  <a:lnTo>
                    <a:pt x="322662" y="117674"/>
                  </a:lnTo>
                  <a:lnTo>
                    <a:pt x="326170" y="116989"/>
                  </a:lnTo>
                  <a:lnTo>
                    <a:pt x="329677" y="116302"/>
                  </a:lnTo>
                  <a:lnTo>
                    <a:pt x="333184" y="115613"/>
                  </a:lnTo>
                  <a:lnTo>
                    <a:pt x="336691" y="114923"/>
                  </a:lnTo>
                  <a:lnTo>
                    <a:pt x="340198" y="114230"/>
                  </a:lnTo>
                  <a:lnTo>
                    <a:pt x="343706" y="113536"/>
                  </a:lnTo>
                  <a:lnTo>
                    <a:pt x="347213" y="112841"/>
                  </a:lnTo>
                  <a:lnTo>
                    <a:pt x="350720" y="112143"/>
                  </a:lnTo>
                  <a:lnTo>
                    <a:pt x="354227" y="111444"/>
                  </a:lnTo>
                  <a:lnTo>
                    <a:pt x="357734" y="110743"/>
                  </a:lnTo>
                  <a:lnTo>
                    <a:pt x="361242" y="110041"/>
                  </a:lnTo>
                  <a:lnTo>
                    <a:pt x="364749" y="109336"/>
                  </a:lnTo>
                  <a:lnTo>
                    <a:pt x="368256" y="108630"/>
                  </a:lnTo>
                  <a:lnTo>
                    <a:pt x="371763" y="107923"/>
                  </a:lnTo>
                  <a:lnTo>
                    <a:pt x="375271" y="107213"/>
                  </a:lnTo>
                  <a:lnTo>
                    <a:pt x="378778" y="106502"/>
                  </a:lnTo>
                  <a:lnTo>
                    <a:pt x="382285" y="105789"/>
                  </a:lnTo>
                  <a:lnTo>
                    <a:pt x="385792" y="105075"/>
                  </a:lnTo>
                  <a:lnTo>
                    <a:pt x="389299" y="104358"/>
                  </a:lnTo>
                  <a:lnTo>
                    <a:pt x="392807" y="103640"/>
                  </a:lnTo>
                  <a:lnTo>
                    <a:pt x="396314" y="102921"/>
                  </a:lnTo>
                  <a:lnTo>
                    <a:pt x="399821" y="102199"/>
                  </a:lnTo>
                  <a:lnTo>
                    <a:pt x="403328" y="101476"/>
                  </a:lnTo>
                  <a:lnTo>
                    <a:pt x="406835" y="100751"/>
                  </a:lnTo>
                  <a:lnTo>
                    <a:pt x="410343" y="100025"/>
                  </a:lnTo>
                  <a:lnTo>
                    <a:pt x="413850" y="99297"/>
                  </a:lnTo>
                  <a:lnTo>
                    <a:pt x="417357" y="98567"/>
                  </a:lnTo>
                  <a:lnTo>
                    <a:pt x="420864" y="97835"/>
                  </a:lnTo>
                  <a:lnTo>
                    <a:pt x="424371" y="97102"/>
                  </a:lnTo>
                  <a:lnTo>
                    <a:pt x="427879" y="96367"/>
                  </a:lnTo>
                  <a:lnTo>
                    <a:pt x="431386" y="95631"/>
                  </a:lnTo>
                  <a:lnTo>
                    <a:pt x="434893" y="94892"/>
                  </a:lnTo>
                  <a:lnTo>
                    <a:pt x="438400" y="94152"/>
                  </a:lnTo>
                  <a:lnTo>
                    <a:pt x="441907" y="93411"/>
                  </a:lnTo>
                  <a:lnTo>
                    <a:pt x="445415" y="92667"/>
                  </a:lnTo>
                  <a:lnTo>
                    <a:pt x="448922" y="91922"/>
                  </a:lnTo>
                  <a:lnTo>
                    <a:pt x="452429" y="91176"/>
                  </a:lnTo>
                  <a:lnTo>
                    <a:pt x="455936" y="90428"/>
                  </a:lnTo>
                  <a:lnTo>
                    <a:pt x="459443" y="89678"/>
                  </a:lnTo>
                  <a:lnTo>
                    <a:pt x="462951" y="88926"/>
                  </a:lnTo>
                  <a:lnTo>
                    <a:pt x="466458" y="88173"/>
                  </a:lnTo>
                  <a:lnTo>
                    <a:pt x="469965" y="87418"/>
                  </a:lnTo>
                  <a:lnTo>
                    <a:pt x="473472" y="86661"/>
                  </a:lnTo>
                  <a:lnTo>
                    <a:pt x="476979" y="85903"/>
                  </a:lnTo>
                  <a:lnTo>
                    <a:pt x="480487" y="85143"/>
                  </a:lnTo>
                  <a:lnTo>
                    <a:pt x="483994" y="84382"/>
                  </a:lnTo>
                  <a:lnTo>
                    <a:pt x="487501" y="83619"/>
                  </a:lnTo>
                  <a:lnTo>
                    <a:pt x="491008" y="82854"/>
                  </a:lnTo>
                  <a:lnTo>
                    <a:pt x="494516" y="82088"/>
                  </a:lnTo>
                  <a:lnTo>
                    <a:pt x="498023" y="81320"/>
                  </a:lnTo>
                  <a:lnTo>
                    <a:pt x="501530" y="80550"/>
                  </a:lnTo>
                  <a:lnTo>
                    <a:pt x="505037" y="79779"/>
                  </a:lnTo>
                  <a:lnTo>
                    <a:pt x="508544" y="79006"/>
                  </a:lnTo>
                  <a:lnTo>
                    <a:pt x="512052" y="78232"/>
                  </a:lnTo>
                  <a:lnTo>
                    <a:pt x="515559" y="77456"/>
                  </a:lnTo>
                  <a:lnTo>
                    <a:pt x="519066" y="76678"/>
                  </a:lnTo>
                  <a:lnTo>
                    <a:pt x="522573" y="75899"/>
                  </a:lnTo>
                  <a:lnTo>
                    <a:pt x="526080" y="75118"/>
                  </a:lnTo>
                  <a:lnTo>
                    <a:pt x="529588" y="74336"/>
                  </a:lnTo>
                  <a:lnTo>
                    <a:pt x="533095" y="73552"/>
                  </a:lnTo>
                  <a:lnTo>
                    <a:pt x="536602" y="72767"/>
                  </a:lnTo>
                  <a:lnTo>
                    <a:pt x="540109" y="71980"/>
                  </a:lnTo>
                  <a:lnTo>
                    <a:pt x="543616" y="71191"/>
                  </a:lnTo>
                  <a:lnTo>
                    <a:pt x="547124" y="70401"/>
                  </a:lnTo>
                  <a:lnTo>
                    <a:pt x="550631" y="69609"/>
                  </a:lnTo>
                  <a:lnTo>
                    <a:pt x="554138" y="68816"/>
                  </a:lnTo>
                  <a:lnTo>
                    <a:pt x="557645" y="68021"/>
                  </a:lnTo>
                  <a:lnTo>
                    <a:pt x="561152" y="67225"/>
                  </a:lnTo>
                  <a:lnTo>
                    <a:pt x="564660" y="66427"/>
                  </a:lnTo>
                  <a:lnTo>
                    <a:pt x="568167" y="65628"/>
                  </a:lnTo>
                  <a:lnTo>
                    <a:pt x="571674" y="64827"/>
                  </a:lnTo>
                  <a:lnTo>
                    <a:pt x="575181" y="64024"/>
                  </a:lnTo>
                  <a:lnTo>
                    <a:pt x="578688" y="63220"/>
                  </a:lnTo>
                  <a:lnTo>
                    <a:pt x="582196" y="62415"/>
                  </a:lnTo>
                  <a:lnTo>
                    <a:pt x="585703" y="61608"/>
                  </a:lnTo>
                  <a:lnTo>
                    <a:pt x="589210" y="60800"/>
                  </a:lnTo>
                  <a:lnTo>
                    <a:pt x="592717" y="59990"/>
                  </a:lnTo>
                  <a:lnTo>
                    <a:pt x="596224" y="59178"/>
                  </a:lnTo>
                  <a:lnTo>
                    <a:pt x="599732" y="58365"/>
                  </a:lnTo>
                  <a:lnTo>
                    <a:pt x="603239" y="57551"/>
                  </a:lnTo>
                  <a:lnTo>
                    <a:pt x="606746" y="56735"/>
                  </a:lnTo>
                  <a:lnTo>
                    <a:pt x="610253" y="55918"/>
                  </a:lnTo>
                  <a:lnTo>
                    <a:pt x="613761" y="55099"/>
                  </a:lnTo>
                  <a:lnTo>
                    <a:pt x="617268" y="54279"/>
                  </a:lnTo>
                  <a:lnTo>
                    <a:pt x="620775" y="53457"/>
                  </a:lnTo>
                  <a:lnTo>
                    <a:pt x="624282" y="52634"/>
                  </a:lnTo>
                  <a:lnTo>
                    <a:pt x="627789" y="51810"/>
                  </a:lnTo>
                  <a:lnTo>
                    <a:pt x="631297" y="50984"/>
                  </a:lnTo>
                  <a:lnTo>
                    <a:pt x="634804" y="50157"/>
                  </a:lnTo>
                  <a:lnTo>
                    <a:pt x="638311" y="49328"/>
                  </a:lnTo>
                  <a:lnTo>
                    <a:pt x="641818" y="48498"/>
                  </a:lnTo>
                  <a:lnTo>
                    <a:pt x="645325" y="47666"/>
                  </a:lnTo>
                  <a:lnTo>
                    <a:pt x="648833" y="46833"/>
                  </a:lnTo>
                  <a:lnTo>
                    <a:pt x="652340" y="45999"/>
                  </a:lnTo>
                  <a:lnTo>
                    <a:pt x="655847" y="45163"/>
                  </a:lnTo>
                  <a:lnTo>
                    <a:pt x="659354" y="44326"/>
                  </a:lnTo>
                  <a:lnTo>
                    <a:pt x="662861" y="43488"/>
                  </a:lnTo>
                  <a:lnTo>
                    <a:pt x="666369" y="42648"/>
                  </a:lnTo>
                  <a:lnTo>
                    <a:pt x="669876" y="41807"/>
                  </a:lnTo>
                  <a:lnTo>
                    <a:pt x="673383" y="40964"/>
                  </a:lnTo>
                  <a:lnTo>
                    <a:pt x="676890" y="40121"/>
                  </a:lnTo>
                  <a:lnTo>
                    <a:pt x="680397" y="39276"/>
                  </a:lnTo>
                  <a:lnTo>
                    <a:pt x="683905" y="38429"/>
                  </a:lnTo>
                  <a:lnTo>
                    <a:pt x="687412" y="37581"/>
                  </a:lnTo>
                  <a:lnTo>
                    <a:pt x="690919" y="36732"/>
                  </a:lnTo>
                  <a:lnTo>
                    <a:pt x="694426" y="35882"/>
                  </a:lnTo>
                  <a:lnTo>
                    <a:pt x="697933" y="35030"/>
                  </a:lnTo>
                  <a:lnTo>
                    <a:pt x="701441" y="34177"/>
                  </a:lnTo>
                  <a:lnTo>
                    <a:pt x="704948" y="33323"/>
                  </a:lnTo>
                  <a:lnTo>
                    <a:pt x="708455" y="32468"/>
                  </a:lnTo>
                  <a:lnTo>
                    <a:pt x="711962" y="31611"/>
                  </a:lnTo>
                  <a:lnTo>
                    <a:pt x="715469" y="30753"/>
                  </a:lnTo>
                  <a:lnTo>
                    <a:pt x="718977" y="29894"/>
                  </a:lnTo>
                  <a:lnTo>
                    <a:pt x="722484" y="29033"/>
                  </a:lnTo>
                  <a:lnTo>
                    <a:pt x="725991" y="28172"/>
                  </a:lnTo>
                  <a:lnTo>
                    <a:pt x="729498" y="27309"/>
                  </a:lnTo>
                  <a:lnTo>
                    <a:pt x="733006" y="26445"/>
                  </a:lnTo>
                  <a:lnTo>
                    <a:pt x="736513" y="25579"/>
                  </a:lnTo>
                  <a:lnTo>
                    <a:pt x="740020" y="24713"/>
                  </a:lnTo>
                  <a:lnTo>
                    <a:pt x="743527" y="23845"/>
                  </a:lnTo>
                  <a:lnTo>
                    <a:pt x="747034" y="22976"/>
                  </a:lnTo>
                  <a:lnTo>
                    <a:pt x="750542" y="22106"/>
                  </a:lnTo>
                  <a:lnTo>
                    <a:pt x="754049" y="21235"/>
                  </a:lnTo>
                  <a:lnTo>
                    <a:pt x="757556" y="20362"/>
                  </a:lnTo>
                  <a:lnTo>
                    <a:pt x="761063" y="19489"/>
                  </a:lnTo>
                  <a:lnTo>
                    <a:pt x="764570" y="18614"/>
                  </a:lnTo>
                  <a:lnTo>
                    <a:pt x="768078" y="17738"/>
                  </a:lnTo>
                  <a:lnTo>
                    <a:pt x="771585" y="16862"/>
                  </a:lnTo>
                  <a:lnTo>
                    <a:pt x="775092" y="15984"/>
                  </a:lnTo>
                  <a:lnTo>
                    <a:pt x="778599" y="15104"/>
                  </a:lnTo>
                  <a:lnTo>
                    <a:pt x="782106" y="14224"/>
                  </a:lnTo>
                  <a:lnTo>
                    <a:pt x="785614" y="13343"/>
                  </a:lnTo>
                  <a:lnTo>
                    <a:pt x="789121" y="12461"/>
                  </a:lnTo>
                  <a:lnTo>
                    <a:pt x="792628" y="11577"/>
                  </a:lnTo>
                  <a:lnTo>
                    <a:pt x="796135" y="10693"/>
                  </a:lnTo>
                  <a:lnTo>
                    <a:pt x="799642" y="9807"/>
                  </a:lnTo>
                  <a:lnTo>
                    <a:pt x="803150" y="8921"/>
                  </a:lnTo>
                  <a:lnTo>
                    <a:pt x="806657" y="8033"/>
                  </a:lnTo>
                  <a:lnTo>
                    <a:pt x="810164" y="7144"/>
                  </a:lnTo>
                  <a:lnTo>
                    <a:pt x="813671" y="6255"/>
                  </a:lnTo>
                  <a:lnTo>
                    <a:pt x="817178" y="5364"/>
                  </a:lnTo>
                  <a:lnTo>
                    <a:pt x="820686" y="4472"/>
                  </a:lnTo>
                  <a:lnTo>
                    <a:pt x="824193" y="3580"/>
                  </a:lnTo>
                  <a:lnTo>
                    <a:pt x="827700" y="2686"/>
                  </a:lnTo>
                  <a:lnTo>
                    <a:pt x="831207" y="1792"/>
                  </a:lnTo>
                  <a:lnTo>
                    <a:pt x="834714" y="896"/>
                  </a:lnTo>
                  <a:lnTo>
                    <a:pt x="838222" y="0"/>
                  </a:lnTo>
                </a:path>
              </a:pathLst>
            </a:custGeom>
            <a:ln w="28456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439121" y="5213158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4544045" y="2645185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4585957" y="3059149"/>
              <a:ext cx="838222" cy="226126"/>
            </a:xfrm>
            <a:custGeom>
              <a:avLst/>
              <a:pathLst>
                <a:path w="838222" h="226126">
                  <a:moveTo>
                    <a:pt x="0" y="121075"/>
                  </a:moveTo>
                  <a:lnTo>
                    <a:pt x="3507" y="121282"/>
                  </a:lnTo>
                  <a:lnTo>
                    <a:pt x="7014" y="121505"/>
                  </a:lnTo>
                  <a:lnTo>
                    <a:pt x="10521" y="121759"/>
                  </a:lnTo>
                  <a:lnTo>
                    <a:pt x="14028" y="121949"/>
                  </a:lnTo>
                  <a:lnTo>
                    <a:pt x="17536" y="122171"/>
                  </a:lnTo>
                  <a:lnTo>
                    <a:pt x="21043" y="122407"/>
                  </a:lnTo>
                  <a:lnTo>
                    <a:pt x="24550" y="122654"/>
                  </a:lnTo>
                  <a:lnTo>
                    <a:pt x="28057" y="123023"/>
                  </a:lnTo>
                  <a:lnTo>
                    <a:pt x="31564" y="123213"/>
                  </a:lnTo>
                  <a:lnTo>
                    <a:pt x="35072" y="123394"/>
                  </a:lnTo>
                  <a:lnTo>
                    <a:pt x="38579" y="123639"/>
                  </a:lnTo>
                  <a:lnTo>
                    <a:pt x="42086" y="123877"/>
                  </a:lnTo>
                  <a:lnTo>
                    <a:pt x="45593" y="124156"/>
                  </a:lnTo>
                  <a:lnTo>
                    <a:pt x="49100" y="124408"/>
                  </a:lnTo>
                  <a:lnTo>
                    <a:pt x="52608" y="124710"/>
                  </a:lnTo>
                  <a:lnTo>
                    <a:pt x="56115" y="124987"/>
                  </a:lnTo>
                  <a:lnTo>
                    <a:pt x="59622" y="125263"/>
                  </a:lnTo>
                  <a:lnTo>
                    <a:pt x="63129" y="125540"/>
                  </a:lnTo>
                  <a:lnTo>
                    <a:pt x="66636" y="125816"/>
                  </a:lnTo>
                  <a:lnTo>
                    <a:pt x="70144" y="126096"/>
                  </a:lnTo>
                  <a:lnTo>
                    <a:pt x="73651" y="126395"/>
                  </a:lnTo>
                  <a:lnTo>
                    <a:pt x="77158" y="126793"/>
                  </a:lnTo>
                  <a:lnTo>
                    <a:pt x="80665" y="127145"/>
                  </a:lnTo>
                  <a:lnTo>
                    <a:pt x="84172" y="127328"/>
                  </a:lnTo>
                  <a:lnTo>
                    <a:pt x="87680" y="127480"/>
                  </a:lnTo>
                  <a:lnTo>
                    <a:pt x="91187" y="127688"/>
                  </a:lnTo>
                  <a:lnTo>
                    <a:pt x="94694" y="127872"/>
                  </a:lnTo>
                  <a:lnTo>
                    <a:pt x="98201" y="128051"/>
                  </a:lnTo>
                  <a:lnTo>
                    <a:pt x="101708" y="128231"/>
                  </a:lnTo>
                  <a:lnTo>
                    <a:pt x="105216" y="128410"/>
                  </a:lnTo>
                  <a:lnTo>
                    <a:pt x="108723" y="128578"/>
                  </a:lnTo>
                  <a:lnTo>
                    <a:pt x="112230" y="128769"/>
                  </a:lnTo>
                  <a:lnTo>
                    <a:pt x="115737" y="128902"/>
                  </a:lnTo>
                  <a:lnTo>
                    <a:pt x="119244" y="129060"/>
                  </a:lnTo>
                  <a:lnTo>
                    <a:pt x="122752" y="129243"/>
                  </a:lnTo>
                  <a:lnTo>
                    <a:pt x="126259" y="129381"/>
                  </a:lnTo>
                  <a:lnTo>
                    <a:pt x="129766" y="129540"/>
                  </a:lnTo>
                  <a:lnTo>
                    <a:pt x="133273" y="129699"/>
                  </a:lnTo>
                  <a:lnTo>
                    <a:pt x="136781" y="129909"/>
                  </a:lnTo>
                  <a:lnTo>
                    <a:pt x="140288" y="130206"/>
                  </a:lnTo>
                  <a:lnTo>
                    <a:pt x="143795" y="130542"/>
                  </a:lnTo>
                  <a:lnTo>
                    <a:pt x="147302" y="130930"/>
                  </a:lnTo>
                  <a:lnTo>
                    <a:pt x="150809" y="131024"/>
                  </a:lnTo>
                  <a:lnTo>
                    <a:pt x="154317" y="131246"/>
                  </a:lnTo>
                  <a:lnTo>
                    <a:pt x="157824" y="131428"/>
                  </a:lnTo>
                  <a:lnTo>
                    <a:pt x="161331" y="131716"/>
                  </a:lnTo>
                  <a:lnTo>
                    <a:pt x="164838" y="131833"/>
                  </a:lnTo>
                  <a:lnTo>
                    <a:pt x="168345" y="132006"/>
                  </a:lnTo>
                  <a:lnTo>
                    <a:pt x="171853" y="132180"/>
                  </a:lnTo>
                  <a:lnTo>
                    <a:pt x="175360" y="132333"/>
                  </a:lnTo>
                  <a:lnTo>
                    <a:pt x="178867" y="132530"/>
                  </a:lnTo>
                  <a:lnTo>
                    <a:pt x="182374" y="132946"/>
                  </a:lnTo>
                  <a:lnTo>
                    <a:pt x="185881" y="133298"/>
                  </a:lnTo>
                  <a:lnTo>
                    <a:pt x="189389" y="133398"/>
                  </a:lnTo>
                  <a:lnTo>
                    <a:pt x="192896" y="133530"/>
                  </a:lnTo>
                  <a:lnTo>
                    <a:pt x="196403" y="133773"/>
                  </a:lnTo>
                  <a:lnTo>
                    <a:pt x="199910" y="133904"/>
                  </a:lnTo>
                  <a:lnTo>
                    <a:pt x="203417" y="134129"/>
                  </a:lnTo>
                  <a:lnTo>
                    <a:pt x="206925" y="134286"/>
                  </a:lnTo>
                  <a:lnTo>
                    <a:pt x="210432" y="134461"/>
                  </a:lnTo>
                  <a:lnTo>
                    <a:pt x="213939" y="134496"/>
                  </a:lnTo>
                  <a:lnTo>
                    <a:pt x="217446" y="134626"/>
                  </a:lnTo>
                  <a:lnTo>
                    <a:pt x="220953" y="134828"/>
                  </a:lnTo>
                  <a:lnTo>
                    <a:pt x="224461" y="134964"/>
                  </a:lnTo>
                  <a:lnTo>
                    <a:pt x="227968" y="135090"/>
                  </a:lnTo>
                  <a:lnTo>
                    <a:pt x="231475" y="135215"/>
                  </a:lnTo>
                  <a:lnTo>
                    <a:pt x="234982" y="135423"/>
                  </a:lnTo>
                  <a:lnTo>
                    <a:pt x="238489" y="135532"/>
                  </a:lnTo>
                  <a:lnTo>
                    <a:pt x="241997" y="135830"/>
                  </a:lnTo>
                  <a:lnTo>
                    <a:pt x="245504" y="135978"/>
                  </a:lnTo>
                  <a:lnTo>
                    <a:pt x="249011" y="135995"/>
                  </a:lnTo>
                  <a:lnTo>
                    <a:pt x="252518" y="136039"/>
                  </a:lnTo>
                  <a:lnTo>
                    <a:pt x="256026" y="136205"/>
                  </a:lnTo>
                  <a:lnTo>
                    <a:pt x="259533" y="136463"/>
                  </a:lnTo>
                  <a:lnTo>
                    <a:pt x="263040" y="136715"/>
                  </a:lnTo>
                  <a:lnTo>
                    <a:pt x="266547" y="136788"/>
                  </a:lnTo>
                  <a:lnTo>
                    <a:pt x="270054" y="136980"/>
                  </a:lnTo>
                  <a:lnTo>
                    <a:pt x="273562" y="137089"/>
                  </a:lnTo>
                  <a:lnTo>
                    <a:pt x="277069" y="137200"/>
                  </a:lnTo>
                  <a:lnTo>
                    <a:pt x="280576" y="137299"/>
                  </a:lnTo>
                  <a:lnTo>
                    <a:pt x="284083" y="137329"/>
                  </a:lnTo>
                  <a:lnTo>
                    <a:pt x="287590" y="137301"/>
                  </a:lnTo>
                  <a:lnTo>
                    <a:pt x="291098" y="137255"/>
                  </a:lnTo>
                  <a:lnTo>
                    <a:pt x="294605" y="137286"/>
                  </a:lnTo>
                  <a:lnTo>
                    <a:pt x="298112" y="137225"/>
                  </a:lnTo>
                  <a:lnTo>
                    <a:pt x="301619" y="137319"/>
                  </a:lnTo>
                  <a:lnTo>
                    <a:pt x="305126" y="137281"/>
                  </a:lnTo>
                  <a:lnTo>
                    <a:pt x="308634" y="137291"/>
                  </a:lnTo>
                  <a:lnTo>
                    <a:pt x="312141" y="137195"/>
                  </a:lnTo>
                  <a:lnTo>
                    <a:pt x="315648" y="136986"/>
                  </a:lnTo>
                  <a:lnTo>
                    <a:pt x="319155" y="136873"/>
                  </a:lnTo>
                  <a:lnTo>
                    <a:pt x="322662" y="136715"/>
                  </a:lnTo>
                  <a:lnTo>
                    <a:pt x="326170" y="136593"/>
                  </a:lnTo>
                  <a:lnTo>
                    <a:pt x="329677" y="136469"/>
                  </a:lnTo>
                  <a:lnTo>
                    <a:pt x="333184" y="136273"/>
                  </a:lnTo>
                  <a:lnTo>
                    <a:pt x="336691" y="135834"/>
                  </a:lnTo>
                  <a:lnTo>
                    <a:pt x="340198" y="135448"/>
                  </a:lnTo>
                  <a:lnTo>
                    <a:pt x="343706" y="135233"/>
                  </a:lnTo>
                  <a:lnTo>
                    <a:pt x="347213" y="134792"/>
                  </a:lnTo>
                  <a:lnTo>
                    <a:pt x="350720" y="134420"/>
                  </a:lnTo>
                  <a:lnTo>
                    <a:pt x="354227" y="133985"/>
                  </a:lnTo>
                  <a:lnTo>
                    <a:pt x="357734" y="133532"/>
                  </a:lnTo>
                  <a:lnTo>
                    <a:pt x="361242" y="133331"/>
                  </a:lnTo>
                  <a:lnTo>
                    <a:pt x="364749" y="132923"/>
                  </a:lnTo>
                  <a:lnTo>
                    <a:pt x="368256" y="132486"/>
                  </a:lnTo>
                  <a:lnTo>
                    <a:pt x="371763" y="131823"/>
                  </a:lnTo>
                  <a:lnTo>
                    <a:pt x="375271" y="131329"/>
                  </a:lnTo>
                  <a:lnTo>
                    <a:pt x="378778" y="130789"/>
                  </a:lnTo>
                  <a:lnTo>
                    <a:pt x="382285" y="130126"/>
                  </a:lnTo>
                  <a:lnTo>
                    <a:pt x="385792" y="129551"/>
                  </a:lnTo>
                  <a:lnTo>
                    <a:pt x="389299" y="128927"/>
                  </a:lnTo>
                  <a:lnTo>
                    <a:pt x="392807" y="128292"/>
                  </a:lnTo>
                  <a:lnTo>
                    <a:pt x="396314" y="127684"/>
                  </a:lnTo>
                  <a:lnTo>
                    <a:pt x="399821" y="126955"/>
                  </a:lnTo>
                  <a:lnTo>
                    <a:pt x="403328" y="126261"/>
                  </a:lnTo>
                  <a:lnTo>
                    <a:pt x="406835" y="125617"/>
                  </a:lnTo>
                  <a:lnTo>
                    <a:pt x="410343" y="124964"/>
                  </a:lnTo>
                  <a:lnTo>
                    <a:pt x="413850" y="124362"/>
                  </a:lnTo>
                  <a:lnTo>
                    <a:pt x="417357" y="123616"/>
                  </a:lnTo>
                  <a:lnTo>
                    <a:pt x="420864" y="122857"/>
                  </a:lnTo>
                  <a:lnTo>
                    <a:pt x="424371" y="122026"/>
                  </a:lnTo>
                  <a:lnTo>
                    <a:pt x="427879" y="121180"/>
                  </a:lnTo>
                  <a:lnTo>
                    <a:pt x="431386" y="120484"/>
                  </a:lnTo>
                  <a:lnTo>
                    <a:pt x="434893" y="119692"/>
                  </a:lnTo>
                  <a:lnTo>
                    <a:pt x="438400" y="118813"/>
                  </a:lnTo>
                  <a:lnTo>
                    <a:pt x="441907" y="117982"/>
                  </a:lnTo>
                  <a:lnTo>
                    <a:pt x="445415" y="117075"/>
                  </a:lnTo>
                  <a:lnTo>
                    <a:pt x="448922" y="116218"/>
                  </a:lnTo>
                  <a:lnTo>
                    <a:pt x="452429" y="115327"/>
                  </a:lnTo>
                  <a:lnTo>
                    <a:pt x="455936" y="114339"/>
                  </a:lnTo>
                  <a:lnTo>
                    <a:pt x="459443" y="113528"/>
                  </a:lnTo>
                  <a:lnTo>
                    <a:pt x="462951" y="112777"/>
                  </a:lnTo>
                  <a:lnTo>
                    <a:pt x="466458" y="112070"/>
                  </a:lnTo>
                  <a:lnTo>
                    <a:pt x="469965" y="111074"/>
                  </a:lnTo>
                  <a:lnTo>
                    <a:pt x="473472" y="110365"/>
                  </a:lnTo>
                  <a:lnTo>
                    <a:pt x="476979" y="109646"/>
                  </a:lnTo>
                  <a:lnTo>
                    <a:pt x="480487" y="108819"/>
                  </a:lnTo>
                  <a:lnTo>
                    <a:pt x="483994" y="107795"/>
                  </a:lnTo>
                  <a:lnTo>
                    <a:pt x="487501" y="106781"/>
                  </a:lnTo>
                  <a:lnTo>
                    <a:pt x="491008" y="105814"/>
                  </a:lnTo>
                  <a:lnTo>
                    <a:pt x="494516" y="104937"/>
                  </a:lnTo>
                  <a:lnTo>
                    <a:pt x="498023" y="104036"/>
                  </a:lnTo>
                  <a:lnTo>
                    <a:pt x="501530" y="103020"/>
                  </a:lnTo>
                  <a:lnTo>
                    <a:pt x="505037" y="102113"/>
                  </a:lnTo>
                  <a:lnTo>
                    <a:pt x="508544" y="101179"/>
                  </a:lnTo>
                  <a:lnTo>
                    <a:pt x="512052" y="100154"/>
                  </a:lnTo>
                  <a:lnTo>
                    <a:pt x="515559" y="99071"/>
                  </a:lnTo>
                  <a:lnTo>
                    <a:pt x="519066" y="98215"/>
                  </a:lnTo>
                  <a:lnTo>
                    <a:pt x="522573" y="97388"/>
                  </a:lnTo>
                  <a:lnTo>
                    <a:pt x="526080" y="96556"/>
                  </a:lnTo>
                  <a:lnTo>
                    <a:pt x="529588" y="95723"/>
                  </a:lnTo>
                  <a:lnTo>
                    <a:pt x="533095" y="94892"/>
                  </a:lnTo>
                  <a:lnTo>
                    <a:pt x="536602" y="93771"/>
                  </a:lnTo>
                  <a:lnTo>
                    <a:pt x="540109" y="92906"/>
                  </a:lnTo>
                  <a:lnTo>
                    <a:pt x="543616" y="91949"/>
                  </a:lnTo>
                  <a:lnTo>
                    <a:pt x="547124" y="91212"/>
                  </a:lnTo>
                  <a:lnTo>
                    <a:pt x="550631" y="90262"/>
                  </a:lnTo>
                  <a:lnTo>
                    <a:pt x="554138" y="89196"/>
                  </a:lnTo>
                  <a:lnTo>
                    <a:pt x="557645" y="88075"/>
                  </a:lnTo>
                  <a:lnTo>
                    <a:pt x="561152" y="86752"/>
                  </a:lnTo>
                  <a:lnTo>
                    <a:pt x="564660" y="85792"/>
                  </a:lnTo>
                  <a:lnTo>
                    <a:pt x="568167" y="84829"/>
                  </a:lnTo>
                  <a:lnTo>
                    <a:pt x="571674" y="83849"/>
                  </a:lnTo>
                  <a:lnTo>
                    <a:pt x="575181" y="82942"/>
                  </a:lnTo>
                  <a:lnTo>
                    <a:pt x="578688" y="82036"/>
                  </a:lnTo>
                  <a:lnTo>
                    <a:pt x="582196" y="81128"/>
                  </a:lnTo>
                  <a:lnTo>
                    <a:pt x="585703" y="80081"/>
                  </a:lnTo>
                  <a:lnTo>
                    <a:pt x="589210" y="79084"/>
                  </a:lnTo>
                  <a:lnTo>
                    <a:pt x="592717" y="78065"/>
                  </a:lnTo>
                  <a:lnTo>
                    <a:pt x="596224" y="77084"/>
                  </a:lnTo>
                  <a:lnTo>
                    <a:pt x="599732" y="76059"/>
                  </a:lnTo>
                  <a:lnTo>
                    <a:pt x="603239" y="74921"/>
                  </a:lnTo>
                  <a:lnTo>
                    <a:pt x="606746" y="73967"/>
                  </a:lnTo>
                  <a:lnTo>
                    <a:pt x="610253" y="72979"/>
                  </a:lnTo>
                  <a:lnTo>
                    <a:pt x="613761" y="71912"/>
                  </a:lnTo>
                  <a:lnTo>
                    <a:pt x="617268" y="70868"/>
                  </a:lnTo>
                  <a:lnTo>
                    <a:pt x="620775" y="69904"/>
                  </a:lnTo>
                  <a:lnTo>
                    <a:pt x="624282" y="68838"/>
                  </a:lnTo>
                  <a:lnTo>
                    <a:pt x="627789" y="67687"/>
                  </a:lnTo>
                  <a:lnTo>
                    <a:pt x="631297" y="66541"/>
                  </a:lnTo>
                  <a:lnTo>
                    <a:pt x="634804" y="65459"/>
                  </a:lnTo>
                  <a:lnTo>
                    <a:pt x="638311" y="64375"/>
                  </a:lnTo>
                  <a:lnTo>
                    <a:pt x="641818" y="63309"/>
                  </a:lnTo>
                  <a:lnTo>
                    <a:pt x="645325" y="62180"/>
                  </a:lnTo>
                  <a:lnTo>
                    <a:pt x="648833" y="61011"/>
                  </a:lnTo>
                  <a:lnTo>
                    <a:pt x="652340" y="59842"/>
                  </a:lnTo>
                  <a:lnTo>
                    <a:pt x="655847" y="58673"/>
                  </a:lnTo>
                  <a:lnTo>
                    <a:pt x="659354" y="57568"/>
                  </a:lnTo>
                  <a:lnTo>
                    <a:pt x="662861" y="56506"/>
                  </a:lnTo>
                  <a:lnTo>
                    <a:pt x="666369" y="55459"/>
                  </a:lnTo>
                  <a:lnTo>
                    <a:pt x="669876" y="54407"/>
                  </a:lnTo>
                  <a:lnTo>
                    <a:pt x="673383" y="53353"/>
                  </a:lnTo>
                  <a:lnTo>
                    <a:pt x="676890" y="52297"/>
                  </a:lnTo>
                  <a:lnTo>
                    <a:pt x="680397" y="51239"/>
                  </a:lnTo>
                  <a:lnTo>
                    <a:pt x="683905" y="50147"/>
                  </a:lnTo>
                  <a:lnTo>
                    <a:pt x="687412" y="49041"/>
                  </a:lnTo>
                  <a:lnTo>
                    <a:pt x="690919" y="47958"/>
                  </a:lnTo>
                  <a:lnTo>
                    <a:pt x="694426" y="46983"/>
                  </a:lnTo>
                  <a:lnTo>
                    <a:pt x="697933" y="45893"/>
                  </a:lnTo>
                  <a:lnTo>
                    <a:pt x="701441" y="44767"/>
                  </a:lnTo>
                  <a:lnTo>
                    <a:pt x="704948" y="43641"/>
                  </a:lnTo>
                  <a:lnTo>
                    <a:pt x="708455" y="42582"/>
                  </a:lnTo>
                  <a:lnTo>
                    <a:pt x="711962" y="41563"/>
                  </a:lnTo>
                  <a:lnTo>
                    <a:pt x="715469" y="40531"/>
                  </a:lnTo>
                  <a:lnTo>
                    <a:pt x="718977" y="39335"/>
                  </a:lnTo>
                  <a:lnTo>
                    <a:pt x="722484" y="38099"/>
                  </a:lnTo>
                  <a:lnTo>
                    <a:pt x="725991" y="36979"/>
                  </a:lnTo>
                  <a:lnTo>
                    <a:pt x="729498" y="35869"/>
                  </a:lnTo>
                  <a:lnTo>
                    <a:pt x="733006" y="34680"/>
                  </a:lnTo>
                  <a:lnTo>
                    <a:pt x="736513" y="33489"/>
                  </a:lnTo>
                  <a:lnTo>
                    <a:pt x="740020" y="32296"/>
                  </a:lnTo>
                  <a:lnTo>
                    <a:pt x="743527" y="31113"/>
                  </a:lnTo>
                  <a:lnTo>
                    <a:pt x="747034" y="30030"/>
                  </a:lnTo>
                  <a:lnTo>
                    <a:pt x="750542" y="29048"/>
                  </a:lnTo>
                  <a:lnTo>
                    <a:pt x="754049" y="27995"/>
                  </a:lnTo>
                  <a:lnTo>
                    <a:pt x="757556" y="26921"/>
                  </a:lnTo>
                  <a:lnTo>
                    <a:pt x="761063" y="25812"/>
                  </a:lnTo>
                  <a:lnTo>
                    <a:pt x="764570" y="24574"/>
                  </a:lnTo>
                  <a:lnTo>
                    <a:pt x="768078" y="23354"/>
                  </a:lnTo>
                  <a:lnTo>
                    <a:pt x="771585" y="22288"/>
                  </a:lnTo>
                  <a:lnTo>
                    <a:pt x="775092" y="21183"/>
                  </a:lnTo>
                  <a:lnTo>
                    <a:pt x="778599" y="20009"/>
                  </a:lnTo>
                  <a:lnTo>
                    <a:pt x="782106" y="18833"/>
                  </a:lnTo>
                  <a:lnTo>
                    <a:pt x="785614" y="17655"/>
                  </a:lnTo>
                  <a:lnTo>
                    <a:pt x="789121" y="16424"/>
                  </a:lnTo>
                  <a:lnTo>
                    <a:pt x="792628" y="15154"/>
                  </a:lnTo>
                  <a:lnTo>
                    <a:pt x="796135" y="13948"/>
                  </a:lnTo>
                  <a:lnTo>
                    <a:pt x="799642" y="12791"/>
                  </a:lnTo>
                  <a:lnTo>
                    <a:pt x="803150" y="11635"/>
                  </a:lnTo>
                  <a:lnTo>
                    <a:pt x="806657" y="10478"/>
                  </a:lnTo>
                  <a:lnTo>
                    <a:pt x="810164" y="9320"/>
                  </a:lnTo>
                  <a:lnTo>
                    <a:pt x="813671" y="8119"/>
                  </a:lnTo>
                  <a:lnTo>
                    <a:pt x="817178" y="6953"/>
                  </a:lnTo>
                  <a:lnTo>
                    <a:pt x="820686" y="5771"/>
                  </a:lnTo>
                  <a:lnTo>
                    <a:pt x="824193" y="4572"/>
                  </a:lnTo>
                  <a:lnTo>
                    <a:pt x="827700" y="3379"/>
                  </a:lnTo>
                  <a:lnTo>
                    <a:pt x="831207" y="2338"/>
                  </a:lnTo>
                  <a:lnTo>
                    <a:pt x="834714" y="1169"/>
                  </a:lnTo>
                  <a:lnTo>
                    <a:pt x="838222" y="0"/>
                  </a:lnTo>
                  <a:lnTo>
                    <a:pt x="838222" y="183826"/>
                  </a:lnTo>
                  <a:lnTo>
                    <a:pt x="834714" y="183595"/>
                  </a:lnTo>
                  <a:lnTo>
                    <a:pt x="831207" y="183363"/>
                  </a:lnTo>
                  <a:lnTo>
                    <a:pt x="827700" y="183132"/>
                  </a:lnTo>
                  <a:lnTo>
                    <a:pt x="824193" y="182900"/>
                  </a:lnTo>
                  <a:lnTo>
                    <a:pt x="820686" y="182668"/>
                  </a:lnTo>
                  <a:lnTo>
                    <a:pt x="817178" y="182436"/>
                  </a:lnTo>
                  <a:lnTo>
                    <a:pt x="813671" y="182203"/>
                  </a:lnTo>
                  <a:lnTo>
                    <a:pt x="810164" y="181969"/>
                  </a:lnTo>
                  <a:lnTo>
                    <a:pt x="806657" y="181735"/>
                  </a:lnTo>
                  <a:lnTo>
                    <a:pt x="803150" y="181500"/>
                  </a:lnTo>
                  <a:lnTo>
                    <a:pt x="799642" y="181265"/>
                  </a:lnTo>
                  <a:lnTo>
                    <a:pt x="796135" y="181030"/>
                  </a:lnTo>
                  <a:lnTo>
                    <a:pt x="792628" y="180795"/>
                  </a:lnTo>
                  <a:lnTo>
                    <a:pt x="789121" y="180559"/>
                  </a:lnTo>
                  <a:lnTo>
                    <a:pt x="785614" y="180324"/>
                  </a:lnTo>
                  <a:lnTo>
                    <a:pt x="782106" y="180089"/>
                  </a:lnTo>
                  <a:lnTo>
                    <a:pt x="778599" y="179856"/>
                  </a:lnTo>
                  <a:lnTo>
                    <a:pt x="775092" y="179623"/>
                  </a:lnTo>
                  <a:lnTo>
                    <a:pt x="771585" y="179389"/>
                  </a:lnTo>
                  <a:lnTo>
                    <a:pt x="768078" y="179231"/>
                  </a:lnTo>
                  <a:lnTo>
                    <a:pt x="764570" y="179087"/>
                  </a:lnTo>
                  <a:lnTo>
                    <a:pt x="761063" y="178943"/>
                  </a:lnTo>
                  <a:lnTo>
                    <a:pt x="757556" y="178798"/>
                  </a:lnTo>
                  <a:lnTo>
                    <a:pt x="754049" y="178635"/>
                  </a:lnTo>
                  <a:lnTo>
                    <a:pt x="750542" y="178324"/>
                  </a:lnTo>
                  <a:lnTo>
                    <a:pt x="747034" y="178008"/>
                  </a:lnTo>
                  <a:lnTo>
                    <a:pt x="743527" y="177792"/>
                  </a:lnTo>
                  <a:lnTo>
                    <a:pt x="740020" y="177597"/>
                  </a:lnTo>
                  <a:lnTo>
                    <a:pt x="736513" y="177337"/>
                  </a:lnTo>
                  <a:lnTo>
                    <a:pt x="733006" y="177094"/>
                  </a:lnTo>
                  <a:lnTo>
                    <a:pt x="729498" y="176912"/>
                  </a:lnTo>
                  <a:lnTo>
                    <a:pt x="725991" y="176730"/>
                  </a:lnTo>
                  <a:lnTo>
                    <a:pt x="722484" y="176545"/>
                  </a:lnTo>
                  <a:lnTo>
                    <a:pt x="718977" y="176344"/>
                  </a:lnTo>
                  <a:lnTo>
                    <a:pt x="715469" y="176178"/>
                  </a:lnTo>
                  <a:lnTo>
                    <a:pt x="711962" y="175995"/>
                  </a:lnTo>
                  <a:lnTo>
                    <a:pt x="708455" y="175782"/>
                  </a:lnTo>
                  <a:lnTo>
                    <a:pt x="704948" y="175551"/>
                  </a:lnTo>
                  <a:lnTo>
                    <a:pt x="701441" y="175319"/>
                  </a:lnTo>
                  <a:lnTo>
                    <a:pt x="697933" y="175087"/>
                  </a:lnTo>
                  <a:lnTo>
                    <a:pt x="694426" y="174851"/>
                  </a:lnTo>
                  <a:lnTo>
                    <a:pt x="690919" y="174549"/>
                  </a:lnTo>
                  <a:lnTo>
                    <a:pt x="687412" y="174216"/>
                  </a:lnTo>
                  <a:lnTo>
                    <a:pt x="683905" y="173970"/>
                  </a:lnTo>
                  <a:lnTo>
                    <a:pt x="680397" y="173769"/>
                  </a:lnTo>
                  <a:lnTo>
                    <a:pt x="676890" y="173567"/>
                  </a:lnTo>
                  <a:lnTo>
                    <a:pt x="673383" y="173376"/>
                  </a:lnTo>
                  <a:lnTo>
                    <a:pt x="669876" y="173205"/>
                  </a:lnTo>
                  <a:lnTo>
                    <a:pt x="666369" y="172981"/>
                  </a:lnTo>
                  <a:lnTo>
                    <a:pt x="662861" y="172762"/>
                  </a:lnTo>
                  <a:lnTo>
                    <a:pt x="659354" y="172562"/>
                  </a:lnTo>
                  <a:lnTo>
                    <a:pt x="655847" y="172360"/>
                  </a:lnTo>
                  <a:lnTo>
                    <a:pt x="652340" y="172157"/>
                  </a:lnTo>
                  <a:lnTo>
                    <a:pt x="648833" y="171953"/>
                  </a:lnTo>
                  <a:lnTo>
                    <a:pt x="645325" y="171590"/>
                  </a:lnTo>
                  <a:lnTo>
                    <a:pt x="641818" y="171335"/>
                  </a:lnTo>
                  <a:lnTo>
                    <a:pt x="638311" y="171098"/>
                  </a:lnTo>
                  <a:lnTo>
                    <a:pt x="634804" y="170861"/>
                  </a:lnTo>
                  <a:lnTo>
                    <a:pt x="631297" y="170607"/>
                  </a:lnTo>
                  <a:lnTo>
                    <a:pt x="627789" y="170336"/>
                  </a:lnTo>
                  <a:lnTo>
                    <a:pt x="624282" y="170083"/>
                  </a:lnTo>
                  <a:lnTo>
                    <a:pt x="620775" y="169863"/>
                  </a:lnTo>
                  <a:lnTo>
                    <a:pt x="617268" y="169677"/>
                  </a:lnTo>
                  <a:lnTo>
                    <a:pt x="613761" y="169442"/>
                  </a:lnTo>
                  <a:lnTo>
                    <a:pt x="610253" y="169215"/>
                  </a:lnTo>
                  <a:lnTo>
                    <a:pt x="606746" y="169013"/>
                  </a:lnTo>
                  <a:lnTo>
                    <a:pt x="603239" y="168812"/>
                  </a:lnTo>
                  <a:lnTo>
                    <a:pt x="599732" y="168544"/>
                  </a:lnTo>
                  <a:lnTo>
                    <a:pt x="596224" y="168367"/>
                  </a:lnTo>
                  <a:lnTo>
                    <a:pt x="592717" y="168213"/>
                  </a:lnTo>
                  <a:lnTo>
                    <a:pt x="589210" y="167947"/>
                  </a:lnTo>
                  <a:lnTo>
                    <a:pt x="585703" y="167663"/>
                  </a:lnTo>
                  <a:lnTo>
                    <a:pt x="582196" y="167590"/>
                  </a:lnTo>
                  <a:lnTo>
                    <a:pt x="578688" y="167517"/>
                  </a:lnTo>
                  <a:lnTo>
                    <a:pt x="575181" y="167214"/>
                  </a:lnTo>
                  <a:lnTo>
                    <a:pt x="571674" y="167014"/>
                  </a:lnTo>
                  <a:lnTo>
                    <a:pt x="568167" y="166845"/>
                  </a:lnTo>
                  <a:lnTo>
                    <a:pt x="564660" y="166610"/>
                  </a:lnTo>
                  <a:lnTo>
                    <a:pt x="561152" y="166407"/>
                  </a:lnTo>
                  <a:lnTo>
                    <a:pt x="557645" y="166182"/>
                  </a:lnTo>
                  <a:lnTo>
                    <a:pt x="554138" y="166007"/>
                  </a:lnTo>
                  <a:lnTo>
                    <a:pt x="550631" y="165655"/>
                  </a:lnTo>
                  <a:lnTo>
                    <a:pt x="547124" y="165332"/>
                  </a:lnTo>
                  <a:lnTo>
                    <a:pt x="543616" y="165050"/>
                  </a:lnTo>
                  <a:lnTo>
                    <a:pt x="540109" y="164832"/>
                  </a:lnTo>
                  <a:lnTo>
                    <a:pt x="536602" y="164601"/>
                  </a:lnTo>
                  <a:lnTo>
                    <a:pt x="533095" y="164440"/>
                  </a:lnTo>
                  <a:lnTo>
                    <a:pt x="529588" y="164220"/>
                  </a:lnTo>
                  <a:lnTo>
                    <a:pt x="526080" y="164173"/>
                  </a:lnTo>
                  <a:lnTo>
                    <a:pt x="522573" y="163891"/>
                  </a:lnTo>
                  <a:lnTo>
                    <a:pt x="519066" y="163628"/>
                  </a:lnTo>
                  <a:lnTo>
                    <a:pt x="515559" y="163546"/>
                  </a:lnTo>
                  <a:lnTo>
                    <a:pt x="512052" y="163405"/>
                  </a:lnTo>
                  <a:lnTo>
                    <a:pt x="508544" y="163194"/>
                  </a:lnTo>
                  <a:lnTo>
                    <a:pt x="505037" y="163009"/>
                  </a:lnTo>
                  <a:lnTo>
                    <a:pt x="501530" y="162825"/>
                  </a:lnTo>
                  <a:lnTo>
                    <a:pt x="498023" y="162633"/>
                  </a:lnTo>
                  <a:lnTo>
                    <a:pt x="494516" y="162438"/>
                  </a:lnTo>
                  <a:lnTo>
                    <a:pt x="491008" y="162187"/>
                  </a:lnTo>
                  <a:lnTo>
                    <a:pt x="487501" y="162011"/>
                  </a:lnTo>
                  <a:lnTo>
                    <a:pt x="483994" y="161833"/>
                  </a:lnTo>
                  <a:lnTo>
                    <a:pt x="480487" y="161614"/>
                  </a:lnTo>
                  <a:lnTo>
                    <a:pt x="476979" y="161424"/>
                  </a:lnTo>
                  <a:lnTo>
                    <a:pt x="473472" y="161154"/>
                  </a:lnTo>
                  <a:lnTo>
                    <a:pt x="469965" y="161000"/>
                  </a:lnTo>
                  <a:lnTo>
                    <a:pt x="466458" y="160886"/>
                  </a:lnTo>
                  <a:lnTo>
                    <a:pt x="462951" y="160744"/>
                  </a:lnTo>
                  <a:lnTo>
                    <a:pt x="459443" y="160524"/>
                  </a:lnTo>
                  <a:lnTo>
                    <a:pt x="455936" y="160438"/>
                  </a:lnTo>
                  <a:lnTo>
                    <a:pt x="452429" y="160443"/>
                  </a:lnTo>
                  <a:lnTo>
                    <a:pt x="448922" y="160421"/>
                  </a:lnTo>
                  <a:lnTo>
                    <a:pt x="445415" y="160293"/>
                  </a:lnTo>
                  <a:lnTo>
                    <a:pt x="441907" y="160156"/>
                  </a:lnTo>
                  <a:lnTo>
                    <a:pt x="438400" y="160086"/>
                  </a:lnTo>
                  <a:lnTo>
                    <a:pt x="434893" y="160029"/>
                  </a:lnTo>
                  <a:lnTo>
                    <a:pt x="431386" y="160002"/>
                  </a:lnTo>
                  <a:lnTo>
                    <a:pt x="427879" y="159934"/>
                  </a:lnTo>
                  <a:lnTo>
                    <a:pt x="424371" y="159755"/>
                  </a:lnTo>
                  <a:lnTo>
                    <a:pt x="420864" y="159616"/>
                  </a:lnTo>
                  <a:lnTo>
                    <a:pt x="417357" y="159604"/>
                  </a:lnTo>
                  <a:lnTo>
                    <a:pt x="413850" y="159508"/>
                  </a:lnTo>
                  <a:lnTo>
                    <a:pt x="410343" y="159398"/>
                  </a:lnTo>
                  <a:lnTo>
                    <a:pt x="406835" y="159293"/>
                  </a:lnTo>
                  <a:lnTo>
                    <a:pt x="403328" y="159324"/>
                  </a:lnTo>
                  <a:lnTo>
                    <a:pt x="399821" y="159205"/>
                  </a:lnTo>
                  <a:lnTo>
                    <a:pt x="396314" y="159118"/>
                  </a:lnTo>
                  <a:lnTo>
                    <a:pt x="392807" y="159086"/>
                  </a:lnTo>
                  <a:lnTo>
                    <a:pt x="389299" y="159160"/>
                  </a:lnTo>
                  <a:lnTo>
                    <a:pt x="385792" y="159192"/>
                  </a:lnTo>
                  <a:lnTo>
                    <a:pt x="382285" y="159371"/>
                  </a:lnTo>
                  <a:lnTo>
                    <a:pt x="378778" y="159440"/>
                  </a:lnTo>
                  <a:lnTo>
                    <a:pt x="375271" y="159471"/>
                  </a:lnTo>
                  <a:lnTo>
                    <a:pt x="371763" y="159599"/>
                  </a:lnTo>
                  <a:lnTo>
                    <a:pt x="368256" y="159981"/>
                  </a:lnTo>
                  <a:lnTo>
                    <a:pt x="364749" y="160157"/>
                  </a:lnTo>
                  <a:lnTo>
                    <a:pt x="361242" y="160389"/>
                  </a:lnTo>
                  <a:lnTo>
                    <a:pt x="357734" y="160592"/>
                  </a:lnTo>
                  <a:lnTo>
                    <a:pt x="354227" y="160910"/>
                  </a:lnTo>
                  <a:lnTo>
                    <a:pt x="350720" y="161180"/>
                  </a:lnTo>
                  <a:lnTo>
                    <a:pt x="347213" y="161538"/>
                  </a:lnTo>
                  <a:lnTo>
                    <a:pt x="343706" y="161863"/>
                  </a:lnTo>
                  <a:lnTo>
                    <a:pt x="340198" y="162242"/>
                  </a:lnTo>
                  <a:lnTo>
                    <a:pt x="336691" y="162611"/>
                  </a:lnTo>
                  <a:lnTo>
                    <a:pt x="333184" y="162950"/>
                  </a:lnTo>
                  <a:lnTo>
                    <a:pt x="329677" y="163298"/>
                  </a:lnTo>
                  <a:lnTo>
                    <a:pt x="326170" y="163684"/>
                  </a:lnTo>
                  <a:lnTo>
                    <a:pt x="322662" y="164217"/>
                  </a:lnTo>
                  <a:lnTo>
                    <a:pt x="319155" y="164610"/>
                  </a:lnTo>
                  <a:lnTo>
                    <a:pt x="315648" y="165187"/>
                  </a:lnTo>
                  <a:lnTo>
                    <a:pt x="312141" y="165705"/>
                  </a:lnTo>
                  <a:lnTo>
                    <a:pt x="308634" y="166176"/>
                  </a:lnTo>
                  <a:lnTo>
                    <a:pt x="305126" y="166692"/>
                  </a:lnTo>
                  <a:lnTo>
                    <a:pt x="301619" y="167300"/>
                  </a:lnTo>
                  <a:lnTo>
                    <a:pt x="298112" y="167829"/>
                  </a:lnTo>
                  <a:lnTo>
                    <a:pt x="294605" y="168490"/>
                  </a:lnTo>
                  <a:lnTo>
                    <a:pt x="291098" y="169056"/>
                  </a:lnTo>
                  <a:lnTo>
                    <a:pt x="287590" y="169672"/>
                  </a:lnTo>
                  <a:lnTo>
                    <a:pt x="284083" y="170288"/>
                  </a:lnTo>
                  <a:lnTo>
                    <a:pt x="280576" y="170800"/>
                  </a:lnTo>
                  <a:lnTo>
                    <a:pt x="277069" y="171307"/>
                  </a:lnTo>
                  <a:lnTo>
                    <a:pt x="273562" y="171908"/>
                  </a:lnTo>
                  <a:lnTo>
                    <a:pt x="270054" y="172591"/>
                  </a:lnTo>
                  <a:lnTo>
                    <a:pt x="266547" y="173145"/>
                  </a:lnTo>
                  <a:lnTo>
                    <a:pt x="263040" y="173773"/>
                  </a:lnTo>
                  <a:lnTo>
                    <a:pt x="259533" y="174483"/>
                  </a:lnTo>
                  <a:lnTo>
                    <a:pt x="256026" y="175294"/>
                  </a:lnTo>
                  <a:lnTo>
                    <a:pt x="252518" y="175985"/>
                  </a:lnTo>
                  <a:lnTo>
                    <a:pt x="249011" y="176666"/>
                  </a:lnTo>
                  <a:lnTo>
                    <a:pt x="245504" y="177339"/>
                  </a:lnTo>
                  <a:lnTo>
                    <a:pt x="241997" y="178028"/>
                  </a:lnTo>
                  <a:lnTo>
                    <a:pt x="238489" y="178728"/>
                  </a:lnTo>
                  <a:lnTo>
                    <a:pt x="234982" y="179378"/>
                  </a:lnTo>
                  <a:lnTo>
                    <a:pt x="231475" y="180129"/>
                  </a:lnTo>
                  <a:lnTo>
                    <a:pt x="227968" y="180831"/>
                  </a:lnTo>
                  <a:lnTo>
                    <a:pt x="224461" y="181540"/>
                  </a:lnTo>
                  <a:lnTo>
                    <a:pt x="220953" y="182318"/>
                  </a:lnTo>
                  <a:lnTo>
                    <a:pt x="217446" y="183018"/>
                  </a:lnTo>
                  <a:lnTo>
                    <a:pt x="213939" y="183693"/>
                  </a:lnTo>
                  <a:lnTo>
                    <a:pt x="210432" y="184473"/>
                  </a:lnTo>
                  <a:lnTo>
                    <a:pt x="206925" y="185093"/>
                  </a:lnTo>
                  <a:lnTo>
                    <a:pt x="203417" y="185839"/>
                  </a:lnTo>
                  <a:lnTo>
                    <a:pt x="199910" y="186576"/>
                  </a:lnTo>
                  <a:lnTo>
                    <a:pt x="196403" y="187242"/>
                  </a:lnTo>
                  <a:lnTo>
                    <a:pt x="192896" y="187980"/>
                  </a:lnTo>
                  <a:lnTo>
                    <a:pt x="189389" y="188666"/>
                  </a:lnTo>
                  <a:lnTo>
                    <a:pt x="185881" y="189342"/>
                  </a:lnTo>
                  <a:lnTo>
                    <a:pt x="182374" y="190054"/>
                  </a:lnTo>
                  <a:lnTo>
                    <a:pt x="178867" y="190834"/>
                  </a:lnTo>
                  <a:lnTo>
                    <a:pt x="175360" y="191506"/>
                  </a:lnTo>
                  <a:lnTo>
                    <a:pt x="171853" y="192141"/>
                  </a:lnTo>
                  <a:lnTo>
                    <a:pt x="168345" y="192789"/>
                  </a:lnTo>
                  <a:lnTo>
                    <a:pt x="164838" y="193416"/>
                  </a:lnTo>
                  <a:lnTo>
                    <a:pt x="161331" y="194088"/>
                  </a:lnTo>
                  <a:lnTo>
                    <a:pt x="157824" y="194781"/>
                  </a:lnTo>
                  <a:lnTo>
                    <a:pt x="154317" y="195461"/>
                  </a:lnTo>
                  <a:lnTo>
                    <a:pt x="150809" y="196239"/>
                  </a:lnTo>
                  <a:lnTo>
                    <a:pt x="147302" y="196904"/>
                  </a:lnTo>
                  <a:lnTo>
                    <a:pt x="143795" y="197665"/>
                  </a:lnTo>
                  <a:lnTo>
                    <a:pt x="140288" y="198374"/>
                  </a:lnTo>
                  <a:lnTo>
                    <a:pt x="136781" y="198996"/>
                  </a:lnTo>
                  <a:lnTo>
                    <a:pt x="133273" y="199734"/>
                  </a:lnTo>
                  <a:lnTo>
                    <a:pt x="129766" y="200413"/>
                  </a:lnTo>
                  <a:lnTo>
                    <a:pt x="126259" y="201148"/>
                  </a:lnTo>
                  <a:lnTo>
                    <a:pt x="122752" y="201856"/>
                  </a:lnTo>
                  <a:lnTo>
                    <a:pt x="119244" y="202587"/>
                  </a:lnTo>
                  <a:lnTo>
                    <a:pt x="115737" y="203282"/>
                  </a:lnTo>
                  <a:lnTo>
                    <a:pt x="112230" y="203974"/>
                  </a:lnTo>
                  <a:lnTo>
                    <a:pt x="108723" y="204612"/>
                  </a:lnTo>
                  <a:lnTo>
                    <a:pt x="105216" y="205366"/>
                  </a:lnTo>
                  <a:lnTo>
                    <a:pt x="101708" y="206119"/>
                  </a:lnTo>
                  <a:lnTo>
                    <a:pt x="98201" y="206833"/>
                  </a:lnTo>
                  <a:lnTo>
                    <a:pt x="94694" y="207546"/>
                  </a:lnTo>
                  <a:lnTo>
                    <a:pt x="91187" y="208317"/>
                  </a:lnTo>
                  <a:lnTo>
                    <a:pt x="87680" y="209051"/>
                  </a:lnTo>
                  <a:lnTo>
                    <a:pt x="84172" y="209726"/>
                  </a:lnTo>
                  <a:lnTo>
                    <a:pt x="80665" y="210488"/>
                  </a:lnTo>
                  <a:lnTo>
                    <a:pt x="77158" y="211151"/>
                  </a:lnTo>
                  <a:lnTo>
                    <a:pt x="73651" y="211741"/>
                  </a:lnTo>
                  <a:lnTo>
                    <a:pt x="70144" y="212479"/>
                  </a:lnTo>
                  <a:lnTo>
                    <a:pt x="66636" y="213248"/>
                  </a:lnTo>
                  <a:lnTo>
                    <a:pt x="63129" y="213929"/>
                  </a:lnTo>
                  <a:lnTo>
                    <a:pt x="59622" y="214681"/>
                  </a:lnTo>
                  <a:lnTo>
                    <a:pt x="56115" y="215387"/>
                  </a:lnTo>
                  <a:lnTo>
                    <a:pt x="52608" y="216124"/>
                  </a:lnTo>
                  <a:lnTo>
                    <a:pt x="49100" y="216792"/>
                  </a:lnTo>
                  <a:lnTo>
                    <a:pt x="45593" y="217448"/>
                  </a:lnTo>
                  <a:lnTo>
                    <a:pt x="42086" y="218127"/>
                  </a:lnTo>
                  <a:lnTo>
                    <a:pt x="38579" y="218784"/>
                  </a:lnTo>
                  <a:lnTo>
                    <a:pt x="35072" y="219372"/>
                  </a:lnTo>
                  <a:lnTo>
                    <a:pt x="31564" y="220034"/>
                  </a:lnTo>
                  <a:lnTo>
                    <a:pt x="28057" y="220751"/>
                  </a:lnTo>
                  <a:lnTo>
                    <a:pt x="24550" y="221407"/>
                  </a:lnTo>
                  <a:lnTo>
                    <a:pt x="21043" y="222071"/>
                  </a:lnTo>
                  <a:lnTo>
                    <a:pt x="17536" y="222688"/>
                  </a:lnTo>
                  <a:lnTo>
                    <a:pt x="14028" y="223303"/>
                  </a:lnTo>
                  <a:lnTo>
                    <a:pt x="10521" y="224000"/>
                  </a:lnTo>
                  <a:lnTo>
                    <a:pt x="7014" y="224734"/>
                  </a:lnTo>
                  <a:lnTo>
                    <a:pt x="3507" y="225465"/>
                  </a:lnTo>
                  <a:lnTo>
                    <a:pt x="0" y="226126"/>
                  </a:lnTo>
                  <a:close/>
                </a:path>
              </a:pathLst>
            </a:custGeom>
            <a:solidFill>
              <a:srgbClr val="D55E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585957" y="3059149"/>
              <a:ext cx="838222" cy="137329"/>
            </a:xfrm>
            <a:custGeom>
              <a:avLst/>
              <a:pathLst>
                <a:path w="838222" h="137329">
                  <a:moveTo>
                    <a:pt x="0" y="121075"/>
                  </a:moveTo>
                  <a:lnTo>
                    <a:pt x="3507" y="121282"/>
                  </a:lnTo>
                  <a:lnTo>
                    <a:pt x="7014" y="121505"/>
                  </a:lnTo>
                  <a:lnTo>
                    <a:pt x="10521" y="121759"/>
                  </a:lnTo>
                  <a:lnTo>
                    <a:pt x="14028" y="121949"/>
                  </a:lnTo>
                  <a:lnTo>
                    <a:pt x="17536" y="122171"/>
                  </a:lnTo>
                  <a:lnTo>
                    <a:pt x="21043" y="122407"/>
                  </a:lnTo>
                  <a:lnTo>
                    <a:pt x="24550" y="122654"/>
                  </a:lnTo>
                  <a:lnTo>
                    <a:pt x="28057" y="123023"/>
                  </a:lnTo>
                  <a:lnTo>
                    <a:pt x="31564" y="123213"/>
                  </a:lnTo>
                  <a:lnTo>
                    <a:pt x="35072" y="123394"/>
                  </a:lnTo>
                  <a:lnTo>
                    <a:pt x="38579" y="123639"/>
                  </a:lnTo>
                  <a:lnTo>
                    <a:pt x="42086" y="123877"/>
                  </a:lnTo>
                  <a:lnTo>
                    <a:pt x="45593" y="124156"/>
                  </a:lnTo>
                  <a:lnTo>
                    <a:pt x="49100" y="124408"/>
                  </a:lnTo>
                  <a:lnTo>
                    <a:pt x="52608" y="124710"/>
                  </a:lnTo>
                  <a:lnTo>
                    <a:pt x="56115" y="124987"/>
                  </a:lnTo>
                  <a:lnTo>
                    <a:pt x="59622" y="125263"/>
                  </a:lnTo>
                  <a:lnTo>
                    <a:pt x="63129" y="125540"/>
                  </a:lnTo>
                  <a:lnTo>
                    <a:pt x="66636" y="125816"/>
                  </a:lnTo>
                  <a:lnTo>
                    <a:pt x="70144" y="126096"/>
                  </a:lnTo>
                  <a:lnTo>
                    <a:pt x="73651" y="126395"/>
                  </a:lnTo>
                  <a:lnTo>
                    <a:pt x="77158" y="126793"/>
                  </a:lnTo>
                  <a:lnTo>
                    <a:pt x="80665" y="127145"/>
                  </a:lnTo>
                  <a:lnTo>
                    <a:pt x="84172" y="127328"/>
                  </a:lnTo>
                  <a:lnTo>
                    <a:pt x="87680" y="127480"/>
                  </a:lnTo>
                  <a:lnTo>
                    <a:pt x="91187" y="127688"/>
                  </a:lnTo>
                  <a:lnTo>
                    <a:pt x="94694" y="127872"/>
                  </a:lnTo>
                  <a:lnTo>
                    <a:pt x="98201" y="128051"/>
                  </a:lnTo>
                  <a:lnTo>
                    <a:pt x="101708" y="128231"/>
                  </a:lnTo>
                  <a:lnTo>
                    <a:pt x="105216" y="128410"/>
                  </a:lnTo>
                  <a:lnTo>
                    <a:pt x="108723" y="128578"/>
                  </a:lnTo>
                  <a:lnTo>
                    <a:pt x="112230" y="128769"/>
                  </a:lnTo>
                  <a:lnTo>
                    <a:pt x="115737" y="128902"/>
                  </a:lnTo>
                  <a:lnTo>
                    <a:pt x="119244" y="129060"/>
                  </a:lnTo>
                  <a:lnTo>
                    <a:pt x="122752" y="129243"/>
                  </a:lnTo>
                  <a:lnTo>
                    <a:pt x="126259" y="129381"/>
                  </a:lnTo>
                  <a:lnTo>
                    <a:pt x="129766" y="129540"/>
                  </a:lnTo>
                  <a:lnTo>
                    <a:pt x="133273" y="129699"/>
                  </a:lnTo>
                  <a:lnTo>
                    <a:pt x="136781" y="129909"/>
                  </a:lnTo>
                  <a:lnTo>
                    <a:pt x="140288" y="130206"/>
                  </a:lnTo>
                  <a:lnTo>
                    <a:pt x="143795" y="130542"/>
                  </a:lnTo>
                  <a:lnTo>
                    <a:pt x="147302" y="130930"/>
                  </a:lnTo>
                  <a:lnTo>
                    <a:pt x="150809" y="131024"/>
                  </a:lnTo>
                  <a:lnTo>
                    <a:pt x="154317" y="131246"/>
                  </a:lnTo>
                  <a:lnTo>
                    <a:pt x="157824" y="131428"/>
                  </a:lnTo>
                  <a:lnTo>
                    <a:pt x="161331" y="131716"/>
                  </a:lnTo>
                  <a:lnTo>
                    <a:pt x="164838" y="131833"/>
                  </a:lnTo>
                  <a:lnTo>
                    <a:pt x="168345" y="132006"/>
                  </a:lnTo>
                  <a:lnTo>
                    <a:pt x="171853" y="132180"/>
                  </a:lnTo>
                  <a:lnTo>
                    <a:pt x="175360" y="132333"/>
                  </a:lnTo>
                  <a:lnTo>
                    <a:pt x="178867" y="132530"/>
                  </a:lnTo>
                  <a:lnTo>
                    <a:pt x="182374" y="132946"/>
                  </a:lnTo>
                  <a:lnTo>
                    <a:pt x="185881" y="133298"/>
                  </a:lnTo>
                  <a:lnTo>
                    <a:pt x="189389" y="133398"/>
                  </a:lnTo>
                  <a:lnTo>
                    <a:pt x="192896" y="133530"/>
                  </a:lnTo>
                  <a:lnTo>
                    <a:pt x="196403" y="133773"/>
                  </a:lnTo>
                  <a:lnTo>
                    <a:pt x="199910" y="133904"/>
                  </a:lnTo>
                  <a:lnTo>
                    <a:pt x="203417" y="134129"/>
                  </a:lnTo>
                  <a:lnTo>
                    <a:pt x="206925" y="134286"/>
                  </a:lnTo>
                  <a:lnTo>
                    <a:pt x="210432" y="134461"/>
                  </a:lnTo>
                  <a:lnTo>
                    <a:pt x="213939" y="134496"/>
                  </a:lnTo>
                  <a:lnTo>
                    <a:pt x="217446" y="134626"/>
                  </a:lnTo>
                  <a:lnTo>
                    <a:pt x="220953" y="134828"/>
                  </a:lnTo>
                  <a:lnTo>
                    <a:pt x="224461" y="134964"/>
                  </a:lnTo>
                  <a:lnTo>
                    <a:pt x="227968" y="135090"/>
                  </a:lnTo>
                  <a:lnTo>
                    <a:pt x="231475" y="135215"/>
                  </a:lnTo>
                  <a:lnTo>
                    <a:pt x="234982" y="135423"/>
                  </a:lnTo>
                  <a:lnTo>
                    <a:pt x="238489" y="135532"/>
                  </a:lnTo>
                  <a:lnTo>
                    <a:pt x="241997" y="135830"/>
                  </a:lnTo>
                  <a:lnTo>
                    <a:pt x="245504" y="135978"/>
                  </a:lnTo>
                  <a:lnTo>
                    <a:pt x="249011" y="135995"/>
                  </a:lnTo>
                  <a:lnTo>
                    <a:pt x="252518" y="136039"/>
                  </a:lnTo>
                  <a:lnTo>
                    <a:pt x="256026" y="136205"/>
                  </a:lnTo>
                  <a:lnTo>
                    <a:pt x="259533" y="136463"/>
                  </a:lnTo>
                  <a:lnTo>
                    <a:pt x="263040" y="136715"/>
                  </a:lnTo>
                  <a:lnTo>
                    <a:pt x="266547" y="136788"/>
                  </a:lnTo>
                  <a:lnTo>
                    <a:pt x="270054" y="136980"/>
                  </a:lnTo>
                  <a:lnTo>
                    <a:pt x="273562" y="137089"/>
                  </a:lnTo>
                  <a:lnTo>
                    <a:pt x="277069" y="137200"/>
                  </a:lnTo>
                  <a:lnTo>
                    <a:pt x="280576" y="137299"/>
                  </a:lnTo>
                  <a:lnTo>
                    <a:pt x="284083" y="137329"/>
                  </a:lnTo>
                  <a:lnTo>
                    <a:pt x="287590" y="137301"/>
                  </a:lnTo>
                  <a:lnTo>
                    <a:pt x="291098" y="137255"/>
                  </a:lnTo>
                  <a:lnTo>
                    <a:pt x="294605" y="137286"/>
                  </a:lnTo>
                  <a:lnTo>
                    <a:pt x="298112" y="137225"/>
                  </a:lnTo>
                  <a:lnTo>
                    <a:pt x="301619" y="137319"/>
                  </a:lnTo>
                  <a:lnTo>
                    <a:pt x="305126" y="137281"/>
                  </a:lnTo>
                  <a:lnTo>
                    <a:pt x="308634" y="137291"/>
                  </a:lnTo>
                  <a:lnTo>
                    <a:pt x="312141" y="137195"/>
                  </a:lnTo>
                  <a:lnTo>
                    <a:pt x="315648" y="136986"/>
                  </a:lnTo>
                  <a:lnTo>
                    <a:pt x="319155" y="136873"/>
                  </a:lnTo>
                  <a:lnTo>
                    <a:pt x="322662" y="136715"/>
                  </a:lnTo>
                  <a:lnTo>
                    <a:pt x="326170" y="136593"/>
                  </a:lnTo>
                  <a:lnTo>
                    <a:pt x="329677" y="136469"/>
                  </a:lnTo>
                  <a:lnTo>
                    <a:pt x="333184" y="136273"/>
                  </a:lnTo>
                  <a:lnTo>
                    <a:pt x="336691" y="135834"/>
                  </a:lnTo>
                  <a:lnTo>
                    <a:pt x="340198" y="135448"/>
                  </a:lnTo>
                  <a:lnTo>
                    <a:pt x="343706" y="135233"/>
                  </a:lnTo>
                  <a:lnTo>
                    <a:pt x="347213" y="134792"/>
                  </a:lnTo>
                  <a:lnTo>
                    <a:pt x="350720" y="134420"/>
                  </a:lnTo>
                  <a:lnTo>
                    <a:pt x="354227" y="133985"/>
                  </a:lnTo>
                  <a:lnTo>
                    <a:pt x="357734" y="133532"/>
                  </a:lnTo>
                  <a:lnTo>
                    <a:pt x="361242" y="133331"/>
                  </a:lnTo>
                  <a:lnTo>
                    <a:pt x="364749" y="132923"/>
                  </a:lnTo>
                  <a:lnTo>
                    <a:pt x="368256" y="132486"/>
                  </a:lnTo>
                  <a:lnTo>
                    <a:pt x="371763" y="131823"/>
                  </a:lnTo>
                  <a:lnTo>
                    <a:pt x="375271" y="131329"/>
                  </a:lnTo>
                  <a:lnTo>
                    <a:pt x="378778" y="130789"/>
                  </a:lnTo>
                  <a:lnTo>
                    <a:pt x="382285" y="130126"/>
                  </a:lnTo>
                  <a:lnTo>
                    <a:pt x="385792" y="129551"/>
                  </a:lnTo>
                  <a:lnTo>
                    <a:pt x="389299" y="128927"/>
                  </a:lnTo>
                  <a:lnTo>
                    <a:pt x="392807" y="128292"/>
                  </a:lnTo>
                  <a:lnTo>
                    <a:pt x="396314" y="127684"/>
                  </a:lnTo>
                  <a:lnTo>
                    <a:pt x="399821" y="126955"/>
                  </a:lnTo>
                  <a:lnTo>
                    <a:pt x="403328" y="126261"/>
                  </a:lnTo>
                  <a:lnTo>
                    <a:pt x="406835" y="125617"/>
                  </a:lnTo>
                  <a:lnTo>
                    <a:pt x="410343" y="124964"/>
                  </a:lnTo>
                  <a:lnTo>
                    <a:pt x="413850" y="124362"/>
                  </a:lnTo>
                  <a:lnTo>
                    <a:pt x="417357" y="123616"/>
                  </a:lnTo>
                  <a:lnTo>
                    <a:pt x="420864" y="122857"/>
                  </a:lnTo>
                  <a:lnTo>
                    <a:pt x="424371" y="122026"/>
                  </a:lnTo>
                  <a:lnTo>
                    <a:pt x="427879" y="121180"/>
                  </a:lnTo>
                  <a:lnTo>
                    <a:pt x="431386" y="120484"/>
                  </a:lnTo>
                  <a:lnTo>
                    <a:pt x="434893" y="119692"/>
                  </a:lnTo>
                  <a:lnTo>
                    <a:pt x="438400" y="118813"/>
                  </a:lnTo>
                  <a:lnTo>
                    <a:pt x="441907" y="117982"/>
                  </a:lnTo>
                  <a:lnTo>
                    <a:pt x="445415" y="117075"/>
                  </a:lnTo>
                  <a:lnTo>
                    <a:pt x="448922" y="116218"/>
                  </a:lnTo>
                  <a:lnTo>
                    <a:pt x="452429" y="115327"/>
                  </a:lnTo>
                  <a:lnTo>
                    <a:pt x="455936" y="114339"/>
                  </a:lnTo>
                  <a:lnTo>
                    <a:pt x="459443" y="113528"/>
                  </a:lnTo>
                  <a:lnTo>
                    <a:pt x="462951" y="112777"/>
                  </a:lnTo>
                  <a:lnTo>
                    <a:pt x="466458" y="112070"/>
                  </a:lnTo>
                  <a:lnTo>
                    <a:pt x="469965" y="111074"/>
                  </a:lnTo>
                  <a:lnTo>
                    <a:pt x="473472" y="110365"/>
                  </a:lnTo>
                  <a:lnTo>
                    <a:pt x="476979" y="109646"/>
                  </a:lnTo>
                  <a:lnTo>
                    <a:pt x="480487" y="108819"/>
                  </a:lnTo>
                  <a:lnTo>
                    <a:pt x="483994" y="107795"/>
                  </a:lnTo>
                  <a:lnTo>
                    <a:pt x="487501" y="106781"/>
                  </a:lnTo>
                  <a:lnTo>
                    <a:pt x="491008" y="105814"/>
                  </a:lnTo>
                  <a:lnTo>
                    <a:pt x="494516" y="104937"/>
                  </a:lnTo>
                  <a:lnTo>
                    <a:pt x="498023" y="104036"/>
                  </a:lnTo>
                  <a:lnTo>
                    <a:pt x="501530" y="103020"/>
                  </a:lnTo>
                  <a:lnTo>
                    <a:pt x="505037" y="102113"/>
                  </a:lnTo>
                  <a:lnTo>
                    <a:pt x="508544" y="101179"/>
                  </a:lnTo>
                  <a:lnTo>
                    <a:pt x="512052" y="100154"/>
                  </a:lnTo>
                  <a:lnTo>
                    <a:pt x="515559" y="99071"/>
                  </a:lnTo>
                  <a:lnTo>
                    <a:pt x="519066" y="98215"/>
                  </a:lnTo>
                  <a:lnTo>
                    <a:pt x="522573" y="97388"/>
                  </a:lnTo>
                  <a:lnTo>
                    <a:pt x="526080" y="96556"/>
                  </a:lnTo>
                  <a:lnTo>
                    <a:pt x="529588" y="95723"/>
                  </a:lnTo>
                  <a:lnTo>
                    <a:pt x="533095" y="94892"/>
                  </a:lnTo>
                  <a:lnTo>
                    <a:pt x="536602" y="93771"/>
                  </a:lnTo>
                  <a:lnTo>
                    <a:pt x="540109" y="92906"/>
                  </a:lnTo>
                  <a:lnTo>
                    <a:pt x="543616" y="91949"/>
                  </a:lnTo>
                  <a:lnTo>
                    <a:pt x="547124" y="91212"/>
                  </a:lnTo>
                  <a:lnTo>
                    <a:pt x="550631" y="90262"/>
                  </a:lnTo>
                  <a:lnTo>
                    <a:pt x="554138" y="89196"/>
                  </a:lnTo>
                  <a:lnTo>
                    <a:pt x="557645" y="88075"/>
                  </a:lnTo>
                  <a:lnTo>
                    <a:pt x="561152" y="86752"/>
                  </a:lnTo>
                  <a:lnTo>
                    <a:pt x="564660" y="85792"/>
                  </a:lnTo>
                  <a:lnTo>
                    <a:pt x="568167" y="84829"/>
                  </a:lnTo>
                  <a:lnTo>
                    <a:pt x="571674" y="83849"/>
                  </a:lnTo>
                  <a:lnTo>
                    <a:pt x="575181" y="82942"/>
                  </a:lnTo>
                  <a:lnTo>
                    <a:pt x="578688" y="82036"/>
                  </a:lnTo>
                  <a:lnTo>
                    <a:pt x="582196" y="81128"/>
                  </a:lnTo>
                  <a:lnTo>
                    <a:pt x="585703" y="80081"/>
                  </a:lnTo>
                  <a:lnTo>
                    <a:pt x="589210" y="79084"/>
                  </a:lnTo>
                  <a:lnTo>
                    <a:pt x="592717" y="78065"/>
                  </a:lnTo>
                  <a:lnTo>
                    <a:pt x="596224" y="77084"/>
                  </a:lnTo>
                  <a:lnTo>
                    <a:pt x="599732" y="76059"/>
                  </a:lnTo>
                  <a:lnTo>
                    <a:pt x="603239" y="74921"/>
                  </a:lnTo>
                  <a:lnTo>
                    <a:pt x="606746" y="73967"/>
                  </a:lnTo>
                  <a:lnTo>
                    <a:pt x="610253" y="72979"/>
                  </a:lnTo>
                  <a:lnTo>
                    <a:pt x="613761" y="71912"/>
                  </a:lnTo>
                  <a:lnTo>
                    <a:pt x="617268" y="70868"/>
                  </a:lnTo>
                  <a:lnTo>
                    <a:pt x="620775" y="69904"/>
                  </a:lnTo>
                  <a:lnTo>
                    <a:pt x="624282" y="68838"/>
                  </a:lnTo>
                  <a:lnTo>
                    <a:pt x="627789" y="67687"/>
                  </a:lnTo>
                  <a:lnTo>
                    <a:pt x="631297" y="66541"/>
                  </a:lnTo>
                  <a:lnTo>
                    <a:pt x="634804" y="65459"/>
                  </a:lnTo>
                  <a:lnTo>
                    <a:pt x="638311" y="64375"/>
                  </a:lnTo>
                  <a:lnTo>
                    <a:pt x="641818" y="63309"/>
                  </a:lnTo>
                  <a:lnTo>
                    <a:pt x="645325" y="62180"/>
                  </a:lnTo>
                  <a:lnTo>
                    <a:pt x="648833" y="61011"/>
                  </a:lnTo>
                  <a:lnTo>
                    <a:pt x="652340" y="59842"/>
                  </a:lnTo>
                  <a:lnTo>
                    <a:pt x="655847" y="58673"/>
                  </a:lnTo>
                  <a:lnTo>
                    <a:pt x="659354" y="57568"/>
                  </a:lnTo>
                  <a:lnTo>
                    <a:pt x="662861" y="56506"/>
                  </a:lnTo>
                  <a:lnTo>
                    <a:pt x="666369" y="55459"/>
                  </a:lnTo>
                  <a:lnTo>
                    <a:pt x="669876" y="54407"/>
                  </a:lnTo>
                  <a:lnTo>
                    <a:pt x="673383" y="53353"/>
                  </a:lnTo>
                  <a:lnTo>
                    <a:pt x="676890" y="52297"/>
                  </a:lnTo>
                  <a:lnTo>
                    <a:pt x="680397" y="51239"/>
                  </a:lnTo>
                  <a:lnTo>
                    <a:pt x="683905" y="50147"/>
                  </a:lnTo>
                  <a:lnTo>
                    <a:pt x="687412" y="49041"/>
                  </a:lnTo>
                  <a:lnTo>
                    <a:pt x="690919" y="47958"/>
                  </a:lnTo>
                  <a:lnTo>
                    <a:pt x="694426" y="46983"/>
                  </a:lnTo>
                  <a:lnTo>
                    <a:pt x="697933" y="45893"/>
                  </a:lnTo>
                  <a:lnTo>
                    <a:pt x="701441" y="44767"/>
                  </a:lnTo>
                  <a:lnTo>
                    <a:pt x="704948" y="43641"/>
                  </a:lnTo>
                  <a:lnTo>
                    <a:pt x="708455" y="42582"/>
                  </a:lnTo>
                  <a:lnTo>
                    <a:pt x="711962" y="41563"/>
                  </a:lnTo>
                  <a:lnTo>
                    <a:pt x="715469" y="40531"/>
                  </a:lnTo>
                  <a:lnTo>
                    <a:pt x="718977" y="39335"/>
                  </a:lnTo>
                  <a:lnTo>
                    <a:pt x="722484" y="38099"/>
                  </a:lnTo>
                  <a:lnTo>
                    <a:pt x="725991" y="36979"/>
                  </a:lnTo>
                  <a:lnTo>
                    <a:pt x="729498" y="35869"/>
                  </a:lnTo>
                  <a:lnTo>
                    <a:pt x="733006" y="34680"/>
                  </a:lnTo>
                  <a:lnTo>
                    <a:pt x="736513" y="33489"/>
                  </a:lnTo>
                  <a:lnTo>
                    <a:pt x="740020" y="32296"/>
                  </a:lnTo>
                  <a:lnTo>
                    <a:pt x="743527" y="31113"/>
                  </a:lnTo>
                  <a:lnTo>
                    <a:pt x="747034" y="30030"/>
                  </a:lnTo>
                  <a:lnTo>
                    <a:pt x="750542" y="29048"/>
                  </a:lnTo>
                  <a:lnTo>
                    <a:pt x="754049" y="27995"/>
                  </a:lnTo>
                  <a:lnTo>
                    <a:pt x="757556" y="26921"/>
                  </a:lnTo>
                  <a:lnTo>
                    <a:pt x="761063" y="25812"/>
                  </a:lnTo>
                  <a:lnTo>
                    <a:pt x="764570" y="24574"/>
                  </a:lnTo>
                  <a:lnTo>
                    <a:pt x="768078" y="23354"/>
                  </a:lnTo>
                  <a:lnTo>
                    <a:pt x="771585" y="22288"/>
                  </a:lnTo>
                  <a:lnTo>
                    <a:pt x="775092" y="21183"/>
                  </a:lnTo>
                  <a:lnTo>
                    <a:pt x="778599" y="20009"/>
                  </a:lnTo>
                  <a:lnTo>
                    <a:pt x="782106" y="18833"/>
                  </a:lnTo>
                  <a:lnTo>
                    <a:pt x="785614" y="17655"/>
                  </a:lnTo>
                  <a:lnTo>
                    <a:pt x="789121" y="16424"/>
                  </a:lnTo>
                  <a:lnTo>
                    <a:pt x="792628" y="15154"/>
                  </a:lnTo>
                  <a:lnTo>
                    <a:pt x="796135" y="13948"/>
                  </a:lnTo>
                  <a:lnTo>
                    <a:pt x="799642" y="12791"/>
                  </a:lnTo>
                  <a:lnTo>
                    <a:pt x="803150" y="11635"/>
                  </a:lnTo>
                  <a:lnTo>
                    <a:pt x="806657" y="10478"/>
                  </a:lnTo>
                  <a:lnTo>
                    <a:pt x="810164" y="9320"/>
                  </a:lnTo>
                  <a:lnTo>
                    <a:pt x="813671" y="8119"/>
                  </a:lnTo>
                  <a:lnTo>
                    <a:pt x="817178" y="6953"/>
                  </a:lnTo>
                  <a:lnTo>
                    <a:pt x="820686" y="5771"/>
                  </a:lnTo>
                  <a:lnTo>
                    <a:pt x="824193" y="4572"/>
                  </a:lnTo>
                  <a:lnTo>
                    <a:pt x="827700" y="3379"/>
                  </a:lnTo>
                  <a:lnTo>
                    <a:pt x="831207" y="2338"/>
                  </a:lnTo>
                  <a:lnTo>
                    <a:pt x="834714" y="1169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585957" y="3218235"/>
              <a:ext cx="838222" cy="67040"/>
            </a:xfrm>
            <a:custGeom>
              <a:avLst/>
              <a:pathLst>
                <a:path w="838222" h="67040">
                  <a:moveTo>
                    <a:pt x="838222" y="24740"/>
                  </a:moveTo>
                  <a:lnTo>
                    <a:pt x="834714" y="24509"/>
                  </a:lnTo>
                  <a:lnTo>
                    <a:pt x="831207" y="24277"/>
                  </a:lnTo>
                  <a:lnTo>
                    <a:pt x="827700" y="24046"/>
                  </a:lnTo>
                  <a:lnTo>
                    <a:pt x="824193" y="23814"/>
                  </a:lnTo>
                  <a:lnTo>
                    <a:pt x="820686" y="23582"/>
                  </a:lnTo>
                  <a:lnTo>
                    <a:pt x="817178" y="23349"/>
                  </a:lnTo>
                  <a:lnTo>
                    <a:pt x="813671" y="23117"/>
                  </a:lnTo>
                  <a:lnTo>
                    <a:pt x="810164" y="22883"/>
                  </a:lnTo>
                  <a:lnTo>
                    <a:pt x="806657" y="22648"/>
                  </a:lnTo>
                  <a:lnTo>
                    <a:pt x="803150" y="22414"/>
                  </a:lnTo>
                  <a:lnTo>
                    <a:pt x="799642" y="22179"/>
                  </a:lnTo>
                  <a:lnTo>
                    <a:pt x="796135" y="21944"/>
                  </a:lnTo>
                  <a:lnTo>
                    <a:pt x="792628" y="21709"/>
                  </a:lnTo>
                  <a:lnTo>
                    <a:pt x="789121" y="21473"/>
                  </a:lnTo>
                  <a:lnTo>
                    <a:pt x="785614" y="21237"/>
                  </a:lnTo>
                  <a:lnTo>
                    <a:pt x="782106" y="21003"/>
                  </a:lnTo>
                  <a:lnTo>
                    <a:pt x="778599" y="20770"/>
                  </a:lnTo>
                  <a:lnTo>
                    <a:pt x="775092" y="20537"/>
                  </a:lnTo>
                  <a:lnTo>
                    <a:pt x="771585" y="20303"/>
                  </a:lnTo>
                  <a:lnTo>
                    <a:pt x="768078" y="20145"/>
                  </a:lnTo>
                  <a:lnTo>
                    <a:pt x="764570" y="20001"/>
                  </a:lnTo>
                  <a:lnTo>
                    <a:pt x="761063" y="19856"/>
                  </a:lnTo>
                  <a:lnTo>
                    <a:pt x="757556" y="19712"/>
                  </a:lnTo>
                  <a:lnTo>
                    <a:pt x="754049" y="19549"/>
                  </a:lnTo>
                  <a:lnTo>
                    <a:pt x="750542" y="19238"/>
                  </a:lnTo>
                  <a:lnTo>
                    <a:pt x="747034" y="18921"/>
                  </a:lnTo>
                  <a:lnTo>
                    <a:pt x="743527" y="18706"/>
                  </a:lnTo>
                  <a:lnTo>
                    <a:pt x="740020" y="18511"/>
                  </a:lnTo>
                  <a:lnTo>
                    <a:pt x="736513" y="18251"/>
                  </a:lnTo>
                  <a:lnTo>
                    <a:pt x="733006" y="18007"/>
                  </a:lnTo>
                  <a:lnTo>
                    <a:pt x="729498" y="17826"/>
                  </a:lnTo>
                  <a:lnTo>
                    <a:pt x="725991" y="17644"/>
                  </a:lnTo>
                  <a:lnTo>
                    <a:pt x="722484" y="17459"/>
                  </a:lnTo>
                  <a:lnTo>
                    <a:pt x="718977" y="17258"/>
                  </a:lnTo>
                  <a:lnTo>
                    <a:pt x="715469" y="17092"/>
                  </a:lnTo>
                  <a:lnTo>
                    <a:pt x="711962" y="16909"/>
                  </a:lnTo>
                  <a:lnTo>
                    <a:pt x="708455" y="16696"/>
                  </a:lnTo>
                  <a:lnTo>
                    <a:pt x="704948" y="16465"/>
                  </a:lnTo>
                  <a:lnTo>
                    <a:pt x="701441" y="16233"/>
                  </a:lnTo>
                  <a:lnTo>
                    <a:pt x="697933" y="16001"/>
                  </a:lnTo>
                  <a:lnTo>
                    <a:pt x="694426" y="15765"/>
                  </a:lnTo>
                  <a:lnTo>
                    <a:pt x="690919" y="15462"/>
                  </a:lnTo>
                  <a:lnTo>
                    <a:pt x="687412" y="15129"/>
                  </a:lnTo>
                  <a:lnTo>
                    <a:pt x="683905" y="14884"/>
                  </a:lnTo>
                  <a:lnTo>
                    <a:pt x="680397" y="14682"/>
                  </a:lnTo>
                  <a:lnTo>
                    <a:pt x="676890" y="14481"/>
                  </a:lnTo>
                  <a:lnTo>
                    <a:pt x="673383" y="14290"/>
                  </a:lnTo>
                  <a:lnTo>
                    <a:pt x="669876" y="14119"/>
                  </a:lnTo>
                  <a:lnTo>
                    <a:pt x="666369" y="13895"/>
                  </a:lnTo>
                  <a:lnTo>
                    <a:pt x="662861" y="13676"/>
                  </a:lnTo>
                  <a:lnTo>
                    <a:pt x="659354" y="13475"/>
                  </a:lnTo>
                  <a:lnTo>
                    <a:pt x="655847" y="13274"/>
                  </a:lnTo>
                  <a:lnTo>
                    <a:pt x="652340" y="13071"/>
                  </a:lnTo>
                  <a:lnTo>
                    <a:pt x="648833" y="12867"/>
                  </a:lnTo>
                  <a:lnTo>
                    <a:pt x="645325" y="12504"/>
                  </a:lnTo>
                  <a:lnTo>
                    <a:pt x="641818" y="12249"/>
                  </a:lnTo>
                  <a:lnTo>
                    <a:pt x="638311" y="12012"/>
                  </a:lnTo>
                  <a:lnTo>
                    <a:pt x="634804" y="11775"/>
                  </a:lnTo>
                  <a:lnTo>
                    <a:pt x="631297" y="11521"/>
                  </a:lnTo>
                  <a:lnTo>
                    <a:pt x="627789" y="11250"/>
                  </a:lnTo>
                  <a:lnTo>
                    <a:pt x="624282" y="10997"/>
                  </a:lnTo>
                  <a:lnTo>
                    <a:pt x="620775" y="10777"/>
                  </a:lnTo>
                  <a:lnTo>
                    <a:pt x="617268" y="10591"/>
                  </a:lnTo>
                  <a:lnTo>
                    <a:pt x="613761" y="10356"/>
                  </a:lnTo>
                  <a:lnTo>
                    <a:pt x="610253" y="10129"/>
                  </a:lnTo>
                  <a:lnTo>
                    <a:pt x="606746" y="9927"/>
                  </a:lnTo>
                  <a:lnTo>
                    <a:pt x="603239" y="9726"/>
                  </a:lnTo>
                  <a:lnTo>
                    <a:pt x="599732" y="9458"/>
                  </a:lnTo>
                  <a:lnTo>
                    <a:pt x="596224" y="9281"/>
                  </a:lnTo>
                  <a:lnTo>
                    <a:pt x="592717" y="9127"/>
                  </a:lnTo>
                  <a:lnTo>
                    <a:pt x="589210" y="8861"/>
                  </a:lnTo>
                  <a:lnTo>
                    <a:pt x="585703" y="8577"/>
                  </a:lnTo>
                  <a:lnTo>
                    <a:pt x="582196" y="8504"/>
                  </a:lnTo>
                  <a:lnTo>
                    <a:pt x="578688" y="8431"/>
                  </a:lnTo>
                  <a:lnTo>
                    <a:pt x="575181" y="8128"/>
                  </a:lnTo>
                  <a:lnTo>
                    <a:pt x="571674" y="7928"/>
                  </a:lnTo>
                  <a:lnTo>
                    <a:pt x="568167" y="7759"/>
                  </a:lnTo>
                  <a:lnTo>
                    <a:pt x="564660" y="7524"/>
                  </a:lnTo>
                  <a:lnTo>
                    <a:pt x="561152" y="7321"/>
                  </a:lnTo>
                  <a:lnTo>
                    <a:pt x="557645" y="7096"/>
                  </a:lnTo>
                  <a:lnTo>
                    <a:pt x="554138" y="6921"/>
                  </a:lnTo>
                  <a:lnTo>
                    <a:pt x="550631" y="6569"/>
                  </a:lnTo>
                  <a:lnTo>
                    <a:pt x="547124" y="6246"/>
                  </a:lnTo>
                  <a:lnTo>
                    <a:pt x="543616" y="5964"/>
                  </a:lnTo>
                  <a:lnTo>
                    <a:pt x="540109" y="5746"/>
                  </a:lnTo>
                  <a:lnTo>
                    <a:pt x="536602" y="5515"/>
                  </a:lnTo>
                  <a:lnTo>
                    <a:pt x="533095" y="5354"/>
                  </a:lnTo>
                  <a:lnTo>
                    <a:pt x="529588" y="5134"/>
                  </a:lnTo>
                  <a:lnTo>
                    <a:pt x="526080" y="5086"/>
                  </a:lnTo>
                  <a:lnTo>
                    <a:pt x="522573" y="4805"/>
                  </a:lnTo>
                  <a:lnTo>
                    <a:pt x="519066" y="4542"/>
                  </a:lnTo>
                  <a:lnTo>
                    <a:pt x="515559" y="4460"/>
                  </a:lnTo>
                  <a:lnTo>
                    <a:pt x="512052" y="4319"/>
                  </a:lnTo>
                  <a:lnTo>
                    <a:pt x="508544" y="4107"/>
                  </a:lnTo>
                  <a:lnTo>
                    <a:pt x="505037" y="3923"/>
                  </a:lnTo>
                  <a:lnTo>
                    <a:pt x="501530" y="3739"/>
                  </a:lnTo>
                  <a:lnTo>
                    <a:pt x="498023" y="3547"/>
                  </a:lnTo>
                  <a:lnTo>
                    <a:pt x="494516" y="3352"/>
                  </a:lnTo>
                  <a:lnTo>
                    <a:pt x="491008" y="3100"/>
                  </a:lnTo>
                  <a:lnTo>
                    <a:pt x="487501" y="2925"/>
                  </a:lnTo>
                  <a:lnTo>
                    <a:pt x="483994" y="2747"/>
                  </a:lnTo>
                  <a:lnTo>
                    <a:pt x="480487" y="2528"/>
                  </a:lnTo>
                  <a:lnTo>
                    <a:pt x="476979" y="2338"/>
                  </a:lnTo>
                  <a:lnTo>
                    <a:pt x="473472" y="2068"/>
                  </a:lnTo>
                  <a:lnTo>
                    <a:pt x="469965" y="1914"/>
                  </a:lnTo>
                  <a:lnTo>
                    <a:pt x="466458" y="1800"/>
                  </a:lnTo>
                  <a:lnTo>
                    <a:pt x="462951" y="1658"/>
                  </a:lnTo>
                  <a:lnTo>
                    <a:pt x="459443" y="1438"/>
                  </a:lnTo>
                  <a:lnTo>
                    <a:pt x="455936" y="1352"/>
                  </a:lnTo>
                  <a:lnTo>
                    <a:pt x="452429" y="1357"/>
                  </a:lnTo>
                  <a:lnTo>
                    <a:pt x="448922" y="1334"/>
                  </a:lnTo>
                  <a:lnTo>
                    <a:pt x="445415" y="1207"/>
                  </a:lnTo>
                  <a:lnTo>
                    <a:pt x="441907" y="1070"/>
                  </a:lnTo>
                  <a:lnTo>
                    <a:pt x="438400" y="1000"/>
                  </a:lnTo>
                  <a:lnTo>
                    <a:pt x="434893" y="943"/>
                  </a:lnTo>
                  <a:lnTo>
                    <a:pt x="431386" y="915"/>
                  </a:lnTo>
                  <a:lnTo>
                    <a:pt x="427879" y="847"/>
                  </a:lnTo>
                  <a:lnTo>
                    <a:pt x="424371" y="669"/>
                  </a:lnTo>
                  <a:lnTo>
                    <a:pt x="420864" y="530"/>
                  </a:lnTo>
                  <a:lnTo>
                    <a:pt x="417357" y="518"/>
                  </a:lnTo>
                  <a:lnTo>
                    <a:pt x="413850" y="422"/>
                  </a:lnTo>
                  <a:lnTo>
                    <a:pt x="410343" y="312"/>
                  </a:lnTo>
                  <a:lnTo>
                    <a:pt x="406835" y="206"/>
                  </a:lnTo>
                  <a:lnTo>
                    <a:pt x="403328" y="237"/>
                  </a:lnTo>
                  <a:lnTo>
                    <a:pt x="399821" y="119"/>
                  </a:lnTo>
                  <a:lnTo>
                    <a:pt x="396314" y="32"/>
                  </a:lnTo>
                  <a:lnTo>
                    <a:pt x="392807" y="0"/>
                  </a:lnTo>
                  <a:lnTo>
                    <a:pt x="389299" y="74"/>
                  </a:lnTo>
                  <a:lnTo>
                    <a:pt x="385792" y="106"/>
                  </a:lnTo>
                  <a:lnTo>
                    <a:pt x="382285" y="285"/>
                  </a:lnTo>
                  <a:lnTo>
                    <a:pt x="378778" y="354"/>
                  </a:lnTo>
                  <a:lnTo>
                    <a:pt x="375271" y="384"/>
                  </a:lnTo>
                  <a:lnTo>
                    <a:pt x="371763" y="513"/>
                  </a:lnTo>
                  <a:lnTo>
                    <a:pt x="368256" y="895"/>
                  </a:lnTo>
                  <a:lnTo>
                    <a:pt x="364749" y="1071"/>
                  </a:lnTo>
                  <a:lnTo>
                    <a:pt x="361242" y="1303"/>
                  </a:lnTo>
                  <a:lnTo>
                    <a:pt x="357734" y="1506"/>
                  </a:lnTo>
                  <a:lnTo>
                    <a:pt x="354227" y="1824"/>
                  </a:lnTo>
                  <a:lnTo>
                    <a:pt x="350720" y="2094"/>
                  </a:lnTo>
                  <a:lnTo>
                    <a:pt x="347213" y="2452"/>
                  </a:lnTo>
                  <a:lnTo>
                    <a:pt x="343706" y="2777"/>
                  </a:lnTo>
                  <a:lnTo>
                    <a:pt x="340198" y="3156"/>
                  </a:lnTo>
                  <a:lnTo>
                    <a:pt x="336691" y="3525"/>
                  </a:lnTo>
                  <a:lnTo>
                    <a:pt x="333184" y="3864"/>
                  </a:lnTo>
                  <a:lnTo>
                    <a:pt x="329677" y="4212"/>
                  </a:lnTo>
                  <a:lnTo>
                    <a:pt x="326170" y="4598"/>
                  </a:lnTo>
                  <a:lnTo>
                    <a:pt x="322662" y="5131"/>
                  </a:lnTo>
                  <a:lnTo>
                    <a:pt x="319155" y="5524"/>
                  </a:lnTo>
                  <a:lnTo>
                    <a:pt x="315648" y="6101"/>
                  </a:lnTo>
                  <a:lnTo>
                    <a:pt x="312141" y="6619"/>
                  </a:lnTo>
                  <a:lnTo>
                    <a:pt x="308634" y="7090"/>
                  </a:lnTo>
                  <a:lnTo>
                    <a:pt x="305126" y="7605"/>
                  </a:lnTo>
                  <a:lnTo>
                    <a:pt x="301619" y="8214"/>
                  </a:lnTo>
                  <a:lnTo>
                    <a:pt x="298112" y="8743"/>
                  </a:lnTo>
                  <a:lnTo>
                    <a:pt x="294605" y="9403"/>
                  </a:lnTo>
                  <a:lnTo>
                    <a:pt x="291098" y="9970"/>
                  </a:lnTo>
                  <a:lnTo>
                    <a:pt x="287590" y="10586"/>
                  </a:lnTo>
                  <a:lnTo>
                    <a:pt x="284083" y="11202"/>
                  </a:lnTo>
                  <a:lnTo>
                    <a:pt x="280576" y="11714"/>
                  </a:lnTo>
                  <a:lnTo>
                    <a:pt x="277069" y="12220"/>
                  </a:lnTo>
                  <a:lnTo>
                    <a:pt x="273562" y="12822"/>
                  </a:lnTo>
                  <a:lnTo>
                    <a:pt x="270054" y="13504"/>
                  </a:lnTo>
                  <a:lnTo>
                    <a:pt x="266547" y="14059"/>
                  </a:lnTo>
                  <a:lnTo>
                    <a:pt x="263040" y="14687"/>
                  </a:lnTo>
                  <a:lnTo>
                    <a:pt x="259533" y="15396"/>
                  </a:lnTo>
                  <a:lnTo>
                    <a:pt x="256026" y="16208"/>
                  </a:lnTo>
                  <a:lnTo>
                    <a:pt x="252518" y="16899"/>
                  </a:lnTo>
                  <a:lnTo>
                    <a:pt x="249011" y="17580"/>
                  </a:lnTo>
                  <a:lnTo>
                    <a:pt x="245504" y="18252"/>
                  </a:lnTo>
                  <a:lnTo>
                    <a:pt x="241997" y="18942"/>
                  </a:lnTo>
                  <a:lnTo>
                    <a:pt x="238489" y="19642"/>
                  </a:lnTo>
                  <a:lnTo>
                    <a:pt x="234982" y="20291"/>
                  </a:lnTo>
                  <a:lnTo>
                    <a:pt x="231475" y="21043"/>
                  </a:lnTo>
                  <a:lnTo>
                    <a:pt x="227968" y="21745"/>
                  </a:lnTo>
                  <a:lnTo>
                    <a:pt x="224461" y="22454"/>
                  </a:lnTo>
                  <a:lnTo>
                    <a:pt x="220953" y="23231"/>
                  </a:lnTo>
                  <a:lnTo>
                    <a:pt x="217446" y="23932"/>
                  </a:lnTo>
                  <a:lnTo>
                    <a:pt x="213939" y="24607"/>
                  </a:lnTo>
                  <a:lnTo>
                    <a:pt x="210432" y="25387"/>
                  </a:lnTo>
                  <a:lnTo>
                    <a:pt x="206925" y="26007"/>
                  </a:lnTo>
                  <a:lnTo>
                    <a:pt x="203417" y="26753"/>
                  </a:lnTo>
                  <a:lnTo>
                    <a:pt x="199910" y="27490"/>
                  </a:lnTo>
                  <a:lnTo>
                    <a:pt x="196403" y="28156"/>
                  </a:lnTo>
                  <a:lnTo>
                    <a:pt x="192896" y="28894"/>
                  </a:lnTo>
                  <a:lnTo>
                    <a:pt x="189389" y="29580"/>
                  </a:lnTo>
                  <a:lnTo>
                    <a:pt x="185881" y="30256"/>
                  </a:lnTo>
                  <a:lnTo>
                    <a:pt x="182374" y="30967"/>
                  </a:lnTo>
                  <a:lnTo>
                    <a:pt x="178867" y="31748"/>
                  </a:lnTo>
                  <a:lnTo>
                    <a:pt x="175360" y="32420"/>
                  </a:lnTo>
                  <a:lnTo>
                    <a:pt x="171853" y="33055"/>
                  </a:lnTo>
                  <a:lnTo>
                    <a:pt x="168345" y="33703"/>
                  </a:lnTo>
                  <a:lnTo>
                    <a:pt x="164838" y="34330"/>
                  </a:lnTo>
                  <a:lnTo>
                    <a:pt x="161331" y="35001"/>
                  </a:lnTo>
                  <a:lnTo>
                    <a:pt x="157824" y="35695"/>
                  </a:lnTo>
                  <a:lnTo>
                    <a:pt x="154317" y="36374"/>
                  </a:lnTo>
                  <a:lnTo>
                    <a:pt x="150809" y="37153"/>
                  </a:lnTo>
                  <a:lnTo>
                    <a:pt x="147302" y="37818"/>
                  </a:lnTo>
                  <a:lnTo>
                    <a:pt x="143795" y="38579"/>
                  </a:lnTo>
                  <a:lnTo>
                    <a:pt x="140288" y="39288"/>
                  </a:lnTo>
                  <a:lnTo>
                    <a:pt x="136781" y="39910"/>
                  </a:lnTo>
                  <a:lnTo>
                    <a:pt x="133273" y="40648"/>
                  </a:lnTo>
                  <a:lnTo>
                    <a:pt x="129766" y="41327"/>
                  </a:lnTo>
                  <a:lnTo>
                    <a:pt x="126259" y="42061"/>
                  </a:lnTo>
                  <a:lnTo>
                    <a:pt x="122752" y="42770"/>
                  </a:lnTo>
                  <a:lnTo>
                    <a:pt x="119244" y="43501"/>
                  </a:lnTo>
                  <a:lnTo>
                    <a:pt x="115737" y="44195"/>
                  </a:lnTo>
                  <a:lnTo>
                    <a:pt x="112230" y="44888"/>
                  </a:lnTo>
                  <a:lnTo>
                    <a:pt x="108723" y="45526"/>
                  </a:lnTo>
                  <a:lnTo>
                    <a:pt x="105216" y="46280"/>
                  </a:lnTo>
                  <a:lnTo>
                    <a:pt x="101708" y="47033"/>
                  </a:lnTo>
                  <a:lnTo>
                    <a:pt x="98201" y="47747"/>
                  </a:lnTo>
                  <a:lnTo>
                    <a:pt x="94694" y="48459"/>
                  </a:lnTo>
                  <a:lnTo>
                    <a:pt x="91187" y="49231"/>
                  </a:lnTo>
                  <a:lnTo>
                    <a:pt x="87680" y="49965"/>
                  </a:lnTo>
                  <a:lnTo>
                    <a:pt x="84172" y="50640"/>
                  </a:lnTo>
                  <a:lnTo>
                    <a:pt x="80665" y="51402"/>
                  </a:lnTo>
                  <a:lnTo>
                    <a:pt x="77158" y="52065"/>
                  </a:lnTo>
                  <a:lnTo>
                    <a:pt x="73651" y="52655"/>
                  </a:lnTo>
                  <a:lnTo>
                    <a:pt x="70144" y="53393"/>
                  </a:lnTo>
                  <a:lnTo>
                    <a:pt x="66636" y="54162"/>
                  </a:lnTo>
                  <a:lnTo>
                    <a:pt x="63129" y="54843"/>
                  </a:lnTo>
                  <a:lnTo>
                    <a:pt x="59622" y="55595"/>
                  </a:lnTo>
                  <a:lnTo>
                    <a:pt x="56115" y="56300"/>
                  </a:lnTo>
                  <a:lnTo>
                    <a:pt x="52608" y="57038"/>
                  </a:lnTo>
                  <a:lnTo>
                    <a:pt x="49100" y="57706"/>
                  </a:lnTo>
                  <a:lnTo>
                    <a:pt x="45593" y="58362"/>
                  </a:lnTo>
                  <a:lnTo>
                    <a:pt x="42086" y="59041"/>
                  </a:lnTo>
                  <a:lnTo>
                    <a:pt x="38579" y="59698"/>
                  </a:lnTo>
                  <a:lnTo>
                    <a:pt x="35072" y="60286"/>
                  </a:lnTo>
                  <a:lnTo>
                    <a:pt x="31564" y="60948"/>
                  </a:lnTo>
                  <a:lnTo>
                    <a:pt x="28057" y="61665"/>
                  </a:lnTo>
                  <a:lnTo>
                    <a:pt x="24550" y="62320"/>
                  </a:lnTo>
                  <a:lnTo>
                    <a:pt x="21043" y="62985"/>
                  </a:lnTo>
                  <a:lnTo>
                    <a:pt x="17536" y="63602"/>
                  </a:lnTo>
                  <a:lnTo>
                    <a:pt x="14028" y="64217"/>
                  </a:lnTo>
                  <a:lnTo>
                    <a:pt x="10521" y="64914"/>
                  </a:lnTo>
                  <a:lnTo>
                    <a:pt x="7014" y="65648"/>
                  </a:lnTo>
                  <a:lnTo>
                    <a:pt x="3507" y="66379"/>
                  </a:lnTo>
                  <a:lnTo>
                    <a:pt x="0" y="670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585957" y="3156630"/>
              <a:ext cx="838222" cy="80573"/>
            </a:xfrm>
            <a:custGeom>
              <a:avLst/>
              <a:pathLst>
                <a:path w="838222" h="80573">
                  <a:moveTo>
                    <a:pt x="0" y="80573"/>
                  </a:moveTo>
                  <a:lnTo>
                    <a:pt x="3507" y="80302"/>
                  </a:lnTo>
                  <a:lnTo>
                    <a:pt x="7014" y="80029"/>
                  </a:lnTo>
                  <a:lnTo>
                    <a:pt x="10521" y="79756"/>
                  </a:lnTo>
                  <a:lnTo>
                    <a:pt x="14028" y="79483"/>
                  </a:lnTo>
                  <a:lnTo>
                    <a:pt x="17536" y="79209"/>
                  </a:lnTo>
                  <a:lnTo>
                    <a:pt x="21043" y="78935"/>
                  </a:lnTo>
                  <a:lnTo>
                    <a:pt x="24550" y="78660"/>
                  </a:lnTo>
                  <a:lnTo>
                    <a:pt x="28057" y="78384"/>
                  </a:lnTo>
                  <a:lnTo>
                    <a:pt x="31564" y="78108"/>
                  </a:lnTo>
                  <a:lnTo>
                    <a:pt x="35072" y="77831"/>
                  </a:lnTo>
                  <a:lnTo>
                    <a:pt x="38579" y="77554"/>
                  </a:lnTo>
                  <a:lnTo>
                    <a:pt x="42086" y="77276"/>
                  </a:lnTo>
                  <a:lnTo>
                    <a:pt x="45593" y="76998"/>
                  </a:lnTo>
                  <a:lnTo>
                    <a:pt x="49100" y="76719"/>
                  </a:lnTo>
                  <a:lnTo>
                    <a:pt x="52608" y="76440"/>
                  </a:lnTo>
                  <a:lnTo>
                    <a:pt x="56115" y="76159"/>
                  </a:lnTo>
                  <a:lnTo>
                    <a:pt x="59622" y="75879"/>
                  </a:lnTo>
                  <a:lnTo>
                    <a:pt x="63129" y="75598"/>
                  </a:lnTo>
                  <a:lnTo>
                    <a:pt x="66636" y="75316"/>
                  </a:lnTo>
                  <a:lnTo>
                    <a:pt x="70144" y="75034"/>
                  </a:lnTo>
                  <a:lnTo>
                    <a:pt x="73651" y="74751"/>
                  </a:lnTo>
                  <a:lnTo>
                    <a:pt x="77158" y="74468"/>
                  </a:lnTo>
                  <a:lnTo>
                    <a:pt x="80665" y="74184"/>
                  </a:lnTo>
                  <a:lnTo>
                    <a:pt x="84172" y="73899"/>
                  </a:lnTo>
                  <a:lnTo>
                    <a:pt x="87680" y="73614"/>
                  </a:lnTo>
                  <a:lnTo>
                    <a:pt x="91187" y="73328"/>
                  </a:lnTo>
                  <a:lnTo>
                    <a:pt x="94694" y="73042"/>
                  </a:lnTo>
                  <a:lnTo>
                    <a:pt x="98201" y="72755"/>
                  </a:lnTo>
                  <a:lnTo>
                    <a:pt x="101708" y="72468"/>
                  </a:lnTo>
                  <a:lnTo>
                    <a:pt x="105216" y="72180"/>
                  </a:lnTo>
                  <a:lnTo>
                    <a:pt x="108723" y="71892"/>
                  </a:lnTo>
                  <a:lnTo>
                    <a:pt x="112230" y="71603"/>
                  </a:lnTo>
                  <a:lnTo>
                    <a:pt x="115737" y="71313"/>
                  </a:lnTo>
                  <a:lnTo>
                    <a:pt x="119244" y="71023"/>
                  </a:lnTo>
                  <a:lnTo>
                    <a:pt x="122752" y="70732"/>
                  </a:lnTo>
                  <a:lnTo>
                    <a:pt x="126259" y="70441"/>
                  </a:lnTo>
                  <a:lnTo>
                    <a:pt x="129766" y="70149"/>
                  </a:lnTo>
                  <a:lnTo>
                    <a:pt x="133273" y="69857"/>
                  </a:lnTo>
                  <a:lnTo>
                    <a:pt x="136781" y="69564"/>
                  </a:lnTo>
                  <a:lnTo>
                    <a:pt x="140288" y="69271"/>
                  </a:lnTo>
                  <a:lnTo>
                    <a:pt x="143795" y="68976"/>
                  </a:lnTo>
                  <a:lnTo>
                    <a:pt x="147302" y="68682"/>
                  </a:lnTo>
                  <a:lnTo>
                    <a:pt x="150809" y="68387"/>
                  </a:lnTo>
                  <a:lnTo>
                    <a:pt x="154317" y="68091"/>
                  </a:lnTo>
                  <a:lnTo>
                    <a:pt x="157824" y="67795"/>
                  </a:lnTo>
                  <a:lnTo>
                    <a:pt x="161331" y="67498"/>
                  </a:lnTo>
                  <a:lnTo>
                    <a:pt x="164838" y="67200"/>
                  </a:lnTo>
                  <a:lnTo>
                    <a:pt x="168345" y="66902"/>
                  </a:lnTo>
                  <a:lnTo>
                    <a:pt x="171853" y="66604"/>
                  </a:lnTo>
                  <a:lnTo>
                    <a:pt x="175360" y="66304"/>
                  </a:lnTo>
                  <a:lnTo>
                    <a:pt x="178867" y="66005"/>
                  </a:lnTo>
                  <a:lnTo>
                    <a:pt x="182374" y="65704"/>
                  </a:lnTo>
                  <a:lnTo>
                    <a:pt x="185881" y="65404"/>
                  </a:lnTo>
                  <a:lnTo>
                    <a:pt x="189389" y="65102"/>
                  </a:lnTo>
                  <a:lnTo>
                    <a:pt x="192896" y="64800"/>
                  </a:lnTo>
                  <a:lnTo>
                    <a:pt x="196403" y="64498"/>
                  </a:lnTo>
                  <a:lnTo>
                    <a:pt x="199910" y="64195"/>
                  </a:lnTo>
                  <a:lnTo>
                    <a:pt x="203417" y="63891"/>
                  </a:lnTo>
                  <a:lnTo>
                    <a:pt x="206925" y="63587"/>
                  </a:lnTo>
                  <a:lnTo>
                    <a:pt x="210432" y="63282"/>
                  </a:lnTo>
                  <a:lnTo>
                    <a:pt x="213939" y="62977"/>
                  </a:lnTo>
                  <a:lnTo>
                    <a:pt x="217446" y="62671"/>
                  </a:lnTo>
                  <a:lnTo>
                    <a:pt x="220953" y="62364"/>
                  </a:lnTo>
                  <a:lnTo>
                    <a:pt x="224461" y="62057"/>
                  </a:lnTo>
                  <a:lnTo>
                    <a:pt x="227968" y="61749"/>
                  </a:lnTo>
                  <a:lnTo>
                    <a:pt x="231475" y="61441"/>
                  </a:lnTo>
                  <a:lnTo>
                    <a:pt x="234982" y="61132"/>
                  </a:lnTo>
                  <a:lnTo>
                    <a:pt x="238489" y="60823"/>
                  </a:lnTo>
                  <a:lnTo>
                    <a:pt x="241997" y="60513"/>
                  </a:lnTo>
                  <a:lnTo>
                    <a:pt x="245504" y="60203"/>
                  </a:lnTo>
                  <a:lnTo>
                    <a:pt x="249011" y="59892"/>
                  </a:lnTo>
                  <a:lnTo>
                    <a:pt x="252518" y="59580"/>
                  </a:lnTo>
                  <a:lnTo>
                    <a:pt x="256026" y="59268"/>
                  </a:lnTo>
                  <a:lnTo>
                    <a:pt x="259533" y="58955"/>
                  </a:lnTo>
                  <a:lnTo>
                    <a:pt x="263040" y="58642"/>
                  </a:lnTo>
                  <a:lnTo>
                    <a:pt x="266547" y="58328"/>
                  </a:lnTo>
                  <a:lnTo>
                    <a:pt x="270054" y="58014"/>
                  </a:lnTo>
                  <a:lnTo>
                    <a:pt x="273562" y="57699"/>
                  </a:lnTo>
                  <a:lnTo>
                    <a:pt x="277069" y="57383"/>
                  </a:lnTo>
                  <a:lnTo>
                    <a:pt x="280576" y="57067"/>
                  </a:lnTo>
                  <a:lnTo>
                    <a:pt x="284083" y="56751"/>
                  </a:lnTo>
                  <a:lnTo>
                    <a:pt x="287590" y="56433"/>
                  </a:lnTo>
                  <a:lnTo>
                    <a:pt x="291098" y="56116"/>
                  </a:lnTo>
                  <a:lnTo>
                    <a:pt x="294605" y="55797"/>
                  </a:lnTo>
                  <a:lnTo>
                    <a:pt x="298112" y="55478"/>
                  </a:lnTo>
                  <a:lnTo>
                    <a:pt x="301619" y="55159"/>
                  </a:lnTo>
                  <a:lnTo>
                    <a:pt x="305126" y="54839"/>
                  </a:lnTo>
                  <a:lnTo>
                    <a:pt x="308634" y="54518"/>
                  </a:lnTo>
                  <a:lnTo>
                    <a:pt x="312141" y="54197"/>
                  </a:lnTo>
                  <a:lnTo>
                    <a:pt x="315648" y="53875"/>
                  </a:lnTo>
                  <a:lnTo>
                    <a:pt x="319155" y="53553"/>
                  </a:lnTo>
                  <a:lnTo>
                    <a:pt x="322662" y="53230"/>
                  </a:lnTo>
                  <a:lnTo>
                    <a:pt x="326170" y="52907"/>
                  </a:lnTo>
                  <a:lnTo>
                    <a:pt x="329677" y="52583"/>
                  </a:lnTo>
                  <a:lnTo>
                    <a:pt x="333184" y="52258"/>
                  </a:lnTo>
                  <a:lnTo>
                    <a:pt x="336691" y="51933"/>
                  </a:lnTo>
                  <a:lnTo>
                    <a:pt x="340198" y="51608"/>
                  </a:lnTo>
                  <a:lnTo>
                    <a:pt x="343706" y="51281"/>
                  </a:lnTo>
                  <a:lnTo>
                    <a:pt x="347213" y="50955"/>
                  </a:lnTo>
                  <a:lnTo>
                    <a:pt x="350720" y="50627"/>
                  </a:lnTo>
                  <a:lnTo>
                    <a:pt x="354227" y="50299"/>
                  </a:lnTo>
                  <a:lnTo>
                    <a:pt x="357734" y="49971"/>
                  </a:lnTo>
                  <a:lnTo>
                    <a:pt x="361242" y="49642"/>
                  </a:lnTo>
                  <a:lnTo>
                    <a:pt x="364749" y="49312"/>
                  </a:lnTo>
                  <a:lnTo>
                    <a:pt x="368256" y="48982"/>
                  </a:lnTo>
                  <a:lnTo>
                    <a:pt x="371763" y="48652"/>
                  </a:lnTo>
                  <a:lnTo>
                    <a:pt x="375271" y="48320"/>
                  </a:lnTo>
                  <a:lnTo>
                    <a:pt x="378778" y="47989"/>
                  </a:lnTo>
                  <a:lnTo>
                    <a:pt x="382285" y="47656"/>
                  </a:lnTo>
                  <a:lnTo>
                    <a:pt x="385792" y="47323"/>
                  </a:lnTo>
                  <a:lnTo>
                    <a:pt x="389299" y="46990"/>
                  </a:lnTo>
                  <a:lnTo>
                    <a:pt x="392807" y="46656"/>
                  </a:lnTo>
                  <a:lnTo>
                    <a:pt x="396314" y="46321"/>
                  </a:lnTo>
                  <a:lnTo>
                    <a:pt x="399821" y="45986"/>
                  </a:lnTo>
                  <a:lnTo>
                    <a:pt x="403328" y="45650"/>
                  </a:lnTo>
                  <a:lnTo>
                    <a:pt x="406835" y="45314"/>
                  </a:lnTo>
                  <a:lnTo>
                    <a:pt x="410343" y="44977"/>
                  </a:lnTo>
                  <a:lnTo>
                    <a:pt x="413850" y="44640"/>
                  </a:lnTo>
                  <a:lnTo>
                    <a:pt x="417357" y="44302"/>
                  </a:lnTo>
                  <a:lnTo>
                    <a:pt x="420864" y="43964"/>
                  </a:lnTo>
                  <a:lnTo>
                    <a:pt x="424371" y="43625"/>
                  </a:lnTo>
                  <a:lnTo>
                    <a:pt x="427879" y="43285"/>
                  </a:lnTo>
                  <a:lnTo>
                    <a:pt x="431386" y="42945"/>
                  </a:lnTo>
                  <a:lnTo>
                    <a:pt x="434893" y="42605"/>
                  </a:lnTo>
                  <a:lnTo>
                    <a:pt x="438400" y="42263"/>
                  </a:lnTo>
                  <a:lnTo>
                    <a:pt x="441907" y="41922"/>
                  </a:lnTo>
                  <a:lnTo>
                    <a:pt x="445415" y="41580"/>
                  </a:lnTo>
                  <a:lnTo>
                    <a:pt x="448922" y="41237"/>
                  </a:lnTo>
                  <a:lnTo>
                    <a:pt x="452429" y="40893"/>
                  </a:lnTo>
                  <a:lnTo>
                    <a:pt x="455936" y="40549"/>
                  </a:lnTo>
                  <a:lnTo>
                    <a:pt x="459443" y="40205"/>
                  </a:lnTo>
                  <a:lnTo>
                    <a:pt x="462951" y="39860"/>
                  </a:lnTo>
                  <a:lnTo>
                    <a:pt x="466458" y="39515"/>
                  </a:lnTo>
                  <a:lnTo>
                    <a:pt x="469965" y="39168"/>
                  </a:lnTo>
                  <a:lnTo>
                    <a:pt x="473472" y="38822"/>
                  </a:lnTo>
                  <a:lnTo>
                    <a:pt x="476979" y="38475"/>
                  </a:lnTo>
                  <a:lnTo>
                    <a:pt x="480487" y="38127"/>
                  </a:lnTo>
                  <a:lnTo>
                    <a:pt x="483994" y="37779"/>
                  </a:lnTo>
                  <a:lnTo>
                    <a:pt x="487501" y="37430"/>
                  </a:lnTo>
                  <a:lnTo>
                    <a:pt x="491008" y="37081"/>
                  </a:lnTo>
                  <a:lnTo>
                    <a:pt x="494516" y="36731"/>
                  </a:lnTo>
                  <a:lnTo>
                    <a:pt x="498023" y="36380"/>
                  </a:lnTo>
                  <a:lnTo>
                    <a:pt x="501530" y="36030"/>
                  </a:lnTo>
                  <a:lnTo>
                    <a:pt x="505037" y="35678"/>
                  </a:lnTo>
                  <a:lnTo>
                    <a:pt x="508544" y="35326"/>
                  </a:lnTo>
                  <a:lnTo>
                    <a:pt x="512052" y="34974"/>
                  </a:lnTo>
                  <a:lnTo>
                    <a:pt x="515559" y="34621"/>
                  </a:lnTo>
                  <a:lnTo>
                    <a:pt x="519066" y="34267"/>
                  </a:lnTo>
                  <a:lnTo>
                    <a:pt x="522573" y="33913"/>
                  </a:lnTo>
                  <a:lnTo>
                    <a:pt x="526080" y="33558"/>
                  </a:lnTo>
                  <a:lnTo>
                    <a:pt x="529588" y="33203"/>
                  </a:lnTo>
                  <a:lnTo>
                    <a:pt x="533095" y="32847"/>
                  </a:lnTo>
                  <a:lnTo>
                    <a:pt x="536602" y="32491"/>
                  </a:lnTo>
                  <a:lnTo>
                    <a:pt x="540109" y="32134"/>
                  </a:lnTo>
                  <a:lnTo>
                    <a:pt x="543616" y="31777"/>
                  </a:lnTo>
                  <a:lnTo>
                    <a:pt x="547124" y="31419"/>
                  </a:lnTo>
                  <a:lnTo>
                    <a:pt x="550631" y="31061"/>
                  </a:lnTo>
                  <a:lnTo>
                    <a:pt x="554138" y="30702"/>
                  </a:lnTo>
                  <a:lnTo>
                    <a:pt x="557645" y="30343"/>
                  </a:lnTo>
                  <a:lnTo>
                    <a:pt x="561152" y="29983"/>
                  </a:lnTo>
                  <a:lnTo>
                    <a:pt x="564660" y="29622"/>
                  </a:lnTo>
                  <a:lnTo>
                    <a:pt x="568167" y="29261"/>
                  </a:lnTo>
                  <a:lnTo>
                    <a:pt x="571674" y="28900"/>
                  </a:lnTo>
                  <a:lnTo>
                    <a:pt x="575181" y="28538"/>
                  </a:lnTo>
                  <a:lnTo>
                    <a:pt x="578688" y="28175"/>
                  </a:lnTo>
                  <a:lnTo>
                    <a:pt x="582196" y="27812"/>
                  </a:lnTo>
                  <a:lnTo>
                    <a:pt x="585703" y="27449"/>
                  </a:lnTo>
                  <a:lnTo>
                    <a:pt x="589210" y="27085"/>
                  </a:lnTo>
                  <a:lnTo>
                    <a:pt x="592717" y="26720"/>
                  </a:lnTo>
                  <a:lnTo>
                    <a:pt x="596224" y="26355"/>
                  </a:lnTo>
                  <a:lnTo>
                    <a:pt x="599732" y="25990"/>
                  </a:lnTo>
                  <a:lnTo>
                    <a:pt x="603239" y="25624"/>
                  </a:lnTo>
                  <a:lnTo>
                    <a:pt x="606746" y="25257"/>
                  </a:lnTo>
                  <a:lnTo>
                    <a:pt x="610253" y="24890"/>
                  </a:lnTo>
                  <a:lnTo>
                    <a:pt x="613761" y="24522"/>
                  </a:lnTo>
                  <a:lnTo>
                    <a:pt x="617268" y="24154"/>
                  </a:lnTo>
                  <a:lnTo>
                    <a:pt x="620775" y="23786"/>
                  </a:lnTo>
                  <a:lnTo>
                    <a:pt x="624282" y="23416"/>
                  </a:lnTo>
                  <a:lnTo>
                    <a:pt x="627789" y="23047"/>
                  </a:lnTo>
                  <a:lnTo>
                    <a:pt x="631297" y="22677"/>
                  </a:lnTo>
                  <a:lnTo>
                    <a:pt x="634804" y="22306"/>
                  </a:lnTo>
                  <a:lnTo>
                    <a:pt x="638311" y="21935"/>
                  </a:lnTo>
                  <a:lnTo>
                    <a:pt x="641818" y="21563"/>
                  </a:lnTo>
                  <a:lnTo>
                    <a:pt x="645325" y="21191"/>
                  </a:lnTo>
                  <a:lnTo>
                    <a:pt x="648833" y="20819"/>
                  </a:lnTo>
                  <a:lnTo>
                    <a:pt x="652340" y="20446"/>
                  </a:lnTo>
                  <a:lnTo>
                    <a:pt x="655847" y="20072"/>
                  </a:lnTo>
                  <a:lnTo>
                    <a:pt x="659354" y="19698"/>
                  </a:lnTo>
                  <a:lnTo>
                    <a:pt x="662861" y="19323"/>
                  </a:lnTo>
                  <a:lnTo>
                    <a:pt x="666369" y="18948"/>
                  </a:lnTo>
                  <a:lnTo>
                    <a:pt x="669876" y="18573"/>
                  </a:lnTo>
                  <a:lnTo>
                    <a:pt x="673383" y="18197"/>
                  </a:lnTo>
                  <a:lnTo>
                    <a:pt x="676890" y="17820"/>
                  </a:lnTo>
                  <a:lnTo>
                    <a:pt x="680397" y="17443"/>
                  </a:lnTo>
                  <a:lnTo>
                    <a:pt x="683905" y="17066"/>
                  </a:lnTo>
                  <a:lnTo>
                    <a:pt x="687412" y="16688"/>
                  </a:lnTo>
                  <a:lnTo>
                    <a:pt x="690919" y="16309"/>
                  </a:lnTo>
                  <a:lnTo>
                    <a:pt x="694426" y="15930"/>
                  </a:lnTo>
                  <a:lnTo>
                    <a:pt x="697933" y="15551"/>
                  </a:lnTo>
                  <a:lnTo>
                    <a:pt x="701441" y="15171"/>
                  </a:lnTo>
                  <a:lnTo>
                    <a:pt x="704948" y="14791"/>
                  </a:lnTo>
                  <a:lnTo>
                    <a:pt x="708455" y="14410"/>
                  </a:lnTo>
                  <a:lnTo>
                    <a:pt x="711962" y="14028"/>
                  </a:lnTo>
                  <a:lnTo>
                    <a:pt x="715469" y="13647"/>
                  </a:lnTo>
                  <a:lnTo>
                    <a:pt x="718977" y="13264"/>
                  </a:lnTo>
                  <a:lnTo>
                    <a:pt x="722484" y="12882"/>
                  </a:lnTo>
                  <a:lnTo>
                    <a:pt x="725991" y="12499"/>
                  </a:lnTo>
                  <a:lnTo>
                    <a:pt x="729498" y="12115"/>
                  </a:lnTo>
                  <a:lnTo>
                    <a:pt x="733006" y="11731"/>
                  </a:lnTo>
                  <a:lnTo>
                    <a:pt x="736513" y="11346"/>
                  </a:lnTo>
                  <a:lnTo>
                    <a:pt x="740020" y="10961"/>
                  </a:lnTo>
                  <a:lnTo>
                    <a:pt x="743527" y="10576"/>
                  </a:lnTo>
                  <a:lnTo>
                    <a:pt x="747034" y="10190"/>
                  </a:lnTo>
                  <a:lnTo>
                    <a:pt x="750542" y="9803"/>
                  </a:lnTo>
                  <a:lnTo>
                    <a:pt x="754049" y="9417"/>
                  </a:lnTo>
                  <a:lnTo>
                    <a:pt x="757556" y="9029"/>
                  </a:lnTo>
                  <a:lnTo>
                    <a:pt x="761063" y="8641"/>
                  </a:lnTo>
                  <a:lnTo>
                    <a:pt x="764570" y="8253"/>
                  </a:lnTo>
                  <a:lnTo>
                    <a:pt x="768078" y="7865"/>
                  </a:lnTo>
                  <a:lnTo>
                    <a:pt x="771585" y="7475"/>
                  </a:lnTo>
                  <a:lnTo>
                    <a:pt x="775092" y="7086"/>
                  </a:lnTo>
                  <a:lnTo>
                    <a:pt x="778599" y="6696"/>
                  </a:lnTo>
                  <a:lnTo>
                    <a:pt x="782106" y="6305"/>
                  </a:lnTo>
                  <a:lnTo>
                    <a:pt x="785614" y="5915"/>
                  </a:lnTo>
                  <a:lnTo>
                    <a:pt x="789121" y="5523"/>
                  </a:lnTo>
                  <a:lnTo>
                    <a:pt x="792628" y="5132"/>
                  </a:lnTo>
                  <a:lnTo>
                    <a:pt x="796135" y="4739"/>
                  </a:lnTo>
                  <a:lnTo>
                    <a:pt x="799642" y="4347"/>
                  </a:lnTo>
                  <a:lnTo>
                    <a:pt x="803150" y="3954"/>
                  </a:lnTo>
                  <a:lnTo>
                    <a:pt x="806657" y="3560"/>
                  </a:lnTo>
                  <a:lnTo>
                    <a:pt x="810164" y="3166"/>
                  </a:lnTo>
                  <a:lnTo>
                    <a:pt x="813671" y="2772"/>
                  </a:lnTo>
                  <a:lnTo>
                    <a:pt x="817178" y="2377"/>
                  </a:lnTo>
                  <a:lnTo>
                    <a:pt x="820686" y="1982"/>
                  </a:lnTo>
                  <a:lnTo>
                    <a:pt x="824193" y="1586"/>
                  </a:lnTo>
                  <a:lnTo>
                    <a:pt x="827700" y="1190"/>
                  </a:lnTo>
                  <a:lnTo>
                    <a:pt x="831207" y="794"/>
                  </a:lnTo>
                  <a:lnTo>
                    <a:pt x="834714" y="397"/>
                  </a:lnTo>
                  <a:lnTo>
                    <a:pt x="838222" y="0"/>
                  </a:lnTo>
                </a:path>
              </a:pathLst>
            </a:custGeom>
            <a:ln w="28456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544045" y="3225442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4544045" y="3639043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4585957" y="4053007"/>
              <a:ext cx="838222" cy="226126"/>
            </a:xfrm>
            <a:custGeom>
              <a:avLst/>
              <a:pathLst>
                <a:path w="838222" h="226126">
                  <a:moveTo>
                    <a:pt x="0" y="121075"/>
                  </a:moveTo>
                  <a:lnTo>
                    <a:pt x="3507" y="121282"/>
                  </a:lnTo>
                  <a:lnTo>
                    <a:pt x="7014" y="121505"/>
                  </a:lnTo>
                  <a:lnTo>
                    <a:pt x="10521" y="121759"/>
                  </a:lnTo>
                  <a:lnTo>
                    <a:pt x="14028" y="121949"/>
                  </a:lnTo>
                  <a:lnTo>
                    <a:pt x="17536" y="122171"/>
                  </a:lnTo>
                  <a:lnTo>
                    <a:pt x="21043" y="122407"/>
                  </a:lnTo>
                  <a:lnTo>
                    <a:pt x="24550" y="122654"/>
                  </a:lnTo>
                  <a:lnTo>
                    <a:pt x="28057" y="123023"/>
                  </a:lnTo>
                  <a:lnTo>
                    <a:pt x="31564" y="123213"/>
                  </a:lnTo>
                  <a:lnTo>
                    <a:pt x="35072" y="123394"/>
                  </a:lnTo>
                  <a:lnTo>
                    <a:pt x="38579" y="123639"/>
                  </a:lnTo>
                  <a:lnTo>
                    <a:pt x="42086" y="123877"/>
                  </a:lnTo>
                  <a:lnTo>
                    <a:pt x="45593" y="124156"/>
                  </a:lnTo>
                  <a:lnTo>
                    <a:pt x="49100" y="124408"/>
                  </a:lnTo>
                  <a:lnTo>
                    <a:pt x="52608" y="124710"/>
                  </a:lnTo>
                  <a:lnTo>
                    <a:pt x="56115" y="124987"/>
                  </a:lnTo>
                  <a:lnTo>
                    <a:pt x="59622" y="125263"/>
                  </a:lnTo>
                  <a:lnTo>
                    <a:pt x="63129" y="125540"/>
                  </a:lnTo>
                  <a:lnTo>
                    <a:pt x="66636" y="125816"/>
                  </a:lnTo>
                  <a:lnTo>
                    <a:pt x="70144" y="126096"/>
                  </a:lnTo>
                  <a:lnTo>
                    <a:pt x="73651" y="126395"/>
                  </a:lnTo>
                  <a:lnTo>
                    <a:pt x="77158" y="126793"/>
                  </a:lnTo>
                  <a:lnTo>
                    <a:pt x="80665" y="127145"/>
                  </a:lnTo>
                  <a:lnTo>
                    <a:pt x="84172" y="127328"/>
                  </a:lnTo>
                  <a:lnTo>
                    <a:pt x="87680" y="127480"/>
                  </a:lnTo>
                  <a:lnTo>
                    <a:pt x="91187" y="127688"/>
                  </a:lnTo>
                  <a:lnTo>
                    <a:pt x="94694" y="127872"/>
                  </a:lnTo>
                  <a:lnTo>
                    <a:pt x="98201" y="128051"/>
                  </a:lnTo>
                  <a:lnTo>
                    <a:pt x="101708" y="128231"/>
                  </a:lnTo>
                  <a:lnTo>
                    <a:pt x="105216" y="128410"/>
                  </a:lnTo>
                  <a:lnTo>
                    <a:pt x="108723" y="128578"/>
                  </a:lnTo>
                  <a:lnTo>
                    <a:pt x="112230" y="128769"/>
                  </a:lnTo>
                  <a:lnTo>
                    <a:pt x="115737" y="128902"/>
                  </a:lnTo>
                  <a:lnTo>
                    <a:pt x="119244" y="129060"/>
                  </a:lnTo>
                  <a:lnTo>
                    <a:pt x="122752" y="129243"/>
                  </a:lnTo>
                  <a:lnTo>
                    <a:pt x="126259" y="129381"/>
                  </a:lnTo>
                  <a:lnTo>
                    <a:pt x="129766" y="129540"/>
                  </a:lnTo>
                  <a:lnTo>
                    <a:pt x="133273" y="129699"/>
                  </a:lnTo>
                  <a:lnTo>
                    <a:pt x="136781" y="129909"/>
                  </a:lnTo>
                  <a:lnTo>
                    <a:pt x="140288" y="130206"/>
                  </a:lnTo>
                  <a:lnTo>
                    <a:pt x="143795" y="130542"/>
                  </a:lnTo>
                  <a:lnTo>
                    <a:pt x="147302" y="130930"/>
                  </a:lnTo>
                  <a:lnTo>
                    <a:pt x="150809" y="131024"/>
                  </a:lnTo>
                  <a:lnTo>
                    <a:pt x="154317" y="131246"/>
                  </a:lnTo>
                  <a:lnTo>
                    <a:pt x="157824" y="131428"/>
                  </a:lnTo>
                  <a:lnTo>
                    <a:pt x="161331" y="131716"/>
                  </a:lnTo>
                  <a:lnTo>
                    <a:pt x="164838" y="131833"/>
                  </a:lnTo>
                  <a:lnTo>
                    <a:pt x="168345" y="132006"/>
                  </a:lnTo>
                  <a:lnTo>
                    <a:pt x="171853" y="132180"/>
                  </a:lnTo>
                  <a:lnTo>
                    <a:pt x="175360" y="132333"/>
                  </a:lnTo>
                  <a:lnTo>
                    <a:pt x="178867" y="132530"/>
                  </a:lnTo>
                  <a:lnTo>
                    <a:pt x="182374" y="132946"/>
                  </a:lnTo>
                  <a:lnTo>
                    <a:pt x="185881" y="133298"/>
                  </a:lnTo>
                  <a:lnTo>
                    <a:pt x="189389" y="133398"/>
                  </a:lnTo>
                  <a:lnTo>
                    <a:pt x="192896" y="133530"/>
                  </a:lnTo>
                  <a:lnTo>
                    <a:pt x="196403" y="133773"/>
                  </a:lnTo>
                  <a:lnTo>
                    <a:pt x="199910" y="133904"/>
                  </a:lnTo>
                  <a:lnTo>
                    <a:pt x="203417" y="134129"/>
                  </a:lnTo>
                  <a:lnTo>
                    <a:pt x="206925" y="134286"/>
                  </a:lnTo>
                  <a:lnTo>
                    <a:pt x="210432" y="134461"/>
                  </a:lnTo>
                  <a:lnTo>
                    <a:pt x="213939" y="134496"/>
                  </a:lnTo>
                  <a:lnTo>
                    <a:pt x="217446" y="134626"/>
                  </a:lnTo>
                  <a:lnTo>
                    <a:pt x="220953" y="134828"/>
                  </a:lnTo>
                  <a:lnTo>
                    <a:pt x="224461" y="134964"/>
                  </a:lnTo>
                  <a:lnTo>
                    <a:pt x="227968" y="135090"/>
                  </a:lnTo>
                  <a:lnTo>
                    <a:pt x="231475" y="135215"/>
                  </a:lnTo>
                  <a:lnTo>
                    <a:pt x="234982" y="135423"/>
                  </a:lnTo>
                  <a:lnTo>
                    <a:pt x="238489" y="135532"/>
                  </a:lnTo>
                  <a:lnTo>
                    <a:pt x="241997" y="135830"/>
                  </a:lnTo>
                  <a:lnTo>
                    <a:pt x="245504" y="135978"/>
                  </a:lnTo>
                  <a:lnTo>
                    <a:pt x="249011" y="135995"/>
                  </a:lnTo>
                  <a:lnTo>
                    <a:pt x="252518" y="136039"/>
                  </a:lnTo>
                  <a:lnTo>
                    <a:pt x="256026" y="136205"/>
                  </a:lnTo>
                  <a:lnTo>
                    <a:pt x="259533" y="136463"/>
                  </a:lnTo>
                  <a:lnTo>
                    <a:pt x="263040" y="136715"/>
                  </a:lnTo>
                  <a:lnTo>
                    <a:pt x="266547" y="136788"/>
                  </a:lnTo>
                  <a:lnTo>
                    <a:pt x="270054" y="136980"/>
                  </a:lnTo>
                  <a:lnTo>
                    <a:pt x="273562" y="137089"/>
                  </a:lnTo>
                  <a:lnTo>
                    <a:pt x="277069" y="137200"/>
                  </a:lnTo>
                  <a:lnTo>
                    <a:pt x="280576" y="137299"/>
                  </a:lnTo>
                  <a:lnTo>
                    <a:pt x="284083" y="137329"/>
                  </a:lnTo>
                  <a:lnTo>
                    <a:pt x="287590" y="137301"/>
                  </a:lnTo>
                  <a:lnTo>
                    <a:pt x="291098" y="137255"/>
                  </a:lnTo>
                  <a:lnTo>
                    <a:pt x="294605" y="137286"/>
                  </a:lnTo>
                  <a:lnTo>
                    <a:pt x="298112" y="137225"/>
                  </a:lnTo>
                  <a:lnTo>
                    <a:pt x="301619" y="137319"/>
                  </a:lnTo>
                  <a:lnTo>
                    <a:pt x="305126" y="137281"/>
                  </a:lnTo>
                  <a:lnTo>
                    <a:pt x="308634" y="137291"/>
                  </a:lnTo>
                  <a:lnTo>
                    <a:pt x="312141" y="137195"/>
                  </a:lnTo>
                  <a:lnTo>
                    <a:pt x="315648" y="136986"/>
                  </a:lnTo>
                  <a:lnTo>
                    <a:pt x="319155" y="136873"/>
                  </a:lnTo>
                  <a:lnTo>
                    <a:pt x="322662" y="136715"/>
                  </a:lnTo>
                  <a:lnTo>
                    <a:pt x="326170" y="136593"/>
                  </a:lnTo>
                  <a:lnTo>
                    <a:pt x="329677" y="136469"/>
                  </a:lnTo>
                  <a:lnTo>
                    <a:pt x="333184" y="136273"/>
                  </a:lnTo>
                  <a:lnTo>
                    <a:pt x="336691" y="135834"/>
                  </a:lnTo>
                  <a:lnTo>
                    <a:pt x="340198" y="135448"/>
                  </a:lnTo>
                  <a:lnTo>
                    <a:pt x="343706" y="135233"/>
                  </a:lnTo>
                  <a:lnTo>
                    <a:pt x="347213" y="134792"/>
                  </a:lnTo>
                  <a:lnTo>
                    <a:pt x="350720" y="134420"/>
                  </a:lnTo>
                  <a:lnTo>
                    <a:pt x="354227" y="133985"/>
                  </a:lnTo>
                  <a:lnTo>
                    <a:pt x="357734" y="133532"/>
                  </a:lnTo>
                  <a:lnTo>
                    <a:pt x="361242" y="133331"/>
                  </a:lnTo>
                  <a:lnTo>
                    <a:pt x="364749" y="132923"/>
                  </a:lnTo>
                  <a:lnTo>
                    <a:pt x="368256" y="132486"/>
                  </a:lnTo>
                  <a:lnTo>
                    <a:pt x="371763" y="131823"/>
                  </a:lnTo>
                  <a:lnTo>
                    <a:pt x="375271" y="131329"/>
                  </a:lnTo>
                  <a:lnTo>
                    <a:pt x="378778" y="130789"/>
                  </a:lnTo>
                  <a:lnTo>
                    <a:pt x="382285" y="130126"/>
                  </a:lnTo>
                  <a:lnTo>
                    <a:pt x="385792" y="129551"/>
                  </a:lnTo>
                  <a:lnTo>
                    <a:pt x="389299" y="128927"/>
                  </a:lnTo>
                  <a:lnTo>
                    <a:pt x="392807" y="128292"/>
                  </a:lnTo>
                  <a:lnTo>
                    <a:pt x="396314" y="127684"/>
                  </a:lnTo>
                  <a:lnTo>
                    <a:pt x="399821" y="126955"/>
                  </a:lnTo>
                  <a:lnTo>
                    <a:pt x="403328" y="126261"/>
                  </a:lnTo>
                  <a:lnTo>
                    <a:pt x="406835" y="125617"/>
                  </a:lnTo>
                  <a:lnTo>
                    <a:pt x="410343" y="124964"/>
                  </a:lnTo>
                  <a:lnTo>
                    <a:pt x="413850" y="124362"/>
                  </a:lnTo>
                  <a:lnTo>
                    <a:pt x="417357" y="123616"/>
                  </a:lnTo>
                  <a:lnTo>
                    <a:pt x="420864" y="122857"/>
                  </a:lnTo>
                  <a:lnTo>
                    <a:pt x="424371" y="122026"/>
                  </a:lnTo>
                  <a:lnTo>
                    <a:pt x="427879" y="121180"/>
                  </a:lnTo>
                  <a:lnTo>
                    <a:pt x="431386" y="120484"/>
                  </a:lnTo>
                  <a:lnTo>
                    <a:pt x="434893" y="119692"/>
                  </a:lnTo>
                  <a:lnTo>
                    <a:pt x="438400" y="118813"/>
                  </a:lnTo>
                  <a:lnTo>
                    <a:pt x="441907" y="117982"/>
                  </a:lnTo>
                  <a:lnTo>
                    <a:pt x="445415" y="117075"/>
                  </a:lnTo>
                  <a:lnTo>
                    <a:pt x="448922" y="116218"/>
                  </a:lnTo>
                  <a:lnTo>
                    <a:pt x="452429" y="115327"/>
                  </a:lnTo>
                  <a:lnTo>
                    <a:pt x="455936" y="114339"/>
                  </a:lnTo>
                  <a:lnTo>
                    <a:pt x="459443" y="113528"/>
                  </a:lnTo>
                  <a:lnTo>
                    <a:pt x="462951" y="112777"/>
                  </a:lnTo>
                  <a:lnTo>
                    <a:pt x="466458" y="112070"/>
                  </a:lnTo>
                  <a:lnTo>
                    <a:pt x="469965" y="111074"/>
                  </a:lnTo>
                  <a:lnTo>
                    <a:pt x="473472" y="110365"/>
                  </a:lnTo>
                  <a:lnTo>
                    <a:pt x="476979" y="109646"/>
                  </a:lnTo>
                  <a:lnTo>
                    <a:pt x="480487" y="108819"/>
                  </a:lnTo>
                  <a:lnTo>
                    <a:pt x="483994" y="107795"/>
                  </a:lnTo>
                  <a:lnTo>
                    <a:pt x="487501" y="106781"/>
                  </a:lnTo>
                  <a:lnTo>
                    <a:pt x="491008" y="105814"/>
                  </a:lnTo>
                  <a:lnTo>
                    <a:pt x="494516" y="104937"/>
                  </a:lnTo>
                  <a:lnTo>
                    <a:pt x="498023" y="104036"/>
                  </a:lnTo>
                  <a:lnTo>
                    <a:pt x="501530" y="103020"/>
                  </a:lnTo>
                  <a:lnTo>
                    <a:pt x="505037" y="102113"/>
                  </a:lnTo>
                  <a:lnTo>
                    <a:pt x="508544" y="101179"/>
                  </a:lnTo>
                  <a:lnTo>
                    <a:pt x="512052" y="100154"/>
                  </a:lnTo>
                  <a:lnTo>
                    <a:pt x="515559" y="99071"/>
                  </a:lnTo>
                  <a:lnTo>
                    <a:pt x="519066" y="98215"/>
                  </a:lnTo>
                  <a:lnTo>
                    <a:pt x="522573" y="97388"/>
                  </a:lnTo>
                  <a:lnTo>
                    <a:pt x="526080" y="96556"/>
                  </a:lnTo>
                  <a:lnTo>
                    <a:pt x="529588" y="95723"/>
                  </a:lnTo>
                  <a:lnTo>
                    <a:pt x="533095" y="94892"/>
                  </a:lnTo>
                  <a:lnTo>
                    <a:pt x="536602" y="93771"/>
                  </a:lnTo>
                  <a:lnTo>
                    <a:pt x="540109" y="92906"/>
                  </a:lnTo>
                  <a:lnTo>
                    <a:pt x="543616" y="91949"/>
                  </a:lnTo>
                  <a:lnTo>
                    <a:pt x="547124" y="91212"/>
                  </a:lnTo>
                  <a:lnTo>
                    <a:pt x="550631" y="90262"/>
                  </a:lnTo>
                  <a:lnTo>
                    <a:pt x="554138" y="89196"/>
                  </a:lnTo>
                  <a:lnTo>
                    <a:pt x="557645" y="88075"/>
                  </a:lnTo>
                  <a:lnTo>
                    <a:pt x="561152" y="86752"/>
                  </a:lnTo>
                  <a:lnTo>
                    <a:pt x="564660" y="85792"/>
                  </a:lnTo>
                  <a:lnTo>
                    <a:pt x="568167" y="84829"/>
                  </a:lnTo>
                  <a:lnTo>
                    <a:pt x="571674" y="83849"/>
                  </a:lnTo>
                  <a:lnTo>
                    <a:pt x="575181" y="82942"/>
                  </a:lnTo>
                  <a:lnTo>
                    <a:pt x="578688" y="82036"/>
                  </a:lnTo>
                  <a:lnTo>
                    <a:pt x="582196" y="81128"/>
                  </a:lnTo>
                  <a:lnTo>
                    <a:pt x="585703" y="80081"/>
                  </a:lnTo>
                  <a:lnTo>
                    <a:pt x="589210" y="79084"/>
                  </a:lnTo>
                  <a:lnTo>
                    <a:pt x="592717" y="78065"/>
                  </a:lnTo>
                  <a:lnTo>
                    <a:pt x="596224" y="77084"/>
                  </a:lnTo>
                  <a:lnTo>
                    <a:pt x="599732" y="76059"/>
                  </a:lnTo>
                  <a:lnTo>
                    <a:pt x="603239" y="74921"/>
                  </a:lnTo>
                  <a:lnTo>
                    <a:pt x="606746" y="73967"/>
                  </a:lnTo>
                  <a:lnTo>
                    <a:pt x="610253" y="72979"/>
                  </a:lnTo>
                  <a:lnTo>
                    <a:pt x="613761" y="71912"/>
                  </a:lnTo>
                  <a:lnTo>
                    <a:pt x="617268" y="70868"/>
                  </a:lnTo>
                  <a:lnTo>
                    <a:pt x="620775" y="69904"/>
                  </a:lnTo>
                  <a:lnTo>
                    <a:pt x="624282" y="68838"/>
                  </a:lnTo>
                  <a:lnTo>
                    <a:pt x="627789" y="67687"/>
                  </a:lnTo>
                  <a:lnTo>
                    <a:pt x="631297" y="66541"/>
                  </a:lnTo>
                  <a:lnTo>
                    <a:pt x="634804" y="65459"/>
                  </a:lnTo>
                  <a:lnTo>
                    <a:pt x="638311" y="64375"/>
                  </a:lnTo>
                  <a:lnTo>
                    <a:pt x="641818" y="63309"/>
                  </a:lnTo>
                  <a:lnTo>
                    <a:pt x="645325" y="62180"/>
                  </a:lnTo>
                  <a:lnTo>
                    <a:pt x="648833" y="61011"/>
                  </a:lnTo>
                  <a:lnTo>
                    <a:pt x="652340" y="59842"/>
                  </a:lnTo>
                  <a:lnTo>
                    <a:pt x="655847" y="58673"/>
                  </a:lnTo>
                  <a:lnTo>
                    <a:pt x="659354" y="57568"/>
                  </a:lnTo>
                  <a:lnTo>
                    <a:pt x="662861" y="56506"/>
                  </a:lnTo>
                  <a:lnTo>
                    <a:pt x="666369" y="55459"/>
                  </a:lnTo>
                  <a:lnTo>
                    <a:pt x="669876" y="54407"/>
                  </a:lnTo>
                  <a:lnTo>
                    <a:pt x="673383" y="53353"/>
                  </a:lnTo>
                  <a:lnTo>
                    <a:pt x="676890" y="52297"/>
                  </a:lnTo>
                  <a:lnTo>
                    <a:pt x="680397" y="51239"/>
                  </a:lnTo>
                  <a:lnTo>
                    <a:pt x="683905" y="50147"/>
                  </a:lnTo>
                  <a:lnTo>
                    <a:pt x="687412" y="49041"/>
                  </a:lnTo>
                  <a:lnTo>
                    <a:pt x="690919" y="47958"/>
                  </a:lnTo>
                  <a:lnTo>
                    <a:pt x="694426" y="46983"/>
                  </a:lnTo>
                  <a:lnTo>
                    <a:pt x="697933" y="45893"/>
                  </a:lnTo>
                  <a:lnTo>
                    <a:pt x="701441" y="44767"/>
                  </a:lnTo>
                  <a:lnTo>
                    <a:pt x="704948" y="43641"/>
                  </a:lnTo>
                  <a:lnTo>
                    <a:pt x="708455" y="42582"/>
                  </a:lnTo>
                  <a:lnTo>
                    <a:pt x="711962" y="41563"/>
                  </a:lnTo>
                  <a:lnTo>
                    <a:pt x="715469" y="40531"/>
                  </a:lnTo>
                  <a:lnTo>
                    <a:pt x="718977" y="39335"/>
                  </a:lnTo>
                  <a:lnTo>
                    <a:pt x="722484" y="38099"/>
                  </a:lnTo>
                  <a:lnTo>
                    <a:pt x="725991" y="36979"/>
                  </a:lnTo>
                  <a:lnTo>
                    <a:pt x="729498" y="35869"/>
                  </a:lnTo>
                  <a:lnTo>
                    <a:pt x="733006" y="34680"/>
                  </a:lnTo>
                  <a:lnTo>
                    <a:pt x="736513" y="33489"/>
                  </a:lnTo>
                  <a:lnTo>
                    <a:pt x="740020" y="32296"/>
                  </a:lnTo>
                  <a:lnTo>
                    <a:pt x="743527" y="31113"/>
                  </a:lnTo>
                  <a:lnTo>
                    <a:pt x="747034" y="30030"/>
                  </a:lnTo>
                  <a:lnTo>
                    <a:pt x="750542" y="29048"/>
                  </a:lnTo>
                  <a:lnTo>
                    <a:pt x="754049" y="27995"/>
                  </a:lnTo>
                  <a:lnTo>
                    <a:pt x="757556" y="26921"/>
                  </a:lnTo>
                  <a:lnTo>
                    <a:pt x="761063" y="25812"/>
                  </a:lnTo>
                  <a:lnTo>
                    <a:pt x="764570" y="24574"/>
                  </a:lnTo>
                  <a:lnTo>
                    <a:pt x="768078" y="23354"/>
                  </a:lnTo>
                  <a:lnTo>
                    <a:pt x="771585" y="22288"/>
                  </a:lnTo>
                  <a:lnTo>
                    <a:pt x="775092" y="21183"/>
                  </a:lnTo>
                  <a:lnTo>
                    <a:pt x="778599" y="20009"/>
                  </a:lnTo>
                  <a:lnTo>
                    <a:pt x="782106" y="18833"/>
                  </a:lnTo>
                  <a:lnTo>
                    <a:pt x="785614" y="17655"/>
                  </a:lnTo>
                  <a:lnTo>
                    <a:pt x="789121" y="16424"/>
                  </a:lnTo>
                  <a:lnTo>
                    <a:pt x="792628" y="15154"/>
                  </a:lnTo>
                  <a:lnTo>
                    <a:pt x="796135" y="13948"/>
                  </a:lnTo>
                  <a:lnTo>
                    <a:pt x="799642" y="12791"/>
                  </a:lnTo>
                  <a:lnTo>
                    <a:pt x="803150" y="11635"/>
                  </a:lnTo>
                  <a:lnTo>
                    <a:pt x="806657" y="10478"/>
                  </a:lnTo>
                  <a:lnTo>
                    <a:pt x="810164" y="9320"/>
                  </a:lnTo>
                  <a:lnTo>
                    <a:pt x="813671" y="8119"/>
                  </a:lnTo>
                  <a:lnTo>
                    <a:pt x="817178" y="6953"/>
                  </a:lnTo>
                  <a:lnTo>
                    <a:pt x="820686" y="5771"/>
                  </a:lnTo>
                  <a:lnTo>
                    <a:pt x="824193" y="4572"/>
                  </a:lnTo>
                  <a:lnTo>
                    <a:pt x="827700" y="3379"/>
                  </a:lnTo>
                  <a:lnTo>
                    <a:pt x="831207" y="2338"/>
                  </a:lnTo>
                  <a:lnTo>
                    <a:pt x="834714" y="1169"/>
                  </a:lnTo>
                  <a:lnTo>
                    <a:pt x="838222" y="0"/>
                  </a:lnTo>
                  <a:lnTo>
                    <a:pt x="838222" y="183826"/>
                  </a:lnTo>
                  <a:lnTo>
                    <a:pt x="834714" y="183595"/>
                  </a:lnTo>
                  <a:lnTo>
                    <a:pt x="831207" y="183363"/>
                  </a:lnTo>
                  <a:lnTo>
                    <a:pt x="827700" y="183132"/>
                  </a:lnTo>
                  <a:lnTo>
                    <a:pt x="824193" y="182900"/>
                  </a:lnTo>
                  <a:lnTo>
                    <a:pt x="820686" y="182668"/>
                  </a:lnTo>
                  <a:lnTo>
                    <a:pt x="817178" y="182436"/>
                  </a:lnTo>
                  <a:lnTo>
                    <a:pt x="813671" y="182203"/>
                  </a:lnTo>
                  <a:lnTo>
                    <a:pt x="810164" y="181969"/>
                  </a:lnTo>
                  <a:lnTo>
                    <a:pt x="806657" y="181735"/>
                  </a:lnTo>
                  <a:lnTo>
                    <a:pt x="803150" y="181500"/>
                  </a:lnTo>
                  <a:lnTo>
                    <a:pt x="799642" y="181265"/>
                  </a:lnTo>
                  <a:lnTo>
                    <a:pt x="796135" y="181030"/>
                  </a:lnTo>
                  <a:lnTo>
                    <a:pt x="792628" y="180795"/>
                  </a:lnTo>
                  <a:lnTo>
                    <a:pt x="789121" y="180559"/>
                  </a:lnTo>
                  <a:lnTo>
                    <a:pt x="785614" y="180324"/>
                  </a:lnTo>
                  <a:lnTo>
                    <a:pt x="782106" y="180089"/>
                  </a:lnTo>
                  <a:lnTo>
                    <a:pt x="778599" y="179856"/>
                  </a:lnTo>
                  <a:lnTo>
                    <a:pt x="775092" y="179623"/>
                  </a:lnTo>
                  <a:lnTo>
                    <a:pt x="771585" y="179389"/>
                  </a:lnTo>
                  <a:lnTo>
                    <a:pt x="768078" y="179231"/>
                  </a:lnTo>
                  <a:lnTo>
                    <a:pt x="764570" y="179087"/>
                  </a:lnTo>
                  <a:lnTo>
                    <a:pt x="761063" y="178943"/>
                  </a:lnTo>
                  <a:lnTo>
                    <a:pt x="757556" y="178798"/>
                  </a:lnTo>
                  <a:lnTo>
                    <a:pt x="754049" y="178635"/>
                  </a:lnTo>
                  <a:lnTo>
                    <a:pt x="750542" y="178324"/>
                  </a:lnTo>
                  <a:lnTo>
                    <a:pt x="747034" y="178008"/>
                  </a:lnTo>
                  <a:lnTo>
                    <a:pt x="743527" y="177792"/>
                  </a:lnTo>
                  <a:lnTo>
                    <a:pt x="740020" y="177597"/>
                  </a:lnTo>
                  <a:lnTo>
                    <a:pt x="736513" y="177337"/>
                  </a:lnTo>
                  <a:lnTo>
                    <a:pt x="733006" y="177094"/>
                  </a:lnTo>
                  <a:lnTo>
                    <a:pt x="729498" y="176912"/>
                  </a:lnTo>
                  <a:lnTo>
                    <a:pt x="725991" y="176730"/>
                  </a:lnTo>
                  <a:lnTo>
                    <a:pt x="722484" y="176545"/>
                  </a:lnTo>
                  <a:lnTo>
                    <a:pt x="718977" y="176344"/>
                  </a:lnTo>
                  <a:lnTo>
                    <a:pt x="715469" y="176178"/>
                  </a:lnTo>
                  <a:lnTo>
                    <a:pt x="711962" y="175995"/>
                  </a:lnTo>
                  <a:lnTo>
                    <a:pt x="708455" y="175782"/>
                  </a:lnTo>
                  <a:lnTo>
                    <a:pt x="704948" y="175551"/>
                  </a:lnTo>
                  <a:lnTo>
                    <a:pt x="701441" y="175319"/>
                  </a:lnTo>
                  <a:lnTo>
                    <a:pt x="697933" y="175087"/>
                  </a:lnTo>
                  <a:lnTo>
                    <a:pt x="694426" y="174851"/>
                  </a:lnTo>
                  <a:lnTo>
                    <a:pt x="690919" y="174549"/>
                  </a:lnTo>
                  <a:lnTo>
                    <a:pt x="687412" y="174216"/>
                  </a:lnTo>
                  <a:lnTo>
                    <a:pt x="683905" y="173970"/>
                  </a:lnTo>
                  <a:lnTo>
                    <a:pt x="680397" y="173769"/>
                  </a:lnTo>
                  <a:lnTo>
                    <a:pt x="676890" y="173567"/>
                  </a:lnTo>
                  <a:lnTo>
                    <a:pt x="673383" y="173376"/>
                  </a:lnTo>
                  <a:lnTo>
                    <a:pt x="669876" y="173205"/>
                  </a:lnTo>
                  <a:lnTo>
                    <a:pt x="666369" y="172981"/>
                  </a:lnTo>
                  <a:lnTo>
                    <a:pt x="662861" y="172762"/>
                  </a:lnTo>
                  <a:lnTo>
                    <a:pt x="659354" y="172562"/>
                  </a:lnTo>
                  <a:lnTo>
                    <a:pt x="655847" y="172360"/>
                  </a:lnTo>
                  <a:lnTo>
                    <a:pt x="652340" y="172157"/>
                  </a:lnTo>
                  <a:lnTo>
                    <a:pt x="648833" y="171953"/>
                  </a:lnTo>
                  <a:lnTo>
                    <a:pt x="645325" y="171590"/>
                  </a:lnTo>
                  <a:lnTo>
                    <a:pt x="641818" y="171335"/>
                  </a:lnTo>
                  <a:lnTo>
                    <a:pt x="638311" y="171098"/>
                  </a:lnTo>
                  <a:lnTo>
                    <a:pt x="634804" y="170861"/>
                  </a:lnTo>
                  <a:lnTo>
                    <a:pt x="631297" y="170607"/>
                  </a:lnTo>
                  <a:lnTo>
                    <a:pt x="627789" y="170336"/>
                  </a:lnTo>
                  <a:lnTo>
                    <a:pt x="624282" y="170083"/>
                  </a:lnTo>
                  <a:lnTo>
                    <a:pt x="620775" y="169863"/>
                  </a:lnTo>
                  <a:lnTo>
                    <a:pt x="617268" y="169677"/>
                  </a:lnTo>
                  <a:lnTo>
                    <a:pt x="613761" y="169442"/>
                  </a:lnTo>
                  <a:lnTo>
                    <a:pt x="610253" y="169215"/>
                  </a:lnTo>
                  <a:lnTo>
                    <a:pt x="606746" y="169013"/>
                  </a:lnTo>
                  <a:lnTo>
                    <a:pt x="603239" y="168812"/>
                  </a:lnTo>
                  <a:lnTo>
                    <a:pt x="599732" y="168544"/>
                  </a:lnTo>
                  <a:lnTo>
                    <a:pt x="596224" y="168367"/>
                  </a:lnTo>
                  <a:lnTo>
                    <a:pt x="592717" y="168213"/>
                  </a:lnTo>
                  <a:lnTo>
                    <a:pt x="589210" y="167947"/>
                  </a:lnTo>
                  <a:lnTo>
                    <a:pt x="585703" y="167663"/>
                  </a:lnTo>
                  <a:lnTo>
                    <a:pt x="582196" y="167590"/>
                  </a:lnTo>
                  <a:lnTo>
                    <a:pt x="578688" y="167517"/>
                  </a:lnTo>
                  <a:lnTo>
                    <a:pt x="575181" y="167214"/>
                  </a:lnTo>
                  <a:lnTo>
                    <a:pt x="571674" y="167014"/>
                  </a:lnTo>
                  <a:lnTo>
                    <a:pt x="568167" y="166845"/>
                  </a:lnTo>
                  <a:lnTo>
                    <a:pt x="564660" y="166610"/>
                  </a:lnTo>
                  <a:lnTo>
                    <a:pt x="561152" y="166407"/>
                  </a:lnTo>
                  <a:lnTo>
                    <a:pt x="557645" y="166182"/>
                  </a:lnTo>
                  <a:lnTo>
                    <a:pt x="554138" y="166007"/>
                  </a:lnTo>
                  <a:lnTo>
                    <a:pt x="550631" y="165655"/>
                  </a:lnTo>
                  <a:lnTo>
                    <a:pt x="547124" y="165332"/>
                  </a:lnTo>
                  <a:lnTo>
                    <a:pt x="543616" y="165050"/>
                  </a:lnTo>
                  <a:lnTo>
                    <a:pt x="540109" y="164832"/>
                  </a:lnTo>
                  <a:lnTo>
                    <a:pt x="536602" y="164601"/>
                  </a:lnTo>
                  <a:lnTo>
                    <a:pt x="533095" y="164440"/>
                  </a:lnTo>
                  <a:lnTo>
                    <a:pt x="529588" y="164220"/>
                  </a:lnTo>
                  <a:lnTo>
                    <a:pt x="526080" y="164173"/>
                  </a:lnTo>
                  <a:lnTo>
                    <a:pt x="522573" y="163891"/>
                  </a:lnTo>
                  <a:lnTo>
                    <a:pt x="519066" y="163628"/>
                  </a:lnTo>
                  <a:lnTo>
                    <a:pt x="515559" y="163546"/>
                  </a:lnTo>
                  <a:lnTo>
                    <a:pt x="512052" y="163405"/>
                  </a:lnTo>
                  <a:lnTo>
                    <a:pt x="508544" y="163194"/>
                  </a:lnTo>
                  <a:lnTo>
                    <a:pt x="505037" y="163009"/>
                  </a:lnTo>
                  <a:lnTo>
                    <a:pt x="501530" y="162825"/>
                  </a:lnTo>
                  <a:lnTo>
                    <a:pt x="498023" y="162633"/>
                  </a:lnTo>
                  <a:lnTo>
                    <a:pt x="494516" y="162438"/>
                  </a:lnTo>
                  <a:lnTo>
                    <a:pt x="491008" y="162187"/>
                  </a:lnTo>
                  <a:lnTo>
                    <a:pt x="487501" y="162011"/>
                  </a:lnTo>
                  <a:lnTo>
                    <a:pt x="483994" y="161833"/>
                  </a:lnTo>
                  <a:lnTo>
                    <a:pt x="480487" y="161614"/>
                  </a:lnTo>
                  <a:lnTo>
                    <a:pt x="476979" y="161424"/>
                  </a:lnTo>
                  <a:lnTo>
                    <a:pt x="473472" y="161154"/>
                  </a:lnTo>
                  <a:lnTo>
                    <a:pt x="469965" y="161000"/>
                  </a:lnTo>
                  <a:lnTo>
                    <a:pt x="466458" y="160886"/>
                  </a:lnTo>
                  <a:lnTo>
                    <a:pt x="462951" y="160744"/>
                  </a:lnTo>
                  <a:lnTo>
                    <a:pt x="459443" y="160524"/>
                  </a:lnTo>
                  <a:lnTo>
                    <a:pt x="455936" y="160438"/>
                  </a:lnTo>
                  <a:lnTo>
                    <a:pt x="452429" y="160443"/>
                  </a:lnTo>
                  <a:lnTo>
                    <a:pt x="448922" y="160421"/>
                  </a:lnTo>
                  <a:lnTo>
                    <a:pt x="445415" y="160293"/>
                  </a:lnTo>
                  <a:lnTo>
                    <a:pt x="441907" y="160156"/>
                  </a:lnTo>
                  <a:lnTo>
                    <a:pt x="438400" y="160086"/>
                  </a:lnTo>
                  <a:lnTo>
                    <a:pt x="434893" y="160029"/>
                  </a:lnTo>
                  <a:lnTo>
                    <a:pt x="431386" y="160002"/>
                  </a:lnTo>
                  <a:lnTo>
                    <a:pt x="427879" y="159934"/>
                  </a:lnTo>
                  <a:lnTo>
                    <a:pt x="424371" y="159755"/>
                  </a:lnTo>
                  <a:lnTo>
                    <a:pt x="420864" y="159616"/>
                  </a:lnTo>
                  <a:lnTo>
                    <a:pt x="417357" y="159604"/>
                  </a:lnTo>
                  <a:lnTo>
                    <a:pt x="413850" y="159508"/>
                  </a:lnTo>
                  <a:lnTo>
                    <a:pt x="410343" y="159398"/>
                  </a:lnTo>
                  <a:lnTo>
                    <a:pt x="406835" y="159293"/>
                  </a:lnTo>
                  <a:lnTo>
                    <a:pt x="403328" y="159324"/>
                  </a:lnTo>
                  <a:lnTo>
                    <a:pt x="399821" y="159205"/>
                  </a:lnTo>
                  <a:lnTo>
                    <a:pt x="396314" y="159118"/>
                  </a:lnTo>
                  <a:lnTo>
                    <a:pt x="392807" y="159086"/>
                  </a:lnTo>
                  <a:lnTo>
                    <a:pt x="389299" y="159160"/>
                  </a:lnTo>
                  <a:lnTo>
                    <a:pt x="385792" y="159192"/>
                  </a:lnTo>
                  <a:lnTo>
                    <a:pt x="382285" y="159371"/>
                  </a:lnTo>
                  <a:lnTo>
                    <a:pt x="378778" y="159440"/>
                  </a:lnTo>
                  <a:lnTo>
                    <a:pt x="375271" y="159471"/>
                  </a:lnTo>
                  <a:lnTo>
                    <a:pt x="371763" y="159599"/>
                  </a:lnTo>
                  <a:lnTo>
                    <a:pt x="368256" y="159981"/>
                  </a:lnTo>
                  <a:lnTo>
                    <a:pt x="364749" y="160157"/>
                  </a:lnTo>
                  <a:lnTo>
                    <a:pt x="361242" y="160389"/>
                  </a:lnTo>
                  <a:lnTo>
                    <a:pt x="357734" y="160592"/>
                  </a:lnTo>
                  <a:lnTo>
                    <a:pt x="354227" y="160910"/>
                  </a:lnTo>
                  <a:lnTo>
                    <a:pt x="350720" y="161180"/>
                  </a:lnTo>
                  <a:lnTo>
                    <a:pt x="347213" y="161538"/>
                  </a:lnTo>
                  <a:lnTo>
                    <a:pt x="343706" y="161863"/>
                  </a:lnTo>
                  <a:lnTo>
                    <a:pt x="340198" y="162242"/>
                  </a:lnTo>
                  <a:lnTo>
                    <a:pt x="336691" y="162611"/>
                  </a:lnTo>
                  <a:lnTo>
                    <a:pt x="333184" y="162950"/>
                  </a:lnTo>
                  <a:lnTo>
                    <a:pt x="329677" y="163298"/>
                  </a:lnTo>
                  <a:lnTo>
                    <a:pt x="326170" y="163684"/>
                  </a:lnTo>
                  <a:lnTo>
                    <a:pt x="322662" y="164217"/>
                  </a:lnTo>
                  <a:lnTo>
                    <a:pt x="319155" y="164610"/>
                  </a:lnTo>
                  <a:lnTo>
                    <a:pt x="315648" y="165187"/>
                  </a:lnTo>
                  <a:lnTo>
                    <a:pt x="312141" y="165705"/>
                  </a:lnTo>
                  <a:lnTo>
                    <a:pt x="308634" y="166176"/>
                  </a:lnTo>
                  <a:lnTo>
                    <a:pt x="305126" y="166692"/>
                  </a:lnTo>
                  <a:lnTo>
                    <a:pt x="301619" y="167300"/>
                  </a:lnTo>
                  <a:lnTo>
                    <a:pt x="298112" y="167829"/>
                  </a:lnTo>
                  <a:lnTo>
                    <a:pt x="294605" y="168490"/>
                  </a:lnTo>
                  <a:lnTo>
                    <a:pt x="291098" y="169056"/>
                  </a:lnTo>
                  <a:lnTo>
                    <a:pt x="287590" y="169672"/>
                  </a:lnTo>
                  <a:lnTo>
                    <a:pt x="284083" y="170288"/>
                  </a:lnTo>
                  <a:lnTo>
                    <a:pt x="280576" y="170800"/>
                  </a:lnTo>
                  <a:lnTo>
                    <a:pt x="277069" y="171307"/>
                  </a:lnTo>
                  <a:lnTo>
                    <a:pt x="273562" y="171908"/>
                  </a:lnTo>
                  <a:lnTo>
                    <a:pt x="270054" y="172591"/>
                  </a:lnTo>
                  <a:lnTo>
                    <a:pt x="266547" y="173145"/>
                  </a:lnTo>
                  <a:lnTo>
                    <a:pt x="263040" y="173773"/>
                  </a:lnTo>
                  <a:lnTo>
                    <a:pt x="259533" y="174483"/>
                  </a:lnTo>
                  <a:lnTo>
                    <a:pt x="256026" y="175294"/>
                  </a:lnTo>
                  <a:lnTo>
                    <a:pt x="252518" y="175985"/>
                  </a:lnTo>
                  <a:lnTo>
                    <a:pt x="249011" y="176666"/>
                  </a:lnTo>
                  <a:lnTo>
                    <a:pt x="245504" y="177339"/>
                  </a:lnTo>
                  <a:lnTo>
                    <a:pt x="241997" y="178028"/>
                  </a:lnTo>
                  <a:lnTo>
                    <a:pt x="238489" y="178728"/>
                  </a:lnTo>
                  <a:lnTo>
                    <a:pt x="234982" y="179378"/>
                  </a:lnTo>
                  <a:lnTo>
                    <a:pt x="231475" y="180129"/>
                  </a:lnTo>
                  <a:lnTo>
                    <a:pt x="227968" y="180831"/>
                  </a:lnTo>
                  <a:lnTo>
                    <a:pt x="224461" y="181540"/>
                  </a:lnTo>
                  <a:lnTo>
                    <a:pt x="220953" y="182318"/>
                  </a:lnTo>
                  <a:lnTo>
                    <a:pt x="217446" y="183018"/>
                  </a:lnTo>
                  <a:lnTo>
                    <a:pt x="213939" y="183693"/>
                  </a:lnTo>
                  <a:lnTo>
                    <a:pt x="210432" y="184473"/>
                  </a:lnTo>
                  <a:lnTo>
                    <a:pt x="206925" y="185093"/>
                  </a:lnTo>
                  <a:lnTo>
                    <a:pt x="203417" y="185839"/>
                  </a:lnTo>
                  <a:lnTo>
                    <a:pt x="199910" y="186576"/>
                  </a:lnTo>
                  <a:lnTo>
                    <a:pt x="196403" y="187242"/>
                  </a:lnTo>
                  <a:lnTo>
                    <a:pt x="192896" y="187980"/>
                  </a:lnTo>
                  <a:lnTo>
                    <a:pt x="189389" y="188666"/>
                  </a:lnTo>
                  <a:lnTo>
                    <a:pt x="185881" y="189342"/>
                  </a:lnTo>
                  <a:lnTo>
                    <a:pt x="182374" y="190054"/>
                  </a:lnTo>
                  <a:lnTo>
                    <a:pt x="178867" y="190834"/>
                  </a:lnTo>
                  <a:lnTo>
                    <a:pt x="175360" y="191506"/>
                  </a:lnTo>
                  <a:lnTo>
                    <a:pt x="171853" y="192141"/>
                  </a:lnTo>
                  <a:lnTo>
                    <a:pt x="168345" y="192789"/>
                  </a:lnTo>
                  <a:lnTo>
                    <a:pt x="164838" y="193416"/>
                  </a:lnTo>
                  <a:lnTo>
                    <a:pt x="161331" y="194088"/>
                  </a:lnTo>
                  <a:lnTo>
                    <a:pt x="157824" y="194781"/>
                  </a:lnTo>
                  <a:lnTo>
                    <a:pt x="154317" y="195461"/>
                  </a:lnTo>
                  <a:lnTo>
                    <a:pt x="150809" y="196239"/>
                  </a:lnTo>
                  <a:lnTo>
                    <a:pt x="147302" y="196904"/>
                  </a:lnTo>
                  <a:lnTo>
                    <a:pt x="143795" y="197665"/>
                  </a:lnTo>
                  <a:lnTo>
                    <a:pt x="140288" y="198374"/>
                  </a:lnTo>
                  <a:lnTo>
                    <a:pt x="136781" y="198996"/>
                  </a:lnTo>
                  <a:lnTo>
                    <a:pt x="133273" y="199734"/>
                  </a:lnTo>
                  <a:lnTo>
                    <a:pt x="129766" y="200413"/>
                  </a:lnTo>
                  <a:lnTo>
                    <a:pt x="126259" y="201148"/>
                  </a:lnTo>
                  <a:lnTo>
                    <a:pt x="122752" y="201856"/>
                  </a:lnTo>
                  <a:lnTo>
                    <a:pt x="119244" y="202587"/>
                  </a:lnTo>
                  <a:lnTo>
                    <a:pt x="115737" y="203282"/>
                  </a:lnTo>
                  <a:lnTo>
                    <a:pt x="112230" y="203974"/>
                  </a:lnTo>
                  <a:lnTo>
                    <a:pt x="108723" y="204612"/>
                  </a:lnTo>
                  <a:lnTo>
                    <a:pt x="105216" y="205366"/>
                  </a:lnTo>
                  <a:lnTo>
                    <a:pt x="101708" y="206119"/>
                  </a:lnTo>
                  <a:lnTo>
                    <a:pt x="98201" y="206833"/>
                  </a:lnTo>
                  <a:lnTo>
                    <a:pt x="94694" y="207546"/>
                  </a:lnTo>
                  <a:lnTo>
                    <a:pt x="91187" y="208317"/>
                  </a:lnTo>
                  <a:lnTo>
                    <a:pt x="87680" y="209051"/>
                  </a:lnTo>
                  <a:lnTo>
                    <a:pt x="84172" y="209726"/>
                  </a:lnTo>
                  <a:lnTo>
                    <a:pt x="80665" y="210488"/>
                  </a:lnTo>
                  <a:lnTo>
                    <a:pt x="77158" y="211151"/>
                  </a:lnTo>
                  <a:lnTo>
                    <a:pt x="73651" y="211741"/>
                  </a:lnTo>
                  <a:lnTo>
                    <a:pt x="70144" y="212479"/>
                  </a:lnTo>
                  <a:lnTo>
                    <a:pt x="66636" y="213248"/>
                  </a:lnTo>
                  <a:lnTo>
                    <a:pt x="63129" y="213929"/>
                  </a:lnTo>
                  <a:lnTo>
                    <a:pt x="59622" y="214681"/>
                  </a:lnTo>
                  <a:lnTo>
                    <a:pt x="56115" y="215387"/>
                  </a:lnTo>
                  <a:lnTo>
                    <a:pt x="52608" y="216124"/>
                  </a:lnTo>
                  <a:lnTo>
                    <a:pt x="49100" y="216792"/>
                  </a:lnTo>
                  <a:lnTo>
                    <a:pt x="45593" y="217448"/>
                  </a:lnTo>
                  <a:lnTo>
                    <a:pt x="42086" y="218127"/>
                  </a:lnTo>
                  <a:lnTo>
                    <a:pt x="38579" y="218784"/>
                  </a:lnTo>
                  <a:lnTo>
                    <a:pt x="35072" y="219372"/>
                  </a:lnTo>
                  <a:lnTo>
                    <a:pt x="31564" y="220034"/>
                  </a:lnTo>
                  <a:lnTo>
                    <a:pt x="28057" y="220751"/>
                  </a:lnTo>
                  <a:lnTo>
                    <a:pt x="24550" y="221407"/>
                  </a:lnTo>
                  <a:lnTo>
                    <a:pt x="21043" y="222071"/>
                  </a:lnTo>
                  <a:lnTo>
                    <a:pt x="17536" y="222688"/>
                  </a:lnTo>
                  <a:lnTo>
                    <a:pt x="14028" y="223303"/>
                  </a:lnTo>
                  <a:lnTo>
                    <a:pt x="10521" y="224000"/>
                  </a:lnTo>
                  <a:lnTo>
                    <a:pt x="7014" y="224734"/>
                  </a:lnTo>
                  <a:lnTo>
                    <a:pt x="3507" y="225465"/>
                  </a:lnTo>
                  <a:lnTo>
                    <a:pt x="0" y="226126"/>
                  </a:lnTo>
                  <a:close/>
                </a:path>
              </a:pathLst>
            </a:custGeom>
            <a:solidFill>
              <a:srgbClr val="D55E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585957" y="4053007"/>
              <a:ext cx="838222" cy="137329"/>
            </a:xfrm>
            <a:custGeom>
              <a:avLst/>
              <a:pathLst>
                <a:path w="838222" h="137329">
                  <a:moveTo>
                    <a:pt x="0" y="121075"/>
                  </a:moveTo>
                  <a:lnTo>
                    <a:pt x="3507" y="121282"/>
                  </a:lnTo>
                  <a:lnTo>
                    <a:pt x="7014" y="121505"/>
                  </a:lnTo>
                  <a:lnTo>
                    <a:pt x="10521" y="121759"/>
                  </a:lnTo>
                  <a:lnTo>
                    <a:pt x="14028" y="121949"/>
                  </a:lnTo>
                  <a:lnTo>
                    <a:pt x="17536" y="122171"/>
                  </a:lnTo>
                  <a:lnTo>
                    <a:pt x="21043" y="122407"/>
                  </a:lnTo>
                  <a:lnTo>
                    <a:pt x="24550" y="122654"/>
                  </a:lnTo>
                  <a:lnTo>
                    <a:pt x="28057" y="123023"/>
                  </a:lnTo>
                  <a:lnTo>
                    <a:pt x="31564" y="123213"/>
                  </a:lnTo>
                  <a:lnTo>
                    <a:pt x="35072" y="123394"/>
                  </a:lnTo>
                  <a:lnTo>
                    <a:pt x="38579" y="123639"/>
                  </a:lnTo>
                  <a:lnTo>
                    <a:pt x="42086" y="123877"/>
                  </a:lnTo>
                  <a:lnTo>
                    <a:pt x="45593" y="124156"/>
                  </a:lnTo>
                  <a:lnTo>
                    <a:pt x="49100" y="124408"/>
                  </a:lnTo>
                  <a:lnTo>
                    <a:pt x="52608" y="124710"/>
                  </a:lnTo>
                  <a:lnTo>
                    <a:pt x="56115" y="124987"/>
                  </a:lnTo>
                  <a:lnTo>
                    <a:pt x="59622" y="125263"/>
                  </a:lnTo>
                  <a:lnTo>
                    <a:pt x="63129" y="125540"/>
                  </a:lnTo>
                  <a:lnTo>
                    <a:pt x="66636" y="125816"/>
                  </a:lnTo>
                  <a:lnTo>
                    <a:pt x="70144" y="126096"/>
                  </a:lnTo>
                  <a:lnTo>
                    <a:pt x="73651" y="126395"/>
                  </a:lnTo>
                  <a:lnTo>
                    <a:pt x="77158" y="126793"/>
                  </a:lnTo>
                  <a:lnTo>
                    <a:pt x="80665" y="127145"/>
                  </a:lnTo>
                  <a:lnTo>
                    <a:pt x="84172" y="127328"/>
                  </a:lnTo>
                  <a:lnTo>
                    <a:pt x="87680" y="127480"/>
                  </a:lnTo>
                  <a:lnTo>
                    <a:pt x="91187" y="127688"/>
                  </a:lnTo>
                  <a:lnTo>
                    <a:pt x="94694" y="127872"/>
                  </a:lnTo>
                  <a:lnTo>
                    <a:pt x="98201" y="128051"/>
                  </a:lnTo>
                  <a:lnTo>
                    <a:pt x="101708" y="128231"/>
                  </a:lnTo>
                  <a:lnTo>
                    <a:pt x="105216" y="128410"/>
                  </a:lnTo>
                  <a:lnTo>
                    <a:pt x="108723" y="128578"/>
                  </a:lnTo>
                  <a:lnTo>
                    <a:pt x="112230" y="128769"/>
                  </a:lnTo>
                  <a:lnTo>
                    <a:pt x="115737" y="128902"/>
                  </a:lnTo>
                  <a:lnTo>
                    <a:pt x="119244" y="129060"/>
                  </a:lnTo>
                  <a:lnTo>
                    <a:pt x="122752" y="129243"/>
                  </a:lnTo>
                  <a:lnTo>
                    <a:pt x="126259" y="129381"/>
                  </a:lnTo>
                  <a:lnTo>
                    <a:pt x="129766" y="129540"/>
                  </a:lnTo>
                  <a:lnTo>
                    <a:pt x="133273" y="129699"/>
                  </a:lnTo>
                  <a:lnTo>
                    <a:pt x="136781" y="129909"/>
                  </a:lnTo>
                  <a:lnTo>
                    <a:pt x="140288" y="130206"/>
                  </a:lnTo>
                  <a:lnTo>
                    <a:pt x="143795" y="130542"/>
                  </a:lnTo>
                  <a:lnTo>
                    <a:pt x="147302" y="130930"/>
                  </a:lnTo>
                  <a:lnTo>
                    <a:pt x="150809" y="131024"/>
                  </a:lnTo>
                  <a:lnTo>
                    <a:pt x="154317" y="131246"/>
                  </a:lnTo>
                  <a:lnTo>
                    <a:pt x="157824" y="131428"/>
                  </a:lnTo>
                  <a:lnTo>
                    <a:pt x="161331" y="131716"/>
                  </a:lnTo>
                  <a:lnTo>
                    <a:pt x="164838" y="131833"/>
                  </a:lnTo>
                  <a:lnTo>
                    <a:pt x="168345" y="132006"/>
                  </a:lnTo>
                  <a:lnTo>
                    <a:pt x="171853" y="132180"/>
                  </a:lnTo>
                  <a:lnTo>
                    <a:pt x="175360" y="132333"/>
                  </a:lnTo>
                  <a:lnTo>
                    <a:pt x="178867" y="132530"/>
                  </a:lnTo>
                  <a:lnTo>
                    <a:pt x="182374" y="132946"/>
                  </a:lnTo>
                  <a:lnTo>
                    <a:pt x="185881" y="133298"/>
                  </a:lnTo>
                  <a:lnTo>
                    <a:pt x="189389" y="133398"/>
                  </a:lnTo>
                  <a:lnTo>
                    <a:pt x="192896" y="133530"/>
                  </a:lnTo>
                  <a:lnTo>
                    <a:pt x="196403" y="133773"/>
                  </a:lnTo>
                  <a:lnTo>
                    <a:pt x="199910" y="133904"/>
                  </a:lnTo>
                  <a:lnTo>
                    <a:pt x="203417" y="134129"/>
                  </a:lnTo>
                  <a:lnTo>
                    <a:pt x="206925" y="134286"/>
                  </a:lnTo>
                  <a:lnTo>
                    <a:pt x="210432" y="134461"/>
                  </a:lnTo>
                  <a:lnTo>
                    <a:pt x="213939" y="134496"/>
                  </a:lnTo>
                  <a:lnTo>
                    <a:pt x="217446" y="134626"/>
                  </a:lnTo>
                  <a:lnTo>
                    <a:pt x="220953" y="134828"/>
                  </a:lnTo>
                  <a:lnTo>
                    <a:pt x="224461" y="134964"/>
                  </a:lnTo>
                  <a:lnTo>
                    <a:pt x="227968" y="135090"/>
                  </a:lnTo>
                  <a:lnTo>
                    <a:pt x="231475" y="135215"/>
                  </a:lnTo>
                  <a:lnTo>
                    <a:pt x="234982" y="135423"/>
                  </a:lnTo>
                  <a:lnTo>
                    <a:pt x="238489" y="135532"/>
                  </a:lnTo>
                  <a:lnTo>
                    <a:pt x="241997" y="135830"/>
                  </a:lnTo>
                  <a:lnTo>
                    <a:pt x="245504" y="135978"/>
                  </a:lnTo>
                  <a:lnTo>
                    <a:pt x="249011" y="135995"/>
                  </a:lnTo>
                  <a:lnTo>
                    <a:pt x="252518" y="136039"/>
                  </a:lnTo>
                  <a:lnTo>
                    <a:pt x="256026" y="136205"/>
                  </a:lnTo>
                  <a:lnTo>
                    <a:pt x="259533" y="136463"/>
                  </a:lnTo>
                  <a:lnTo>
                    <a:pt x="263040" y="136715"/>
                  </a:lnTo>
                  <a:lnTo>
                    <a:pt x="266547" y="136788"/>
                  </a:lnTo>
                  <a:lnTo>
                    <a:pt x="270054" y="136980"/>
                  </a:lnTo>
                  <a:lnTo>
                    <a:pt x="273562" y="137089"/>
                  </a:lnTo>
                  <a:lnTo>
                    <a:pt x="277069" y="137200"/>
                  </a:lnTo>
                  <a:lnTo>
                    <a:pt x="280576" y="137299"/>
                  </a:lnTo>
                  <a:lnTo>
                    <a:pt x="284083" y="137329"/>
                  </a:lnTo>
                  <a:lnTo>
                    <a:pt x="287590" y="137301"/>
                  </a:lnTo>
                  <a:lnTo>
                    <a:pt x="291098" y="137255"/>
                  </a:lnTo>
                  <a:lnTo>
                    <a:pt x="294605" y="137286"/>
                  </a:lnTo>
                  <a:lnTo>
                    <a:pt x="298112" y="137225"/>
                  </a:lnTo>
                  <a:lnTo>
                    <a:pt x="301619" y="137319"/>
                  </a:lnTo>
                  <a:lnTo>
                    <a:pt x="305126" y="137281"/>
                  </a:lnTo>
                  <a:lnTo>
                    <a:pt x="308634" y="137291"/>
                  </a:lnTo>
                  <a:lnTo>
                    <a:pt x="312141" y="137195"/>
                  </a:lnTo>
                  <a:lnTo>
                    <a:pt x="315648" y="136986"/>
                  </a:lnTo>
                  <a:lnTo>
                    <a:pt x="319155" y="136873"/>
                  </a:lnTo>
                  <a:lnTo>
                    <a:pt x="322662" y="136715"/>
                  </a:lnTo>
                  <a:lnTo>
                    <a:pt x="326170" y="136593"/>
                  </a:lnTo>
                  <a:lnTo>
                    <a:pt x="329677" y="136469"/>
                  </a:lnTo>
                  <a:lnTo>
                    <a:pt x="333184" y="136273"/>
                  </a:lnTo>
                  <a:lnTo>
                    <a:pt x="336691" y="135834"/>
                  </a:lnTo>
                  <a:lnTo>
                    <a:pt x="340198" y="135448"/>
                  </a:lnTo>
                  <a:lnTo>
                    <a:pt x="343706" y="135233"/>
                  </a:lnTo>
                  <a:lnTo>
                    <a:pt x="347213" y="134792"/>
                  </a:lnTo>
                  <a:lnTo>
                    <a:pt x="350720" y="134420"/>
                  </a:lnTo>
                  <a:lnTo>
                    <a:pt x="354227" y="133985"/>
                  </a:lnTo>
                  <a:lnTo>
                    <a:pt x="357734" y="133532"/>
                  </a:lnTo>
                  <a:lnTo>
                    <a:pt x="361242" y="133331"/>
                  </a:lnTo>
                  <a:lnTo>
                    <a:pt x="364749" y="132923"/>
                  </a:lnTo>
                  <a:lnTo>
                    <a:pt x="368256" y="132486"/>
                  </a:lnTo>
                  <a:lnTo>
                    <a:pt x="371763" y="131823"/>
                  </a:lnTo>
                  <a:lnTo>
                    <a:pt x="375271" y="131329"/>
                  </a:lnTo>
                  <a:lnTo>
                    <a:pt x="378778" y="130789"/>
                  </a:lnTo>
                  <a:lnTo>
                    <a:pt x="382285" y="130126"/>
                  </a:lnTo>
                  <a:lnTo>
                    <a:pt x="385792" y="129551"/>
                  </a:lnTo>
                  <a:lnTo>
                    <a:pt x="389299" y="128927"/>
                  </a:lnTo>
                  <a:lnTo>
                    <a:pt x="392807" y="128292"/>
                  </a:lnTo>
                  <a:lnTo>
                    <a:pt x="396314" y="127684"/>
                  </a:lnTo>
                  <a:lnTo>
                    <a:pt x="399821" y="126955"/>
                  </a:lnTo>
                  <a:lnTo>
                    <a:pt x="403328" y="126261"/>
                  </a:lnTo>
                  <a:lnTo>
                    <a:pt x="406835" y="125617"/>
                  </a:lnTo>
                  <a:lnTo>
                    <a:pt x="410343" y="124964"/>
                  </a:lnTo>
                  <a:lnTo>
                    <a:pt x="413850" y="124362"/>
                  </a:lnTo>
                  <a:lnTo>
                    <a:pt x="417357" y="123616"/>
                  </a:lnTo>
                  <a:lnTo>
                    <a:pt x="420864" y="122857"/>
                  </a:lnTo>
                  <a:lnTo>
                    <a:pt x="424371" y="122026"/>
                  </a:lnTo>
                  <a:lnTo>
                    <a:pt x="427879" y="121180"/>
                  </a:lnTo>
                  <a:lnTo>
                    <a:pt x="431386" y="120484"/>
                  </a:lnTo>
                  <a:lnTo>
                    <a:pt x="434893" y="119692"/>
                  </a:lnTo>
                  <a:lnTo>
                    <a:pt x="438400" y="118813"/>
                  </a:lnTo>
                  <a:lnTo>
                    <a:pt x="441907" y="117982"/>
                  </a:lnTo>
                  <a:lnTo>
                    <a:pt x="445415" y="117075"/>
                  </a:lnTo>
                  <a:lnTo>
                    <a:pt x="448922" y="116218"/>
                  </a:lnTo>
                  <a:lnTo>
                    <a:pt x="452429" y="115327"/>
                  </a:lnTo>
                  <a:lnTo>
                    <a:pt x="455936" y="114339"/>
                  </a:lnTo>
                  <a:lnTo>
                    <a:pt x="459443" y="113528"/>
                  </a:lnTo>
                  <a:lnTo>
                    <a:pt x="462951" y="112777"/>
                  </a:lnTo>
                  <a:lnTo>
                    <a:pt x="466458" y="112070"/>
                  </a:lnTo>
                  <a:lnTo>
                    <a:pt x="469965" y="111074"/>
                  </a:lnTo>
                  <a:lnTo>
                    <a:pt x="473472" y="110365"/>
                  </a:lnTo>
                  <a:lnTo>
                    <a:pt x="476979" y="109646"/>
                  </a:lnTo>
                  <a:lnTo>
                    <a:pt x="480487" y="108819"/>
                  </a:lnTo>
                  <a:lnTo>
                    <a:pt x="483994" y="107795"/>
                  </a:lnTo>
                  <a:lnTo>
                    <a:pt x="487501" y="106781"/>
                  </a:lnTo>
                  <a:lnTo>
                    <a:pt x="491008" y="105814"/>
                  </a:lnTo>
                  <a:lnTo>
                    <a:pt x="494516" y="104937"/>
                  </a:lnTo>
                  <a:lnTo>
                    <a:pt x="498023" y="104036"/>
                  </a:lnTo>
                  <a:lnTo>
                    <a:pt x="501530" y="103020"/>
                  </a:lnTo>
                  <a:lnTo>
                    <a:pt x="505037" y="102113"/>
                  </a:lnTo>
                  <a:lnTo>
                    <a:pt x="508544" y="101179"/>
                  </a:lnTo>
                  <a:lnTo>
                    <a:pt x="512052" y="100154"/>
                  </a:lnTo>
                  <a:lnTo>
                    <a:pt x="515559" y="99071"/>
                  </a:lnTo>
                  <a:lnTo>
                    <a:pt x="519066" y="98215"/>
                  </a:lnTo>
                  <a:lnTo>
                    <a:pt x="522573" y="97388"/>
                  </a:lnTo>
                  <a:lnTo>
                    <a:pt x="526080" y="96556"/>
                  </a:lnTo>
                  <a:lnTo>
                    <a:pt x="529588" y="95723"/>
                  </a:lnTo>
                  <a:lnTo>
                    <a:pt x="533095" y="94892"/>
                  </a:lnTo>
                  <a:lnTo>
                    <a:pt x="536602" y="93771"/>
                  </a:lnTo>
                  <a:lnTo>
                    <a:pt x="540109" y="92906"/>
                  </a:lnTo>
                  <a:lnTo>
                    <a:pt x="543616" y="91949"/>
                  </a:lnTo>
                  <a:lnTo>
                    <a:pt x="547124" y="91212"/>
                  </a:lnTo>
                  <a:lnTo>
                    <a:pt x="550631" y="90262"/>
                  </a:lnTo>
                  <a:lnTo>
                    <a:pt x="554138" y="89196"/>
                  </a:lnTo>
                  <a:lnTo>
                    <a:pt x="557645" y="88075"/>
                  </a:lnTo>
                  <a:lnTo>
                    <a:pt x="561152" y="86752"/>
                  </a:lnTo>
                  <a:lnTo>
                    <a:pt x="564660" y="85792"/>
                  </a:lnTo>
                  <a:lnTo>
                    <a:pt x="568167" y="84829"/>
                  </a:lnTo>
                  <a:lnTo>
                    <a:pt x="571674" y="83849"/>
                  </a:lnTo>
                  <a:lnTo>
                    <a:pt x="575181" y="82942"/>
                  </a:lnTo>
                  <a:lnTo>
                    <a:pt x="578688" y="82036"/>
                  </a:lnTo>
                  <a:lnTo>
                    <a:pt x="582196" y="81128"/>
                  </a:lnTo>
                  <a:lnTo>
                    <a:pt x="585703" y="80081"/>
                  </a:lnTo>
                  <a:lnTo>
                    <a:pt x="589210" y="79084"/>
                  </a:lnTo>
                  <a:lnTo>
                    <a:pt x="592717" y="78065"/>
                  </a:lnTo>
                  <a:lnTo>
                    <a:pt x="596224" y="77084"/>
                  </a:lnTo>
                  <a:lnTo>
                    <a:pt x="599732" y="76059"/>
                  </a:lnTo>
                  <a:lnTo>
                    <a:pt x="603239" y="74921"/>
                  </a:lnTo>
                  <a:lnTo>
                    <a:pt x="606746" y="73967"/>
                  </a:lnTo>
                  <a:lnTo>
                    <a:pt x="610253" y="72979"/>
                  </a:lnTo>
                  <a:lnTo>
                    <a:pt x="613761" y="71912"/>
                  </a:lnTo>
                  <a:lnTo>
                    <a:pt x="617268" y="70868"/>
                  </a:lnTo>
                  <a:lnTo>
                    <a:pt x="620775" y="69904"/>
                  </a:lnTo>
                  <a:lnTo>
                    <a:pt x="624282" y="68838"/>
                  </a:lnTo>
                  <a:lnTo>
                    <a:pt x="627789" y="67687"/>
                  </a:lnTo>
                  <a:lnTo>
                    <a:pt x="631297" y="66541"/>
                  </a:lnTo>
                  <a:lnTo>
                    <a:pt x="634804" y="65459"/>
                  </a:lnTo>
                  <a:lnTo>
                    <a:pt x="638311" y="64375"/>
                  </a:lnTo>
                  <a:lnTo>
                    <a:pt x="641818" y="63309"/>
                  </a:lnTo>
                  <a:lnTo>
                    <a:pt x="645325" y="62180"/>
                  </a:lnTo>
                  <a:lnTo>
                    <a:pt x="648833" y="61011"/>
                  </a:lnTo>
                  <a:lnTo>
                    <a:pt x="652340" y="59842"/>
                  </a:lnTo>
                  <a:lnTo>
                    <a:pt x="655847" y="58673"/>
                  </a:lnTo>
                  <a:lnTo>
                    <a:pt x="659354" y="57568"/>
                  </a:lnTo>
                  <a:lnTo>
                    <a:pt x="662861" y="56506"/>
                  </a:lnTo>
                  <a:lnTo>
                    <a:pt x="666369" y="55459"/>
                  </a:lnTo>
                  <a:lnTo>
                    <a:pt x="669876" y="54407"/>
                  </a:lnTo>
                  <a:lnTo>
                    <a:pt x="673383" y="53353"/>
                  </a:lnTo>
                  <a:lnTo>
                    <a:pt x="676890" y="52297"/>
                  </a:lnTo>
                  <a:lnTo>
                    <a:pt x="680397" y="51239"/>
                  </a:lnTo>
                  <a:lnTo>
                    <a:pt x="683905" y="50147"/>
                  </a:lnTo>
                  <a:lnTo>
                    <a:pt x="687412" y="49041"/>
                  </a:lnTo>
                  <a:lnTo>
                    <a:pt x="690919" y="47958"/>
                  </a:lnTo>
                  <a:lnTo>
                    <a:pt x="694426" y="46983"/>
                  </a:lnTo>
                  <a:lnTo>
                    <a:pt x="697933" y="45893"/>
                  </a:lnTo>
                  <a:lnTo>
                    <a:pt x="701441" y="44767"/>
                  </a:lnTo>
                  <a:lnTo>
                    <a:pt x="704948" y="43641"/>
                  </a:lnTo>
                  <a:lnTo>
                    <a:pt x="708455" y="42582"/>
                  </a:lnTo>
                  <a:lnTo>
                    <a:pt x="711962" y="41563"/>
                  </a:lnTo>
                  <a:lnTo>
                    <a:pt x="715469" y="40531"/>
                  </a:lnTo>
                  <a:lnTo>
                    <a:pt x="718977" y="39335"/>
                  </a:lnTo>
                  <a:lnTo>
                    <a:pt x="722484" y="38099"/>
                  </a:lnTo>
                  <a:lnTo>
                    <a:pt x="725991" y="36979"/>
                  </a:lnTo>
                  <a:lnTo>
                    <a:pt x="729498" y="35869"/>
                  </a:lnTo>
                  <a:lnTo>
                    <a:pt x="733006" y="34680"/>
                  </a:lnTo>
                  <a:lnTo>
                    <a:pt x="736513" y="33489"/>
                  </a:lnTo>
                  <a:lnTo>
                    <a:pt x="740020" y="32296"/>
                  </a:lnTo>
                  <a:lnTo>
                    <a:pt x="743527" y="31113"/>
                  </a:lnTo>
                  <a:lnTo>
                    <a:pt x="747034" y="30030"/>
                  </a:lnTo>
                  <a:lnTo>
                    <a:pt x="750542" y="29048"/>
                  </a:lnTo>
                  <a:lnTo>
                    <a:pt x="754049" y="27995"/>
                  </a:lnTo>
                  <a:lnTo>
                    <a:pt x="757556" y="26921"/>
                  </a:lnTo>
                  <a:lnTo>
                    <a:pt x="761063" y="25812"/>
                  </a:lnTo>
                  <a:lnTo>
                    <a:pt x="764570" y="24574"/>
                  </a:lnTo>
                  <a:lnTo>
                    <a:pt x="768078" y="23354"/>
                  </a:lnTo>
                  <a:lnTo>
                    <a:pt x="771585" y="22288"/>
                  </a:lnTo>
                  <a:lnTo>
                    <a:pt x="775092" y="21183"/>
                  </a:lnTo>
                  <a:lnTo>
                    <a:pt x="778599" y="20009"/>
                  </a:lnTo>
                  <a:lnTo>
                    <a:pt x="782106" y="18833"/>
                  </a:lnTo>
                  <a:lnTo>
                    <a:pt x="785614" y="17655"/>
                  </a:lnTo>
                  <a:lnTo>
                    <a:pt x="789121" y="16424"/>
                  </a:lnTo>
                  <a:lnTo>
                    <a:pt x="792628" y="15154"/>
                  </a:lnTo>
                  <a:lnTo>
                    <a:pt x="796135" y="13948"/>
                  </a:lnTo>
                  <a:lnTo>
                    <a:pt x="799642" y="12791"/>
                  </a:lnTo>
                  <a:lnTo>
                    <a:pt x="803150" y="11635"/>
                  </a:lnTo>
                  <a:lnTo>
                    <a:pt x="806657" y="10478"/>
                  </a:lnTo>
                  <a:lnTo>
                    <a:pt x="810164" y="9320"/>
                  </a:lnTo>
                  <a:lnTo>
                    <a:pt x="813671" y="8119"/>
                  </a:lnTo>
                  <a:lnTo>
                    <a:pt x="817178" y="6953"/>
                  </a:lnTo>
                  <a:lnTo>
                    <a:pt x="820686" y="5771"/>
                  </a:lnTo>
                  <a:lnTo>
                    <a:pt x="824193" y="4572"/>
                  </a:lnTo>
                  <a:lnTo>
                    <a:pt x="827700" y="3379"/>
                  </a:lnTo>
                  <a:lnTo>
                    <a:pt x="831207" y="2338"/>
                  </a:lnTo>
                  <a:lnTo>
                    <a:pt x="834714" y="1169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585957" y="4212093"/>
              <a:ext cx="838222" cy="67040"/>
            </a:xfrm>
            <a:custGeom>
              <a:avLst/>
              <a:pathLst>
                <a:path w="838222" h="67040">
                  <a:moveTo>
                    <a:pt x="838222" y="24740"/>
                  </a:moveTo>
                  <a:lnTo>
                    <a:pt x="834714" y="24509"/>
                  </a:lnTo>
                  <a:lnTo>
                    <a:pt x="831207" y="24277"/>
                  </a:lnTo>
                  <a:lnTo>
                    <a:pt x="827700" y="24046"/>
                  </a:lnTo>
                  <a:lnTo>
                    <a:pt x="824193" y="23814"/>
                  </a:lnTo>
                  <a:lnTo>
                    <a:pt x="820686" y="23582"/>
                  </a:lnTo>
                  <a:lnTo>
                    <a:pt x="817178" y="23349"/>
                  </a:lnTo>
                  <a:lnTo>
                    <a:pt x="813671" y="23117"/>
                  </a:lnTo>
                  <a:lnTo>
                    <a:pt x="810164" y="22883"/>
                  </a:lnTo>
                  <a:lnTo>
                    <a:pt x="806657" y="22648"/>
                  </a:lnTo>
                  <a:lnTo>
                    <a:pt x="803150" y="22414"/>
                  </a:lnTo>
                  <a:lnTo>
                    <a:pt x="799642" y="22179"/>
                  </a:lnTo>
                  <a:lnTo>
                    <a:pt x="796135" y="21944"/>
                  </a:lnTo>
                  <a:lnTo>
                    <a:pt x="792628" y="21709"/>
                  </a:lnTo>
                  <a:lnTo>
                    <a:pt x="789121" y="21473"/>
                  </a:lnTo>
                  <a:lnTo>
                    <a:pt x="785614" y="21237"/>
                  </a:lnTo>
                  <a:lnTo>
                    <a:pt x="782106" y="21003"/>
                  </a:lnTo>
                  <a:lnTo>
                    <a:pt x="778599" y="20770"/>
                  </a:lnTo>
                  <a:lnTo>
                    <a:pt x="775092" y="20537"/>
                  </a:lnTo>
                  <a:lnTo>
                    <a:pt x="771585" y="20303"/>
                  </a:lnTo>
                  <a:lnTo>
                    <a:pt x="768078" y="20145"/>
                  </a:lnTo>
                  <a:lnTo>
                    <a:pt x="764570" y="20001"/>
                  </a:lnTo>
                  <a:lnTo>
                    <a:pt x="761063" y="19856"/>
                  </a:lnTo>
                  <a:lnTo>
                    <a:pt x="757556" y="19712"/>
                  </a:lnTo>
                  <a:lnTo>
                    <a:pt x="754049" y="19549"/>
                  </a:lnTo>
                  <a:lnTo>
                    <a:pt x="750542" y="19238"/>
                  </a:lnTo>
                  <a:lnTo>
                    <a:pt x="747034" y="18921"/>
                  </a:lnTo>
                  <a:lnTo>
                    <a:pt x="743527" y="18706"/>
                  </a:lnTo>
                  <a:lnTo>
                    <a:pt x="740020" y="18511"/>
                  </a:lnTo>
                  <a:lnTo>
                    <a:pt x="736513" y="18251"/>
                  </a:lnTo>
                  <a:lnTo>
                    <a:pt x="733006" y="18007"/>
                  </a:lnTo>
                  <a:lnTo>
                    <a:pt x="729498" y="17826"/>
                  </a:lnTo>
                  <a:lnTo>
                    <a:pt x="725991" y="17644"/>
                  </a:lnTo>
                  <a:lnTo>
                    <a:pt x="722484" y="17459"/>
                  </a:lnTo>
                  <a:lnTo>
                    <a:pt x="718977" y="17258"/>
                  </a:lnTo>
                  <a:lnTo>
                    <a:pt x="715469" y="17092"/>
                  </a:lnTo>
                  <a:lnTo>
                    <a:pt x="711962" y="16909"/>
                  </a:lnTo>
                  <a:lnTo>
                    <a:pt x="708455" y="16696"/>
                  </a:lnTo>
                  <a:lnTo>
                    <a:pt x="704948" y="16465"/>
                  </a:lnTo>
                  <a:lnTo>
                    <a:pt x="701441" y="16233"/>
                  </a:lnTo>
                  <a:lnTo>
                    <a:pt x="697933" y="16001"/>
                  </a:lnTo>
                  <a:lnTo>
                    <a:pt x="694426" y="15765"/>
                  </a:lnTo>
                  <a:lnTo>
                    <a:pt x="690919" y="15462"/>
                  </a:lnTo>
                  <a:lnTo>
                    <a:pt x="687412" y="15129"/>
                  </a:lnTo>
                  <a:lnTo>
                    <a:pt x="683905" y="14884"/>
                  </a:lnTo>
                  <a:lnTo>
                    <a:pt x="680397" y="14682"/>
                  </a:lnTo>
                  <a:lnTo>
                    <a:pt x="676890" y="14481"/>
                  </a:lnTo>
                  <a:lnTo>
                    <a:pt x="673383" y="14290"/>
                  </a:lnTo>
                  <a:lnTo>
                    <a:pt x="669876" y="14119"/>
                  </a:lnTo>
                  <a:lnTo>
                    <a:pt x="666369" y="13895"/>
                  </a:lnTo>
                  <a:lnTo>
                    <a:pt x="662861" y="13676"/>
                  </a:lnTo>
                  <a:lnTo>
                    <a:pt x="659354" y="13475"/>
                  </a:lnTo>
                  <a:lnTo>
                    <a:pt x="655847" y="13274"/>
                  </a:lnTo>
                  <a:lnTo>
                    <a:pt x="652340" y="13071"/>
                  </a:lnTo>
                  <a:lnTo>
                    <a:pt x="648833" y="12867"/>
                  </a:lnTo>
                  <a:lnTo>
                    <a:pt x="645325" y="12504"/>
                  </a:lnTo>
                  <a:lnTo>
                    <a:pt x="641818" y="12249"/>
                  </a:lnTo>
                  <a:lnTo>
                    <a:pt x="638311" y="12012"/>
                  </a:lnTo>
                  <a:lnTo>
                    <a:pt x="634804" y="11775"/>
                  </a:lnTo>
                  <a:lnTo>
                    <a:pt x="631297" y="11521"/>
                  </a:lnTo>
                  <a:lnTo>
                    <a:pt x="627789" y="11250"/>
                  </a:lnTo>
                  <a:lnTo>
                    <a:pt x="624282" y="10997"/>
                  </a:lnTo>
                  <a:lnTo>
                    <a:pt x="620775" y="10777"/>
                  </a:lnTo>
                  <a:lnTo>
                    <a:pt x="617268" y="10591"/>
                  </a:lnTo>
                  <a:lnTo>
                    <a:pt x="613761" y="10356"/>
                  </a:lnTo>
                  <a:lnTo>
                    <a:pt x="610253" y="10129"/>
                  </a:lnTo>
                  <a:lnTo>
                    <a:pt x="606746" y="9927"/>
                  </a:lnTo>
                  <a:lnTo>
                    <a:pt x="603239" y="9726"/>
                  </a:lnTo>
                  <a:lnTo>
                    <a:pt x="599732" y="9458"/>
                  </a:lnTo>
                  <a:lnTo>
                    <a:pt x="596224" y="9281"/>
                  </a:lnTo>
                  <a:lnTo>
                    <a:pt x="592717" y="9127"/>
                  </a:lnTo>
                  <a:lnTo>
                    <a:pt x="589210" y="8861"/>
                  </a:lnTo>
                  <a:lnTo>
                    <a:pt x="585703" y="8577"/>
                  </a:lnTo>
                  <a:lnTo>
                    <a:pt x="582196" y="8504"/>
                  </a:lnTo>
                  <a:lnTo>
                    <a:pt x="578688" y="8431"/>
                  </a:lnTo>
                  <a:lnTo>
                    <a:pt x="575181" y="8128"/>
                  </a:lnTo>
                  <a:lnTo>
                    <a:pt x="571674" y="7928"/>
                  </a:lnTo>
                  <a:lnTo>
                    <a:pt x="568167" y="7759"/>
                  </a:lnTo>
                  <a:lnTo>
                    <a:pt x="564660" y="7524"/>
                  </a:lnTo>
                  <a:lnTo>
                    <a:pt x="561152" y="7321"/>
                  </a:lnTo>
                  <a:lnTo>
                    <a:pt x="557645" y="7096"/>
                  </a:lnTo>
                  <a:lnTo>
                    <a:pt x="554138" y="6921"/>
                  </a:lnTo>
                  <a:lnTo>
                    <a:pt x="550631" y="6569"/>
                  </a:lnTo>
                  <a:lnTo>
                    <a:pt x="547124" y="6246"/>
                  </a:lnTo>
                  <a:lnTo>
                    <a:pt x="543616" y="5964"/>
                  </a:lnTo>
                  <a:lnTo>
                    <a:pt x="540109" y="5746"/>
                  </a:lnTo>
                  <a:lnTo>
                    <a:pt x="536602" y="5515"/>
                  </a:lnTo>
                  <a:lnTo>
                    <a:pt x="533095" y="5354"/>
                  </a:lnTo>
                  <a:lnTo>
                    <a:pt x="529588" y="5134"/>
                  </a:lnTo>
                  <a:lnTo>
                    <a:pt x="526080" y="5086"/>
                  </a:lnTo>
                  <a:lnTo>
                    <a:pt x="522573" y="4805"/>
                  </a:lnTo>
                  <a:lnTo>
                    <a:pt x="519066" y="4542"/>
                  </a:lnTo>
                  <a:lnTo>
                    <a:pt x="515559" y="4460"/>
                  </a:lnTo>
                  <a:lnTo>
                    <a:pt x="512052" y="4319"/>
                  </a:lnTo>
                  <a:lnTo>
                    <a:pt x="508544" y="4107"/>
                  </a:lnTo>
                  <a:lnTo>
                    <a:pt x="505037" y="3923"/>
                  </a:lnTo>
                  <a:lnTo>
                    <a:pt x="501530" y="3739"/>
                  </a:lnTo>
                  <a:lnTo>
                    <a:pt x="498023" y="3547"/>
                  </a:lnTo>
                  <a:lnTo>
                    <a:pt x="494516" y="3352"/>
                  </a:lnTo>
                  <a:lnTo>
                    <a:pt x="491008" y="3100"/>
                  </a:lnTo>
                  <a:lnTo>
                    <a:pt x="487501" y="2925"/>
                  </a:lnTo>
                  <a:lnTo>
                    <a:pt x="483994" y="2747"/>
                  </a:lnTo>
                  <a:lnTo>
                    <a:pt x="480487" y="2528"/>
                  </a:lnTo>
                  <a:lnTo>
                    <a:pt x="476979" y="2338"/>
                  </a:lnTo>
                  <a:lnTo>
                    <a:pt x="473472" y="2068"/>
                  </a:lnTo>
                  <a:lnTo>
                    <a:pt x="469965" y="1914"/>
                  </a:lnTo>
                  <a:lnTo>
                    <a:pt x="466458" y="1800"/>
                  </a:lnTo>
                  <a:lnTo>
                    <a:pt x="462951" y="1658"/>
                  </a:lnTo>
                  <a:lnTo>
                    <a:pt x="459443" y="1438"/>
                  </a:lnTo>
                  <a:lnTo>
                    <a:pt x="455936" y="1352"/>
                  </a:lnTo>
                  <a:lnTo>
                    <a:pt x="452429" y="1357"/>
                  </a:lnTo>
                  <a:lnTo>
                    <a:pt x="448922" y="1334"/>
                  </a:lnTo>
                  <a:lnTo>
                    <a:pt x="445415" y="1207"/>
                  </a:lnTo>
                  <a:lnTo>
                    <a:pt x="441907" y="1070"/>
                  </a:lnTo>
                  <a:lnTo>
                    <a:pt x="438400" y="1000"/>
                  </a:lnTo>
                  <a:lnTo>
                    <a:pt x="434893" y="943"/>
                  </a:lnTo>
                  <a:lnTo>
                    <a:pt x="431386" y="915"/>
                  </a:lnTo>
                  <a:lnTo>
                    <a:pt x="427879" y="847"/>
                  </a:lnTo>
                  <a:lnTo>
                    <a:pt x="424371" y="669"/>
                  </a:lnTo>
                  <a:lnTo>
                    <a:pt x="420864" y="530"/>
                  </a:lnTo>
                  <a:lnTo>
                    <a:pt x="417357" y="518"/>
                  </a:lnTo>
                  <a:lnTo>
                    <a:pt x="413850" y="422"/>
                  </a:lnTo>
                  <a:lnTo>
                    <a:pt x="410343" y="312"/>
                  </a:lnTo>
                  <a:lnTo>
                    <a:pt x="406835" y="206"/>
                  </a:lnTo>
                  <a:lnTo>
                    <a:pt x="403328" y="237"/>
                  </a:lnTo>
                  <a:lnTo>
                    <a:pt x="399821" y="119"/>
                  </a:lnTo>
                  <a:lnTo>
                    <a:pt x="396314" y="32"/>
                  </a:lnTo>
                  <a:lnTo>
                    <a:pt x="392807" y="0"/>
                  </a:lnTo>
                  <a:lnTo>
                    <a:pt x="389299" y="74"/>
                  </a:lnTo>
                  <a:lnTo>
                    <a:pt x="385792" y="106"/>
                  </a:lnTo>
                  <a:lnTo>
                    <a:pt x="382285" y="285"/>
                  </a:lnTo>
                  <a:lnTo>
                    <a:pt x="378778" y="354"/>
                  </a:lnTo>
                  <a:lnTo>
                    <a:pt x="375271" y="384"/>
                  </a:lnTo>
                  <a:lnTo>
                    <a:pt x="371763" y="513"/>
                  </a:lnTo>
                  <a:lnTo>
                    <a:pt x="368256" y="895"/>
                  </a:lnTo>
                  <a:lnTo>
                    <a:pt x="364749" y="1071"/>
                  </a:lnTo>
                  <a:lnTo>
                    <a:pt x="361242" y="1303"/>
                  </a:lnTo>
                  <a:lnTo>
                    <a:pt x="357734" y="1506"/>
                  </a:lnTo>
                  <a:lnTo>
                    <a:pt x="354227" y="1824"/>
                  </a:lnTo>
                  <a:lnTo>
                    <a:pt x="350720" y="2094"/>
                  </a:lnTo>
                  <a:lnTo>
                    <a:pt x="347213" y="2452"/>
                  </a:lnTo>
                  <a:lnTo>
                    <a:pt x="343706" y="2777"/>
                  </a:lnTo>
                  <a:lnTo>
                    <a:pt x="340198" y="3156"/>
                  </a:lnTo>
                  <a:lnTo>
                    <a:pt x="336691" y="3525"/>
                  </a:lnTo>
                  <a:lnTo>
                    <a:pt x="333184" y="3864"/>
                  </a:lnTo>
                  <a:lnTo>
                    <a:pt x="329677" y="4212"/>
                  </a:lnTo>
                  <a:lnTo>
                    <a:pt x="326170" y="4598"/>
                  </a:lnTo>
                  <a:lnTo>
                    <a:pt x="322662" y="5131"/>
                  </a:lnTo>
                  <a:lnTo>
                    <a:pt x="319155" y="5524"/>
                  </a:lnTo>
                  <a:lnTo>
                    <a:pt x="315648" y="6101"/>
                  </a:lnTo>
                  <a:lnTo>
                    <a:pt x="312141" y="6619"/>
                  </a:lnTo>
                  <a:lnTo>
                    <a:pt x="308634" y="7090"/>
                  </a:lnTo>
                  <a:lnTo>
                    <a:pt x="305126" y="7605"/>
                  </a:lnTo>
                  <a:lnTo>
                    <a:pt x="301619" y="8214"/>
                  </a:lnTo>
                  <a:lnTo>
                    <a:pt x="298112" y="8743"/>
                  </a:lnTo>
                  <a:lnTo>
                    <a:pt x="294605" y="9403"/>
                  </a:lnTo>
                  <a:lnTo>
                    <a:pt x="291098" y="9970"/>
                  </a:lnTo>
                  <a:lnTo>
                    <a:pt x="287590" y="10586"/>
                  </a:lnTo>
                  <a:lnTo>
                    <a:pt x="284083" y="11202"/>
                  </a:lnTo>
                  <a:lnTo>
                    <a:pt x="280576" y="11714"/>
                  </a:lnTo>
                  <a:lnTo>
                    <a:pt x="277069" y="12220"/>
                  </a:lnTo>
                  <a:lnTo>
                    <a:pt x="273562" y="12822"/>
                  </a:lnTo>
                  <a:lnTo>
                    <a:pt x="270054" y="13504"/>
                  </a:lnTo>
                  <a:lnTo>
                    <a:pt x="266547" y="14059"/>
                  </a:lnTo>
                  <a:lnTo>
                    <a:pt x="263040" y="14687"/>
                  </a:lnTo>
                  <a:lnTo>
                    <a:pt x="259533" y="15396"/>
                  </a:lnTo>
                  <a:lnTo>
                    <a:pt x="256026" y="16208"/>
                  </a:lnTo>
                  <a:lnTo>
                    <a:pt x="252518" y="16899"/>
                  </a:lnTo>
                  <a:lnTo>
                    <a:pt x="249011" y="17580"/>
                  </a:lnTo>
                  <a:lnTo>
                    <a:pt x="245504" y="18252"/>
                  </a:lnTo>
                  <a:lnTo>
                    <a:pt x="241997" y="18942"/>
                  </a:lnTo>
                  <a:lnTo>
                    <a:pt x="238489" y="19642"/>
                  </a:lnTo>
                  <a:lnTo>
                    <a:pt x="234982" y="20291"/>
                  </a:lnTo>
                  <a:lnTo>
                    <a:pt x="231475" y="21043"/>
                  </a:lnTo>
                  <a:lnTo>
                    <a:pt x="227968" y="21745"/>
                  </a:lnTo>
                  <a:lnTo>
                    <a:pt x="224461" y="22454"/>
                  </a:lnTo>
                  <a:lnTo>
                    <a:pt x="220953" y="23231"/>
                  </a:lnTo>
                  <a:lnTo>
                    <a:pt x="217446" y="23932"/>
                  </a:lnTo>
                  <a:lnTo>
                    <a:pt x="213939" y="24607"/>
                  </a:lnTo>
                  <a:lnTo>
                    <a:pt x="210432" y="25387"/>
                  </a:lnTo>
                  <a:lnTo>
                    <a:pt x="206925" y="26007"/>
                  </a:lnTo>
                  <a:lnTo>
                    <a:pt x="203417" y="26753"/>
                  </a:lnTo>
                  <a:lnTo>
                    <a:pt x="199910" y="27490"/>
                  </a:lnTo>
                  <a:lnTo>
                    <a:pt x="196403" y="28156"/>
                  </a:lnTo>
                  <a:lnTo>
                    <a:pt x="192896" y="28894"/>
                  </a:lnTo>
                  <a:lnTo>
                    <a:pt x="189389" y="29580"/>
                  </a:lnTo>
                  <a:lnTo>
                    <a:pt x="185881" y="30256"/>
                  </a:lnTo>
                  <a:lnTo>
                    <a:pt x="182374" y="30967"/>
                  </a:lnTo>
                  <a:lnTo>
                    <a:pt x="178867" y="31748"/>
                  </a:lnTo>
                  <a:lnTo>
                    <a:pt x="175360" y="32420"/>
                  </a:lnTo>
                  <a:lnTo>
                    <a:pt x="171853" y="33055"/>
                  </a:lnTo>
                  <a:lnTo>
                    <a:pt x="168345" y="33703"/>
                  </a:lnTo>
                  <a:lnTo>
                    <a:pt x="164838" y="34330"/>
                  </a:lnTo>
                  <a:lnTo>
                    <a:pt x="161331" y="35001"/>
                  </a:lnTo>
                  <a:lnTo>
                    <a:pt x="157824" y="35695"/>
                  </a:lnTo>
                  <a:lnTo>
                    <a:pt x="154317" y="36374"/>
                  </a:lnTo>
                  <a:lnTo>
                    <a:pt x="150809" y="37153"/>
                  </a:lnTo>
                  <a:lnTo>
                    <a:pt x="147302" y="37818"/>
                  </a:lnTo>
                  <a:lnTo>
                    <a:pt x="143795" y="38579"/>
                  </a:lnTo>
                  <a:lnTo>
                    <a:pt x="140288" y="39288"/>
                  </a:lnTo>
                  <a:lnTo>
                    <a:pt x="136781" y="39910"/>
                  </a:lnTo>
                  <a:lnTo>
                    <a:pt x="133273" y="40648"/>
                  </a:lnTo>
                  <a:lnTo>
                    <a:pt x="129766" y="41327"/>
                  </a:lnTo>
                  <a:lnTo>
                    <a:pt x="126259" y="42061"/>
                  </a:lnTo>
                  <a:lnTo>
                    <a:pt x="122752" y="42770"/>
                  </a:lnTo>
                  <a:lnTo>
                    <a:pt x="119244" y="43501"/>
                  </a:lnTo>
                  <a:lnTo>
                    <a:pt x="115737" y="44195"/>
                  </a:lnTo>
                  <a:lnTo>
                    <a:pt x="112230" y="44888"/>
                  </a:lnTo>
                  <a:lnTo>
                    <a:pt x="108723" y="45526"/>
                  </a:lnTo>
                  <a:lnTo>
                    <a:pt x="105216" y="46280"/>
                  </a:lnTo>
                  <a:lnTo>
                    <a:pt x="101708" y="47033"/>
                  </a:lnTo>
                  <a:lnTo>
                    <a:pt x="98201" y="47747"/>
                  </a:lnTo>
                  <a:lnTo>
                    <a:pt x="94694" y="48459"/>
                  </a:lnTo>
                  <a:lnTo>
                    <a:pt x="91187" y="49231"/>
                  </a:lnTo>
                  <a:lnTo>
                    <a:pt x="87680" y="49965"/>
                  </a:lnTo>
                  <a:lnTo>
                    <a:pt x="84172" y="50640"/>
                  </a:lnTo>
                  <a:lnTo>
                    <a:pt x="80665" y="51402"/>
                  </a:lnTo>
                  <a:lnTo>
                    <a:pt x="77158" y="52065"/>
                  </a:lnTo>
                  <a:lnTo>
                    <a:pt x="73651" y="52655"/>
                  </a:lnTo>
                  <a:lnTo>
                    <a:pt x="70144" y="53393"/>
                  </a:lnTo>
                  <a:lnTo>
                    <a:pt x="66636" y="54162"/>
                  </a:lnTo>
                  <a:lnTo>
                    <a:pt x="63129" y="54843"/>
                  </a:lnTo>
                  <a:lnTo>
                    <a:pt x="59622" y="55595"/>
                  </a:lnTo>
                  <a:lnTo>
                    <a:pt x="56115" y="56300"/>
                  </a:lnTo>
                  <a:lnTo>
                    <a:pt x="52608" y="57038"/>
                  </a:lnTo>
                  <a:lnTo>
                    <a:pt x="49100" y="57706"/>
                  </a:lnTo>
                  <a:lnTo>
                    <a:pt x="45593" y="58362"/>
                  </a:lnTo>
                  <a:lnTo>
                    <a:pt x="42086" y="59041"/>
                  </a:lnTo>
                  <a:lnTo>
                    <a:pt x="38579" y="59698"/>
                  </a:lnTo>
                  <a:lnTo>
                    <a:pt x="35072" y="60286"/>
                  </a:lnTo>
                  <a:lnTo>
                    <a:pt x="31564" y="60948"/>
                  </a:lnTo>
                  <a:lnTo>
                    <a:pt x="28057" y="61665"/>
                  </a:lnTo>
                  <a:lnTo>
                    <a:pt x="24550" y="62320"/>
                  </a:lnTo>
                  <a:lnTo>
                    <a:pt x="21043" y="62985"/>
                  </a:lnTo>
                  <a:lnTo>
                    <a:pt x="17536" y="63602"/>
                  </a:lnTo>
                  <a:lnTo>
                    <a:pt x="14028" y="64217"/>
                  </a:lnTo>
                  <a:lnTo>
                    <a:pt x="10521" y="64914"/>
                  </a:lnTo>
                  <a:lnTo>
                    <a:pt x="7014" y="65648"/>
                  </a:lnTo>
                  <a:lnTo>
                    <a:pt x="3507" y="66379"/>
                  </a:lnTo>
                  <a:lnTo>
                    <a:pt x="0" y="670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85957" y="4150488"/>
              <a:ext cx="838222" cy="80573"/>
            </a:xfrm>
            <a:custGeom>
              <a:avLst/>
              <a:pathLst>
                <a:path w="838222" h="80573">
                  <a:moveTo>
                    <a:pt x="0" y="80573"/>
                  </a:moveTo>
                  <a:lnTo>
                    <a:pt x="3507" y="80302"/>
                  </a:lnTo>
                  <a:lnTo>
                    <a:pt x="7014" y="80029"/>
                  </a:lnTo>
                  <a:lnTo>
                    <a:pt x="10521" y="79756"/>
                  </a:lnTo>
                  <a:lnTo>
                    <a:pt x="14028" y="79483"/>
                  </a:lnTo>
                  <a:lnTo>
                    <a:pt x="17536" y="79209"/>
                  </a:lnTo>
                  <a:lnTo>
                    <a:pt x="21043" y="78935"/>
                  </a:lnTo>
                  <a:lnTo>
                    <a:pt x="24550" y="78660"/>
                  </a:lnTo>
                  <a:lnTo>
                    <a:pt x="28057" y="78384"/>
                  </a:lnTo>
                  <a:lnTo>
                    <a:pt x="31564" y="78108"/>
                  </a:lnTo>
                  <a:lnTo>
                    <a:pt x="35072" y="77831"/>
                  </a:lnTo>
                  <a:lnTo>
                    <a:pt x="38579" y="77554"/>
                  </a:lnTo>
                  <a:lnTo>
                    <a:pt x="42086" y="77276"/>
                  </a:lnTo>
                  <a:lnTo>
                    <a:pt x="45593" y="76998"/>
                  </a:lnTo>
                  <a:lnTo>
                    <a:pt x="49100" y="76719"/>
                  </a:lnTo>
                  <a:lnTo>
                    <a:pt x="52608" y="76440"/>
                  </a:lnTo>
                  <a:lnTo>
                    <a:pt x="56115" y="76159"/>
                  </a:lnTo>
                  <a:lnTo>
                    <a:pt x="59622" y="75879"/>
                  </a:lnTo>
                  <a:lnTo>
                    <a:pt x="63129" y="75598"/>
                  </a:lnTo>
                  <a:lnTo>
                    <a:pt x="66636" y="75316"/>
                  </a:lnTo>
                  <a:lnTo>
                    <a:pt x="70144" y="75034"/>
                  </a:lnTo>
                  <a:lnTo>
                    <a:pt x="73651" y="74751"/>
                  </a:lnTo>
                  <a:lnTo>
                    <a:pt x="77158" y="74468"/>
                  </a:lnTo>
                  <a:lnTo>
                    <a:pt x="80665" y="74184"/>
                  </a:lnTo>
                  <a:lnTo>
                    <a:pt x="84172" y="73899"/>
                  </a:lnTo>
                  <a:lnTo>
                    <a:pt x="87680" y="73614"/>
                  </a:lnTo>
                  <a:lnTo>
                    <a:pt x="91187" y="73328"/>
                  </a:lnTo>
                  <a:lnTo>
                    <a:pt x="94694" y="73042"/>
                  </a:lnTo>
                  <a:lnTo>
                    <a:pt x="98201" y="72755"/>
                  </a:lnTo>
                  <a:lnTo>
                    <a:pt x="101708" y="72468"/>
                  </a:lnTo>
                  <a:lnTo>
                    <a:pt x="105216" y="72180"/>
                  </a:lnTo>
                  <a:lnTo>
                    <a:pt x="108723" y="71892"/>
                  </a:lnTo>
                  <a:lnTo>
                    <a:pt x="112230" y="71603"/>
                  </a:lnTo>
                  <a:lnTo>
                    <a:pt x="115737" y="71313"/>
                  </a:lnTo>
                  <a:lnTo>
                    <a:pt x="119244" y="71023"/>
                  </a:lnTo>
                  <a:lnTo>
                    <a:pt x="122752" y="70732"/>
                  </a:lnTo>
                  <a:lnTo>
                    <a:pt x="126259" y="70441"/>
                  </a:lnTo>
                  <a:lnTo>
                    <a:pt x="129766" y="70149"/>
                  </a:lnTo>
                  <a:lnTo>
                    <a:pt x="133273" y="69857"/>
                  </a:lnTo>
                  <a:lnTo>
                    <a:pt x="136781" y="69564"/>
                  </a:lnTo>
                  <a:lnTo>
                    <a:pt x="140288" y="69271"/>
                  </a:lnTo>
                  <a:lnTo>
                    <a:pt x="143795" y="68976"/>
                  </a:lnTo>
                  <a:lnTo>
                    <a:pt x="147302" y="68682"/>
                  </a:lnTo>
                  <a:lnTo>
                    <a:pt x="150809" y="68387"/>
                  </a:lnTo>
                  <a:lnTo>
                    <a:pt x="154317" y="68091"/>
                  </a:lnTo>
                  <a:lnTo>
                    <a:pt x="157824" y="67795"/>
                  </a:lnTo>
                  <a:lnTo>
                    <a:pt x="161331" y="67498"/>
                  </a:lnTo>
                  <a:lnTo>
                    <a:pt x="164838" y="67200"/>
                  </a:lnTo>
                  <a:lnTo>
                    <a:pt x="168345" y="66902"/>
                  </a:lnTo>
                  <a:lnTo>
                    <a:pt x="171853" y="66604"/>
                  </a:lnTo>
                  <a:lnTo>
                    <a:pt x="175360" y="66304"/>
                  </a:lnTo>
                  <a:lnTo>
                    <a:pt x="178867" y="66005"/>
                  </a:lnTo>
                  <a:lnTo>
                    <a:pt x="182374" y="65704"/>
                  </a:lnTo>
                  <a:lnTo>
                    <a:pt x="185881" y="65404"/>
                  </a:lnTo>
                  <a:lnTo>
                    <a:pt x="189389" y="65102"/>
                  </a:lnTo>
                  <a:lnTo>
                    <a:pt x="192896" y="64800"/>
                  </a:lnTo>
                  <a:lnTo>
                    <a:pt x="196403" y="64498"/>
                  </a:lnTo>
                  <a:lnTo>
                    <a:pt x="199910" y="64195"/>
                  </a:lnTo>
                  <a:lnTo>
                    <a:pt x="203417" y="63891"/>
                  </a:lnTo>
                  <a:lnTo>
                    <a:pt x="206925" y="63587"/>
                  </a:lnTo>
                  <a:lnTo>
                    <a:pt x="210432" y="63282"/>
                  </a:lnTo>
                  <a:lnTo>
                    <a:pt x="213939" y="62977"/>
                  </a:lnTo>
                  <a:lnTo>
                    <a:pt x="217446" y="62671"/>
                  </a:lnTo>
                  <a:lnTo>
                    <a:pt x="220953" y="62364"/>
                  </a:lnTo>
                  <a:lnTo>
                    <a:pt x="224461" y="62057"/>
                  </a:lnTo>
                  <a:lnTo>
                    <a:pt x="227968" y="61749"/>
                  </a:lnTo>
                  <a:lnTo>
                    <a:pt x="231475" y="61441"/>
                  </a:lnTo>
                  <a:lnTo>
                    <a:pt x="234982" y="61132"/>
                  </a:lnTo>
                  <a:lnTo>
                    <a:pt x="238489" y="60823"/>
                  </a:lnTo>
                  <a:lnTo>
                    <a:pt x="241997" y="60513"/>
                  </a:lnTo>
                  <a:lnTo>
                    <a:pt x="245504" y="60203"/>
                  </a:lnTo>
                  <a:lnTo>
                    <a:pt x="249011" y="59892"/>
                  </a:lnTo>
                  <a:lnTo>
                    <a:pt x="252518" y="59580"/>
                  </a:lnTo>
                  <a:lnTo>
                    <a:pt x="256026" y="59268"/>
                  </a:lnTo>
                  <a:lnTo>
                    <a:pt x="259533" y="58955"/>
                  </a:lnTo>
                  <a:lnTo>
                    <a:pt x="263040" y="58642"/>
                  </a:lnTo>
                  <a:lnTo>
                    <a:pt x="266547" y="58328"/>
                  </a:lnTo>
                  <a:lnTo>
                    <a:pt x="270054" y="58014"/>
                  </a:lnTo>
                  <a:lnTo>
                    <a:pt x="273562" y="57699"/>
                  </a:lnTo>
                  <a:lnTo>
                    <a:pt x="277069" y="57383"/>
                  </a:lnTo>
                  <a:lnTo>
                    <a:pt x="280576" y="57067"/>
                  </a:lnTo>
                  <a:lnTo>
                    <a:pt x="284083" y="56751"/>
                  </a:lnTo>
                  <a:lnTo>
                    <a:pt x="287590" y="56433"/>
                  </a:lnTo>
                  <a:lnTo>
                    <a:pt x="291098" y="56116"/>
                  </a:lnTo>
                  <a:lnTo>
                    <a:pt x="294605" y="55797"/>
                  </a:lnTo>
                  <a:lnTo>
                    <a:pt x="298112" y="55478"/>
                  </a:lnTo>
                  <a:lnTo>
                    <a:pt x="301619" y="55159"/>
                  </a:lnTo>
                  <a:lnTo>
                    <a:pt x="305126" y="54839"/>
                  </a:lnTo>
                  <a:lnTo>
                    <a:pt x="308634" y="54518"/>
                  </a:lnTo>
                  <a:lnTo>
                    <a:pt x="312141" y="54197"/>
                  </a:lnTo>
                  <a:lnTo>
                    <a:pt x="315648" y="53875"/>
                  </a:lnTo>
                  <a:lnTo>
                    <a:pt x="319155" y="53553"/>
                  </a:lnTo>
                  <a:lnTo>
                    <a:pt x="322662" y="53230"/>
                  </a:lnTo>
                  <a:lnTo>
                    <a:pt x="326170" y="52907"/>
                  </a:lnTo>
                  <a:lnTo>
                    <a:pt x="329677" y="52583"/>
                  </a:lnTo>
                  <a:lnTo>
                    <a:pt x="333184" y="52258"/>
                  </a:lnTo>
                  <a:lnTo>
                    <a:pt x="336691" y="51933"/>
                  </a:lnTo>
                  <a:lnTo>
                    <a:pt x="340198" y="51608"/>
                  </a:lnTo>
                  <a:lnTo>
                    <a:pt x="343706" y="51281"/>
                  </a:lnTo>
                  <a:lnTo>
                    <a:pt x="347213" y="50955"/>
                  </a:lnTo>
                  <a:lnTo>
                    <a:pt x="350720" y="50627"/>
                  </a:lnTo>
                  <a:lnTo>
                    <a:pt x="354227" y="50299"/>
                  </a:lnTo>
                  <a:lnTo>
                    <a:pt x="357734" y="49971"/>
                  </a:lnTo>
                  <a:lnTo>
                    <a:pt x="361242" y="49642"/>
                  </a:lnTo>
                  <a:lnTo>
                    <a:pt x="364749" y="49312"/>
                  </a:lnTo>
                  <a:lnTo>
                    <a:pt x="368256" y="48982"/>
                  </a:lnTo>
                  <a:lnTo>
                    <a:pt x="371763" y="48652"/>
                  </a:lnTo>
                  <a:lnTo>
                    <a:pt x="375271" y="48320"/>
                  </a:lnTo>
                  <a:lnTo>
                    <a:pt x="378778" y="47989"/>
                  </a:lnTo>
                  <a:lnTo>
                    <a:pt x="382285" y="47656"/>
                  </a:lnTo>
                  <a:lnTo>
                    <a:pt x="385792" y="47323"/>
                  </a:lnTo>
                  <a:lnTo>
                    <a:pt x="389299" y="46990"/>
                  </a:lnTo>
                  <a:lnTo>
                    <a:pt x="392807" y="46656"/>
                  </a:lnTo>
                  <a:lnTo>
                    <a:pt x="396314" y="46321"/>
                  </a:lnTo>
                  <a:lnTo>
                    <a:pt x="399821" y="45986"/>
                  </a:lnTo>
                  <a:lnTo>
                    <a:pt x="403328" y="45650"/>
                  </a:lnTo>
                  <a:lnTo>
                    <a:pt x="406835" y="45314"/>
                  </a:lnTo>
                  <a:lnTo>
                    <a:pt x="410343" y="44977"/>
                  </a:lnTo>
                  <a:lnTo>
                    <a:pt x="413850" y="44640"/>
                  </a:lnTo>
                  <a:lnTo>
                    <a:pt x="417357" y="44302"/>
                  </a:lnTo>
                  <a:lnTo>
                    <a:pt x="420864" y="43964"/>
                  </a:lnTo>
                  <a:lnTo>
                    <a:pt x="424371" y="43625"/>
                  </a:lnTo>
                  <a:lnTo>
                    <a:pt x="427879" y="43285"/>
                  </a:lnTo>
                  <a:lnTo>
                    <a:pt x="431386" y="42945"/>
                  </a:lnTo>
                  <a:lnTo>
                    <a:pt x="434893" y="42605"/>
                  </a:lnTo>
                  <a:lnTo>
                    <a:pt x="438400" y="42263"/>
                  </a:lnTo>
                  <a:lnTo>
                    <a:pt x="441907" y="41922"/>
                  </a:lnTo>
                  <a:lnTo>
                    <a:pt x="445415" y="41580"/>
                  </a:lnTo>
                  <a:lnTo>
                    <a:pt x="448922" y="41237"/>
                  </a:lnTo>
                  <a:lnTo>
                    <a:pt x="452429" y="40893"/>
                  </a:lnTo>
                  <a:lnTo>
                    <a:pt x="455936" y="40549"/>
                  </a:lnTo>
                  <a:lnTo>
                    <a:pt x="459443" y="40205"/>
                  </a:lnTo>
                  <a:lnTo>
                    <a:pt x="462951" y="39860"/>
                  </a:lnTo>
                  <a:lnTo>
                    <a:pt x="466458" y="39515"/>
                  </a:lnTo>
                  <a:lnTo>
                    <a:pt x="469965" y="39168"/>
                  </a:lnTo>
                  <a:lnTo>
                    <a:pt x="473472" y="38822"/>
                  </a:lnTo>
                  <a:lnTo>
                    <a:pt x="476979" y="38475"/>
                  </a:lnTo>
                  <a:lnTo>
                    <a:pt x="480487" y="38127"/>
                  </a:lnTo>
                  <a:lnTo>
                    <a:pt x="483994" y="37779"/>
                  </a:lnTo>
                  <a:lnTo>
                    <a:pt x="487501" y="37430"/>
                  </a:lnTo>
                  <a:lnTo>
                    <a:pt x="491008" y="37081"/>
                  </a:lnTo>
                  <a:lnTo>
                    <a:pt x="494516" y="36731"/>
                  </a:lnTo>
                  <a:lnTo>
                    <a:pt x="498023" y="36380"/>
                  </a:lnTo>
                  <a:lnTo>
                    <a:pt x="501530" y="36030"/>
                  </a:lnTo>
                  <a:lnTo>
                    <a:pt x="505037" y="35678"/>
                  </a:lnTo>
                  <a:lnTo>
                    <a:pt x="508544" y="35326"/>
                  </a:lnTo>
                  <a:lnTo>
                    <a:pt x="512052" y="34974"/>
                  </a:lnTo>
                  <a:lnTo>
                    <a:pt x="515559" y="34621"/>
                  </a:lnTo>
                  <a:lnTo>
                    <a:pt x="519066" y="34267"/>
                  </a:lnTo>
                  <a:lnTo>
                    <a:pt x="522573" y="33913"/>
                  </a:lnTo>
                  <a:lnTo>
                    <a:pt x="526080" y="33558"/>
                  </a:lnTo>
                  <a:lnTo>
                    <a:pt x="529588" y="33203"/>
                  </a:lnTo>
                  <a:lnTo>
                    <a:pt x="533095" y="32847"/>
                  </a:lnTo>
                  <a:lnTo>
                    <a:pt x="536602" y="32491"/>
                  </a:lnTo>
                  <a:lnTo>
                    <a:pt x="540109" y="32134"/>
                  </a:lnTo>
                  <a:lnTo>
                    <a:pt x="543616" y="31777"/>
                  </a:lnTo>
                  <a:lnTo>
                    <a:pt x="547124" y="31419"/>
                  </a:lnTo>
                  <a:lnTo>
                    <a:pt x="550631" y="31061"/>
                  </a:lnTo>
                  <a:lnTo>
                    <a:pt x="554138" y="30702"/>
                  </a:lnTo>
                  <a:lnTo>
                    <a:pt x="557645" y="30343"/>
                  </a:lnTo>
                  <a:lnTo>
                    <a:pt x="561152" y="29983"/>
                  </a:lnTo>
                  <a:lnTo>
                    <a:pt x="564660" y="29622"/>
                  </a:lnTo>
                  <a:lnTo>
                    <a:pt x="568167" y="29261"/>
                  </a:lnTo>
                  <a:lnTo>
                    <a:pt x="571674" y="28900"/>
                  </a:lnTo>
                  <a:lnTo>
                    <a:pt x="575181" y="28538"/>
                  </a:lnTo>
                  <a:lnTo>
                    <a:pt x="578688" y="28175"/>
                  </a:lnTo>
                  <a:lnTo>
                    <a:pt x="582196" y="27812"/>
                  </a:lnTo>
                  <a:lnTo>
                    <a:pt x="585703" y="27449"/>
                  </a:lnTo>
                  <a:lnTo>
                    <a:pt x="589210" y="27085"/>
                  </a:lnTo>
                  <a:lnTo>
                    <a:pt x="592717" y="26720"/>
                  </a:lnTo>
                  <a:lnTo>
                    <a:pt x="596224" y="26355"/>
                  </a:lnTo>
                  <a:lnTo>
                    <a:pt x="599732" y="25990"/>
                  </a:lnTo>
                  <a:lnTo>
                    <a:pt x="603239" y="25624"/>
                  </a:lnTo>
                  <a:lnTo>
                    <a:pt x="606746" y="25257"/>
                  </a:lnTo>
                  <a:lnTo>
                    <a:pt x="610253" y="24890"/>
                  </a:lnTo>
                  <a:lnTo>
                    <a:pt x="613761" y="24522"/>
                  </a:lnTo>
                  <a:lnTo>
                    <a:pt x="617268" y="24154"/>
                  </a:lnTo>
                  <a:lnTo>
                    <a:pt x="620775" y="23786"/>
                  </a:lnTo>
                  <a:lnTo>
                    <a:pt x="624282" y="23416"/>
                  </a:lnTo>
                  <a:lnTo>
                    <a:pt x="627789" y="23047"/>
                  </a:lnTo>
                  <a:lnTo>
                    <a:pt x="631297" y="22677"/>
                  </a:lnTo>
                  <a:lnTo>
                    <a:pt x="634804" y="22306"/>
                  </a:lnTo>
                  <a:lnTo>
                    <a:pt x="638311" y="21935"/>
                  </a:lnTo>
                  <a:lnTo>
                    <a:pt x="641818" y="21563"/>
                  </a:lnTo>
                  <a:lnTo>
                    <a:pt x="645325" y="21191"/>
                  </a:lnTo>
                  <a:lnTo>
                    <a:pt x="648833" y="20819"/>
                  </a:lnTo>
                  <a:lnTo>
                    <a:pt x="652340" y="20446"/>
                  </a:lnTo>
                  <a:lnTo>
                    <a:pt x="655847" y="20072"/>
                  </a:lnTo>
                  <a:lnTo>
                    <a:pt x="659354" y="19698"/>
                  </a:lnTo>
                  <a:lnTo>
                    <a:pt x="662861" y="19323"/>
                  </a:lnTo>
                  <a:lnTo>
                    <a:pt x="666369" y="18948"/>
                  </a:lnTo>
                  <a:lnTo>
                    <a:pt x="669876" y="18573"/>
                  </a:lnTo>
                  <a:lnTo>
                    <a:pt x="673383" y="18197"/>
                  </a:lnTo>
                  <a:lnTo>
                    <a:pt x="676890" y="17820"/>
                  </a:lnTo>
                  <a:lnTo>
                    <a:pt x="680397" y="17443"/>
                  </a:lnTo>
                  <a:lnTo>
                    <a:pt x="683905" y="17066"/>
                  </a:lnTo>
                  <a:lnTo>
                    <a:pt x="687412" y="16688"/>
                  </a:lnTo>
                  <a:lnTo>
                    <a:pt x="690919" y="16309"/>
                  </a:lnTo>
                  <a:lnTo>
                    <a:pt x="694426" y="15930"/>
                  </a:lnTo>
                  <a:lnTo>
                    <a:pt x="697933" y="15551"/>
                  </a:lnTo>
                  <a:lnTo>
                    <a:pt x="701441" y="15171"/>
                  </a:lnTo>
                  <a:lnTo>
                    <a:pt x="704948" y="14791"/>
                  </a:lnTo>
                  <a:lnTo>
                    <a:pt x="708455" y="14410"/>
                  </a:lnTo>
                  <a:lnTo>
                    <a:pt x="711962" y="14028"/>
                  </a:lnTo>
                  <a:lnTo>
                    <a:pt x="715469" y="13647"/>
                  </a:lnTo>
                  <a:lnTo>
                    <a:pt x="718977" y="13264"/>
                  </a:lnTo>
                  <a:lnTo>
                    <a:pt x="722484" y="12882"/>
                  </a:lnTo>
                  <a:lnTo>
                    <a:pt x="725991" y="12499"/>
                  </a:lnTo>
                  <a:lnTo>
                    <a:pt x="729498" y="12115"/>
                  </a:lnTo>
                  <a:lnTo>
                    <a:pt x="733006" y="11731"/>
                  </a:lnTo>
                  <a:lnTo>
                    <a:pt x="736513" y="11346"/>
                  </a:lnTo>
                  <a:lnTo>
                    <a:pt x="740020" y="10961"/>
                  </a:lnTo>
                  <a:lnTo>
                    <a:pt x="743527" y="10576"/>
                  </a:lnTo>
                  <a:lnTo>
                    <a:pt x="747034" y="10190"/>
                  </a:lnTo>
                  <a:lnTo>
                    <a:pt x="750542" y="9803"/>
                  </a:lnTo>
                  <a:lnTo>
                    <a:pt x="754049" y="9417"/>
                  </a:lnTo>
                  <a:lnTo>
                    <a:pt x="757556" y="9029"/>
                  </a:lnTo>
                  <a:lnTo>
                    <a:pt x="761063" y="8641"/>
                  </a:lnTo>
                  <a:lnTo>
                    <a:pt x="764570" y="8253"/>
                  </a:lnTo>
                  <a:lnTo>
                    <a:pt x="768078" y="7865"/>
                  </a:lnTo>
                  <a:lnTo>
                    <a:pt x="771585" y="7475"/>
                  </a:lnTo>
                  <a:lnTo>
                    <a:pt x="775092" y="7086"/>
                  </a:lnTo>
                  <a:lnTo>
                    <a:pt x="778599" y="6696"/>
                  </a:lnTo>
                  <a:lnTo>
                    <a:pt x="782106" y="6305"/>
                  </a:lnTo>
                  <a:lnTo>
                    <a:pt x="785614" y="5915"/>
                  </a:lnTo>
                  <a:lnTo>
                    <a:pt x="789121" y="5523"/>
                  </a:lnTo>
                  <a:lnTo>
                    <a:pt x="792628" y="5132"/>
                  </a:lnTo>
                  <a:lnTo>
                    <a:pt x="796135" y="4739"/>
                  </a:lnTo>
                  <a:lnTo>
                    <a:pt x="799642" y="4347"/>
                  </a:lnTo>
                  <a:lnTo>
                    <a:pt x="803150" y="3954"/>
                  </a:lnTo>
                  <a:lnTo>
                    <a:pt x="806657" y="3560"/>
                  </a:lnTo>
                  <a:lnTo>
                    <a:pt x="810164" y="3166"/>
                  </a:lnTo>
                  <a:lnTo>
                    <a:pt x="813671" y="2772"/>
                  </a:lnTo>
                  <a:lnTo>
                    <a:pt x="817178" y="2377"/>
                  </a:lnTo>
                  <a:lnTo>
                    <a:pt x="820686" y="1982"/>
                  </a:lnTo>
                  <a:lnTo>
                    <a:pt x="824193" y="1586"/>
                  </a:lnTo>
                  <a:lnTo>
                    <a:pt x="827700" y="1190"/>
                  </a:lnTo>
                  <a:lnTo>
                    <a:pt x="831207" y="794"/>
                  </a:lnTo>
                  <a:lnTo>
                    <a:pt x="834714" y="397"/>
                  </a:lnTo>
                  <a:lnTo>
                    <a:pt x="838222" y="0"/>
                  </a:lnTo>
                </a:path>
              </a:pathLst>
            </a:custGeom>
            <a:ln w="28456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544045" y="4219300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4544045" y="4632901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4585957" y="5176821"/>
              <a:ext cx="838222" cy="136459"/>
            </a:xfrm>
            <a:custGeom>
              <a:avLst/>
              <a:pathLst>
                <a:path w="838222" h="136459">
                  <a:moveTo>
                    <a:pt x="0" y="32367"/>
                  </a:moveTo>
                  <a:lnTo>
                    <a:pt x="3507" y="32873"/>
                  </a:lnTo>
                  <a:lnTo>
                    <a:pt x="7014" y="33379"/>
                  </a:lnTo>
                  <a:lnTo>
                    <a:pt x="10521" y="33855"/>
                  </a:lnTo>
                  <a:lnTo>
                    <a:pt x="14028" y="34204"/>
                  </a:lnTo>
                  <a:lnTo>
                    <a:pt x="17536" y="34708"/>
                  </a:lnTo>
                  <a:lnTo>
                    <a:pt x="21043" y="35198"/>
                  </a:lnTo>
                  <a:lnTo>
                    <a:pt x="24550" y="35603"/>
                  </a:lnTo>
                  <a:lnTo>
                    <a:pt x="28057" y="35989"/>
                  </a:lnTo>
                  <a:lnTo>
                    <a:pt x="31564" y="36379"/>
                  </a:lnTo>
                  <a:lnTo>
                    <a:pt x="35072" y="36770"/>
                  </a:lnTo>
                  <a:lnTo>
                    <a:pt x="38579" y="37160"/>
                  </a:lnTo>
                  <a:lnTo>
                    <a:pt x="42086" y="37550"/>
                  </a:lnTo>
                  <a:lnTo>
                    <a:pt x="45593" y="37943"/>
                  </a:lnTo>
                  <a:lnTo>
                    <a:pt x="49100" y="38349"/>
                  </a:lnTo>
                  <a:lnTo>
                    <a:pt x="52608" y="38902"/>
                  </a:lnTo>
                  <a:lnTo>
                    <a:pt x="56115" y="39476"/>
                  </a:lnTo>
                  <a:lnTo>
                    <a:pt x="59622" y="39913"/>
                  </a:lnTo>
                  <a:lnTo>
                    <a:pt x="63129" y="40366"/>
                  </a:lnTo>
                  <a:lnTo>
                    <a:pt x="66636" y="40816"/>
                  </a:lnTo>
                  <a:lnTo>
                    <a:pt x="70144" y="41191"/>
                  </a:lnTo>
                  <a:lnTo>
                    <a:pt x="73651" y="41635"/>
                  </a:lnTo>
                  <a:lnTo>
                    <a:pt x="77158" y="41953"/>
                  </a:lnTo>
                  <a:lnTo>
                    <a:pt x="80665" y="42412"/>
                  </a:lnTo>
                  <a:lnTo>
                    <a:pt x="84172" y="42811"/>
                  </a:lnTo>
                  <a:lnTo>
                    <a:pt x="87680" y="43110"/>
                  </a:lnTo>
                  <a:lnTo>
                    <a:pt x="91187" y="43471"/>
                  </a:lnTo>
                  <a:lnTo>
                    <a:pt x="94694" y="43964"/>
                  </a:lnTo>
                  <a:lnTo>
                    <a:pt x="98201" y="44540"/>
                  </a:lnTo>
                  <a:lnTo>
                    <a:pt x="101708" y="44969"/>
                  </a:lnTo>
                  <a:lnTo>
                    <a:pt x="105216" y="45468"/>
                  </a:lnTo>
                  <a:lnTo>
                    <a:pt x="108723" y="45908"/>
                  </a:lnTo>
                  <a:lnTo>
                    <a:pt x="112230" y="46445"/>
                  </a:lnTo>
                  <a:lnTo>
                    <a:pt x="115737" y="46964"/>
                  </a:lnTo>
                  <a:lnTo>
                    <a:pt x="119244" y="47433"/>
                  </a:lnTo>
                  <a:lnTo>
                    <a:pt x="122752" y="47899"/>
                  </a:lnTo>
                  <a:lnTo>
                    <a:pt x="126259" y="48080"/>
                  </a:lnTo>
                  <a:lnTo>
                    <a:pt x="129766" y="48708"/>
                  </a:lnTo>
                  <a:lnTo>
                    <a:pt x="133273" y="49114"/>
                  </a:lnTo>
                  <a:lnTo>
                    <a:pt x="136781" y="49364"/>
                  </a:lnTo>
                  <a:lnTo>
                    <a:pt x="140288" y="49865"/>
                  </a:lnTo>
                  <a:lnTo>
                    <a:pt x="143795" y="50384"/>
                  </a:lnTo>
                  <a:lnTo>
                    <a:pt x="147302" y="50816"/>
                  </a:lnTo>
                  <a:lnTo>
                    <a:pt x="150809" y="51157"/>
                  </a:lnTo>
                  <a:lnTo>
                    <a:pt x="154317" y="51405"/>
                  </a:lnTo>
                  <a:lnTo>
                    <a:pt x="157824" y="51733"/>
                  </a:lnTo>
                  <a:lnTo>
                    <a:pt x="161331" y="52244"/>
                  </a:lnTo>
                  <a:lnTo>
                    <a:pt x="164838" y="52518"/>
                  </a:lnTo>
                  <a:lnTo>
                    <a:pt x="168345" y="52973"/>
                  </a:lnTo>
                  <a:lnTo>
                    <a:pt x="171853" y="53353"/>
                  </a:lnTo>
                  <a:lnTo>
                    <a:pt x="175360" y="53713"/>
                  </a:lnTo>
                  <a:lnTo>
                    <a:pt x="178867" y="53925"/>
                  </a:lnTo>
                  <a:lnTo>
                    <a:pt x="182374" y="54448"/>
                  </a:lnTo>
                  <a:lnTo>
                    <a:pt x="185881" y="54958"/>
                  </a:lnTo>
                  <a:lnTo>
                    <a:pt x="189389" y="55194"/>
                  </a:lnTo>
                  <a:lnTo>
                    <a:pt x="192896" y="55385"/>
                  </a:lnTo>
                  <a:lnTo>
                    <a:pt x="196403" y="55789"/>
                  </a:lnTo>
                  <a:lnTo>
                    <a:pt x="199910" y="56155"/>
                  </a:lnTo>
                  <a:lnTo>
                    <a:pt x="203417" y="56495"/>
                  </a:lnTo>
                  <a:lnTo>
                    <a:pt x="206925" y="56817"/>
                  </a:lnTo>
                  <a:lnTo>
                    <a:pt x="210432" y="57136"/>
                  </a:lnTo>
                  <a:lnTo>
                    <a:pt x="213939" y="57324"/>
                  </a:lnTo>
                  <a:lnTo>
                    <a:pt x="217446" y="57600"/>
                  </a:lnTo>
                  <a:lnTo>
                    <a:pt x="220953" y="57770"/>
                  </a:lnTo>
                  <a:lnTo>
                    <a:pt x="224461" y="58147"/>
                  </a:lnTo>
                  <a:lnTo>
                    <a:pt x="227968" y="58362"/>
                  </a:lnTo>
                  <a:lnTo>
                    <a:pt x="231475" y="58658"/>
                  </a:lnTo>
                  <a:lnTo>
                    <a:pt x="234982" y="58820"/>
                  </a:lnTo>
                  <a:lnTo>
                    <a:pt x="238489" y="59005"/>
                  </a:lnTo>
                  <a:lnTo>
                    <a:pt x="241997" y="59178"/>
                  </a:lnTo>
                  <a:lnTo>
                    <a:pt x="245504" y="59388"/>
                  </a:lnTo>
                  <a:lnTo>
                    <a:pt x="249011" y="59667"/>
                  </a:lnTo>
                  <a:lnTo>
                    <a:pt x="252518" y="59839"/>
                  </a:lnTo>
                  <a:lnTo>
                    <a:pt x="256026" y="60004"/>
                  </a:lnTo>
                  <a:lnTo>
                    <a:pt x="259533" y="60206"/>
                  </a:lnTo>
                  <a:lnTo>
                    <a:pt x="263040" y="60600"/>
                  </a:lnTo>
                  <a:lnTo>
                    <a:pt x="266547" y="60943"/>
                  </a:lnTo>
                  <a:lnTo>
                    <a:pt x="270054" y="60977"/>
                  </a:lnTo>
                  <a:lnTo>
                    <a:pt x="273562" y="61012"/>
                  </a:lnTo>
                  <a:lnTo>
                    <a:pt x="277069" y="61375"/>
                  </a:lnTo>
                  <a:lnTo>
                    <a:pt x="280576" y="61543"/>
                  </a:lnTo>
                  <a:lnTo>
                    <a:pt x="284083" y="61649"/>
                  </a:lnTo>
                  <a:lnTo>
                    <a:pt x="287590" y="61849"/>
                  </a:lnTo>
                  <a:lnTo>
                    <a:pt x="291098" y="61939"/>
                  </a:lnTo>
                  <a:lnTo>
                    <a:pt x="294605" y="62222"/>
                  </a:lnTo>
                  <a:lnTo>
                    <a:pt x="298112" y="62370"/>
                  </a:lnTo>
                  <a:lnTo>
                    <a:pt x="301619" y="62493"/>
                  </a:lnTo>
                  <a:lnTo>
                    <a:pt x="305126" y="62608"/>
                  </a:lnTo>
                  <a:lnTo>
                    <a:pt x="308634" y="62558"/>
                  </a:lnTo>
                  <a:lnTo>
                    <a:pt x="312141" y="62839"/>
                  </a:lnTo>
                  <a:lnTo>
                    <a:pt x="315648" y="62929"/>
                  </a:lnTo>
                  <a:lnTo>
                    <a:pt x="319155" y="63018"/>
                  </a:lnTo>
                  <a:lnTo>
                    <a:pt x="322662" y="63154"/>
                  </a:lnTo>
                  <a:lnTo>
                    <a:pt x="326170" y="63169"/>
                  </a:lnTo>
                  <a:lnTo>
                    <a:pt x="329677" y="63145"/>
                  </a:lnTo>
                  <a:lnTo>
                    <a:pt x="333184" y="62952"/>
                  </a:lnTo>
                  <a:lnTo>
                    <a:pt x="336691" y="63036"/>
                  </a:lnTo>
                  <a:lnTo>
                    <a:pt x="340198" y="63168"/>
                  </a:lnTo>
                  <a:lnTo>
                    <a:pt x="343706" y="63058"/>
                  </a:lnTo>
                  <a:lnTo>
                    <a:pt x="347213" y="63086"/>
                  </a:lnTo>
                  <a:lnTo>
                    <a:pt x="350720" y="62817"/>
                  </a:lnTo>
                  <a:lnTo>
                    <a:pt x="354227" y="62926"/>
                  </a:lnTo>
                  <a:lnTo>
                    <a:pt x="357734" y="62852"/>
                  </a:lnTo>
                  <a:lnTo>
                    <a:pt x="361242" y="62844"/>
                  </a:lnTo>
                  <a:lnTo>
                    <a:pt x="364749" y="62754"/>
                  </a:lnTo>
                  <a:lnTo>
                    <a:pt x="368256" y="62720"/>
                  </a:lnTo>
                  <a:lnTo>
                    <a:pt x="371763" y="62575"/>
                  </a:lnTo>
                  <a:lnTo>
                    <a:pt x="375271" y="62340"/>
                  </a:lnTo>
                  <a:lnTo>
                    <a:pt x="378778" y="62197"/>
                  </a:lnTo>
                  <a:lnTo>
                    <a:pt x="382285" y="61989"/>
                  </a:lnTo>
                  <a:lnTo>
                    <a:pt x="385792" y="61761"/>
                  </a:lnTo>
                  <a:lnTo>
                    <a:pt x="389299" y="61804"/>
                  </a:lnTo>
                  <a:lnTo>
                    <a:pt x="392807" y="61698"/>
                  </a:lnTo>
                  <a:lnTo>
                    <a:pt x="396314" y="61527"/>
                  </a:lnTo>
                  <a:lnTo>
                    <a:pt x="399821" y="61273"/>
                  </a:lnTo>
                  <a:lnTo>
                    <a:pt x="403328" y="60962"/>
                  </a:lnTo>
                  <a:lnTo>
                    <a:pt x="406835" y="60770"/>
                  </a:lnTo>
                  <a:lnTo>
                    <a:pt x="410343" y="60619"/>
                  </a:lnTo>
                  <a:lnTo>
                    <a:pt x="413850" y="60394"/>
                  </a:lnTo>
                  <a:lnTo>
                    <a:pt x="417357" y="60005"/>
                  </a:lnTo>
                  <a:lnTo>
                    <a:pt x="420864" y="59767"/>
                  </a:lnTo>
                  <a:lnTo>
                    <a:pt x="424371" y="59731"/>
                  </a:lnTo>
                  <a:lnTo>
                    <a:pt x="427879" y="59482"/>
                  </a:lnTo>
                  <a:lnTo>
                    <a:pt x="431386" y="59232"/>
                  </a:lnTo>
                  <a:lnTo>
                    <a:pt x="434893" y="59032"/>
                  </a:lnTo>
                  <a:lnTo>
                    <a:pt x="438400" y="58511"/>
                  </a:lnTo>
                  <a:lnTo>
                    <a:pt x="441907" y="58288"/>
                  </a:lnTo>
                  <a:lnTo>
                    <a:pt x="445415" y="57716"/>
                  </a:lnTo>
                  <a:lnTo>
                    <a:pt x="448922" y="57322"/>
                  </a:lnTo>
                  <a:lnTo>
                    <a:pt x="452429" y="57140"/>
                  </a:lnTo>
                  <a:lnTo>
                    <a:pt x="455936" y="56818"/>
                  </a:lnTo>
                  <a:lnTo>
                    <a:pt x="459443" y="56479"/>
                  </a:lnTo>
                  <a:lnTo>
                    <a:pt x="462951" y="56199"/>
                  </a:lnTo>
                  <a:lnTo>
                    <a:pt x="466458" y="55795"/>
                  </a:lnTo>
                  <a:lnTo>
                    <a:pt x="469965" y="55331"/>
                  </a:lnTo>
                  <a:lnTo>
                    <a:pt x="473472" y="54938"/>
                  </a:lnTo>
                  <a:lnTo>
                    <a:pt x="476979" y="54552"/>
                  </a:lnTo>
                  <a:lnTo>
                    <a:pt x="480487" y="54187"/>
                  </a:lnTo>
                  <a:lnTo>
                    <a:pt x="483994" y="53866"/>
                  </a:lnTo>
                  <a:lnTo>
                    <a:pt x="487501" y="53534"/>
                  </a:lnTo>
                  <a:lnTo>
                    <a:pt x="491008" y="53145"/>
                  </a:lnTo>
                  <a:lnTo>
                    <a:pt x="494516" y="52785"/>
                  </a:lnTo>
                  <a:lnTo>
                    <a:pt x="498023" y="52518"/>
                  </a:lnTo>
                  <a:lnTo>
                    <a:pt x="501530" y="52134"/>
                  </a:lnTo>
                  <a:lnTo>
                    <a:pt x="505037" y="51725"/>
                  </a:lnTo>
                  <a:lnTo>
                    <a:pt x="508544" y="51360"/>
                  </a:lnTo>
                  <a:lnTo>
                    <a:pt x="512052" y="50890"/>
                  </a:lnTo>
                  <a:lnTo>
                    <a:pt x="515559" y="50348"/>
                  </a:lnTo>
                  <a:lnTo>
                    <a:pt x="519066" y="49870"/>
                  </a:lnTo>
                  <a:lnTo>
                    <a:pt x="522573" y="49545"/>
                  </a:lnTo>
                  <a:lnTo>
                    <a:pt x="526080" y="49015"/>
                  </a:lnTo>
                  <a:lnTo>
                    <a:pt x="529588" y="48289"/>
                  </a:lnTo>
                  <a:lnTo>
                    <a:pt x="533095" y="47714"/>
                  </a:lnTo>
                  <a:lnTo>
                    <a:pt x="536602" y="47101"/>
                  </a:lnTo>
                  <a:lnTo>
                    <a:pt x="540109" y="46609"/>
                  </a:lnTo>
                  <a:lnTo>
                    <a:pt x="543616" y="46114"/>
                  </a:lnTo>
                  <a:lnTo>
                    <a:pt x="547124" y="45578"/>
                  </a:lnTo>
                  <a:lnTo>
                    <a:pt x="550631" y="45046"/>
                  </a:lnTo>
                  <a:lnTo>
                    <a:pt x="554138" y="44539"/>
                  </a:lnTo>
                  <a:lnTo>
                    <a:pt x="557645" y="44036"/>
                  </a:lnTo>
                  <a:lnTo>
                    <a:pt x="561152" y="43521"/>
                  </a:lnTo>
                  <a:lnTo>
                    <a:pt x="564660" y="43062"/>
                  </a:lnTo>
                  <a:lnTo>
                    <a:pt x="568167" y="42602"/>
                  </a:lnTo>
                  <a:lnTo>
                    <a:pt x="571674" y="42142"/>
                  </a:lnTo>
                  <a:lnTo>
                    <a:pt x="575181" y="41632"/>
                  </a:lnTo>
                  <a:lnTo>
                    <a:pt x="578688" y="41226"/>
                  </a:lnTo>
                  <a:lnTo>
                    <a:pt x="582196" y="40763"/>
                  </a:lnTo>
                  <a:lnTo>
                    <a:pt x="585703" y="40303"/>
                  </a:lnTo>
                  <a:lnTo>
                    <a:pt x="589210" y="39880"/>
                  </a:lnTo>
                  <a:lnTo>
                    <a:pt x="592717" y="39448"/>
                  </a:lnTo>
                  <a:lnTo>
                    <a:pt x="596224" y="38913"/>
                  </a:lnTo>
                  <a:lnTo>
                    <a:pt x="599732" y="38446"/>
                  </a:lnTo>
                  <a:lnTo>
                    <a:pt x="603239" y="37979"/>
                  </a:lnTo>
                  <a:lnTo>
                    <a:pt x="606746" y="37515"/>
                  </a:lnTo>
                  <a:lnTo>
                    <a:pt x="610253" y="37137"/>
                  </a:lnTo>
                  <a:lnTo>
                    <a:pt x="613761" y="36768"/>
                  </a:lnTo>
                  <a:lnTo>
                    <a:pt x="617268" y="36280"/>
                  </a:lnTo>
                  <a:lnTo>
                    <a:pt x="620775" y="35640"/>
                  </a:lnTo>
                  <a:lnTo>
                    <a:pt x="624282" y="35280"/>
                  </a:lnTo>
                  <a:lnTo>
                    <a:pt x="627789" y="34916"/>
                  </a:lnTo>
                  <a:lnTo>
                    <a:pt x="631297" y="34373"/>
                  </a:lnTo>
                  <a:lnTo>
                    <a:pt x="634804" y="33828"/>
                  </a:lnTo>
                  <a:lnTo>
                    <a:pt x="638311" y="33283"/>
                  </a:lnTo>
                  <a:lnTo>
                    <a:pt x="641818" y="32770"/>
                  </a:lnTo>
                  <a:lnTo>
                    <a:pt x="645325" y="32329"/>
                  </a:lnTo>
                  <a:lnTo>
                    <a:pt x="648833" y="31911"/>
                  </a:lnTo>
                  <a:lnTo>
                    <a:pt x="652340" y="31439"/>
                  </a:lnTo>
                  <a:lnTo>
                    <a:pt x="655847" y="30899"/>
                  </a:lnTo>
                  <a:lnTo>
                    <a:pt x="659354" y="30450"/>
                  </a:lnTo>
                  <a:lnTo>
                    <a:pt x="662861" y="29882"/>
                  </a:lnTo>
                  <a:lnTo>
                    <a:pt x="666369" y="29239"/>
                  </a:lnTo>
                  <a:lnTo>
                    <a:pt x="669876" y="28669"/>
                  </a:lnTo>
                  <a:lnTo>
                    <a:pt x="673383" y="28096"/>
                  </a:lnTo>
                  <a:lnTo>
                    <a:pt x="676890" y="27533"/>
                  </a:lnTo>
                  <a:lnTo>
                    <a:pt x="680397" y="27088"/>
                  </a:lnTo>
                  <a:lnTo>
                    <a:pt x="683905" y="26379"/>
                  </a:lnTo>
                  <a:lnTo>
                    <a:pt x="687412" y="25799"/>
                  </a:lnTo>
                  <a:lnTo>
                    <a:pt x="690919" y="25220"/>
                  </a:lnTo>
                  <a:lnTo>
                    <a:pt x="694426" y="24644"/>
                  </a:lnTo>
                  <a:lnTo>
                    <a:pt x="697933" y="24068"/>
                  </a:lnTo>
                  <a:lnTo>
                    <a:pt x="701441" y="23487"/>
                  </a:lnTo>
                  <a:lnTo>
                    <a:pt x="704948" y="22890"/>
                  </a:lnTo>
                  <a:lnTo>
                    <a:pt x="708455" y="22341"/>
                  </a:lnTo>
                  <a:lnTo>
                    <a:pt x="711962" y="21784"/>
                  </a:lnTo>
                  <a:lnTo>
                    <a:pt x="715469" y="21157"/>
                  </a:lnTo>
                  <a:lnTo>
                    <a:pt x="718977" y="20569"/>
                  </a:lnTo>
                  <a:lnTo>
                    <a:pt x="722484" y="20000"/>
                  </a:lnTo>
                  <a:lnTo>
                    <a:pt x="725991" y="19543"/>
                  </a:lnTo>
                  <a:lnTo>
                    <a:pt x="729498" y="19004"/>
                  </a:lnTo>
                  <a:lnTo>
                    <a:pt x="733006" y="18406"/>
                  </a:lnTo>
                  <a:lnTo>
                    <a:pt x="736513" y="17807"/>
                  </a:lnTo>
                  <a:lnTo>
                    <a:pt x="740020" y="17207"/>
                  </a:lnTo>
                  <a:lnTo>
                    <a:pt x="743527" y="16607"/>
                  </a:lnTo>
                  <a:lnTo>
                    <a:pt x="747034" y="16007"/>
                  </a:lnTo>
                  <a:lnTo>
                    <a:pt x="750542" y="15461"/>
                  </a:lnTo>
                  <a:lnTo>
                    <a:pt x="754049" y="14954"/>
                  </a:lnTo>
                  <a:lnTo>
                    <a:pt x="757556" y="14355"/>
                  </a:lnTo>
                  <a:lnTo>
                    <a:pt x="761063" y="13913"/>
                  </a:lnTo>
                  <a:lnTo>
                    <a:pt x="764570" y="13305"/>
                  </a:lnTo>
                  <a:lnTo>
                    <a:pt x="768078" y="12737"/>
                  </a:lnTo>
                  <a:lnTo>
                    <a:pt x="771585" y="12058"/>
                  </a:lnTo>
                  <a:lnTo>
                    <a:pt x="775092" y="11373"/>
                  </a:lnTo>
                  <a:lnTo>
                    <a:pt x="778599" y="10690"/>
                  </a:lnTo>
                  <a:lnTo>
                    <a:pt x="782106" y="10008"/>
                  </a:lnTo>
                  <a:lnTo>
                    <a:pt x="785614" y="9414"/>
                  </a:lnTo>
                  <a:lnTo>
                    <a:pt x="789121" y="8824"/>
                  </a:lnTo>
                  <a:lnTo>
                    <a:pt x="792628" y="8161"/>
                  </a:lnTo>
                  <a:lnTo>
                    <a:pt x="796135" y="7575"/>
                  </a:lnTo>
                  <a:lnTo>
                    <a:pt x="799642" y="6965"/>
                  </a:lnTo>
                  <a:lnTo>
                    <a:pt x="803150" y="6458"/>
                  </a:lnTo>
                  <a:lnTo>
                    <a:pt x="806657" y="5856"/>
                  </a:lnTo>
                  <a:lnTo>
                    <a:pt x="810164" y="5183"/>
                  </a:lnTo>
                  <a:lnTo>
                    <a:pt x="813671" y="4509"/>
                  </a:lnTo>
                  <a:lnTo>
                    <a:pt x="817178" y="3834"/>
                  </a:lnTo>
                  <a:lnTo>
                    <a:pt x="820686" y="3158"/>
                  </a:lnTo>
                  <a:lnTo>
                    <a:pt x="824193" y="2505"/>
                  </a:lnTo>
                  <a:lnTo>
                    <a:pt x="827700" y="1880"/>
                  </a:lnTo>
                  <a:lnTo>
                    <a:pt x="831207" y="1254"/>
                  </a:lnTo>
                  <a:lnTo>
                    <a:pt x="834714" y="627"/>
                  </a:lnTo>
                  <a:lnTo>
                    <a:pt x="838222" y="0"/>
                  </a:lnTo>
                  <a:lnTo>
                    <a:pt x="838222" y="136459"/>
                  </a:lnTo>
                  <a:lnTo>
                    <a:pt x="834714" y="136188"/>
                  </a:lnTo>
                  <a:lnTo>
                    <a:pt x="831207" y="135917"/>
                  </a:lnTo>
                  <a:lnTo>
                    <a:pt x="827700" y="135645"/>
                  </a:lnTo>
                  <a:lnTo>
                    <a:pt x="824193" y="135361"/>
                  </a:lnTo>
                  <a:lnTo>
                    <a:pt x="820686" y="135047"/>
                  </a:lnTo>
                  <a:lnTo>
                    <a:pt x="817178" y="134731"/>
                  </a:lnTo>
                  <a:lnTo>
                    <a:pt x="813671" y="134462"/>
                  </a:lnTo>
                  <a:lnTo>
                    <a:pt x="810164" y="134229"/>
                  </a:lnTo>
                  <a:lnTo>
                    <a:pt x="806657" y="133949"/>
                  </a:lnTo>
                  <a:lnTo>
                    <a:pt x="803150" y="133686"/>
                  </a:lnTo>
                  <a:lnTo>
                    <a:pt x="799642" y="133429"/>
                  </a:lnTo>
                  <a:lnTo>
                    <a:pt x="796135" y="133171"/>
                  </a:lnTo>
                  <a:lnTo>
                    <a:pt x="792628" y="132874"/>
                  </a:lnTo>
                  <a:lnTo>
                    <a:pt x="789121" y="132569"/>
                  </a:lnTo>
                  <a:lnTo>
                    <a:pt x="785614" y="132305"/>
                  </a:lnTo>
                  <a:lnTo>
                    <a:pt x="782106" y="132039"/>
                  </a:lnTo>
                  <a:lnTo>
                    <a:pt x="778599" y="131759"/>
                  </a:lnTo>
                  <a:lnTo>
                    <a:pt x="775092" y="131363"/>
                  </a:lnTo>
                  <a:lnTo>
                    <a:pt x="771585" y="130985"/>
                  </a:lnTo>
                  <a:lnTo>
                    <a:pt x="768078" y="130732"/>
                  </a:lnTo>
                  <a:lnTo>
                    <a:pt x="764570" y="130524"/>
                  </a:lnTo>
                  <a:lnTo>
                    <a:pt x="761063" y="130188"/>
                  </a:lnTo>
                  <a:lnTo>
                    <a:pt x="757556" y="129925"/>
                  </a:lnTo>
                  <a:lnTo>
                    <a:pt x="754049" y="129660"/>
                  </a:lnTo>
                  <a:lnTo>
                    <a:pt x="750542" y="129306"/>
                  </a:lnTo>
                  <a:lnTo>
                    <a:pt x="747034" y="128944"/>
                  </a:lnTo>
                  <a:lnTo>
                    <a:pt x="743527" y="128642"/>
                  </a:lnTo>
                  <a:lnTo>
                    <a:pt x="740020" y="128356"/>
                  </a:lnTo>
                  <a:lnTo>
                    <a:pt x="736513" y="128068"/>
                  </a:lnTo>
                  <a:lnTo>
                    <a:pt x="733006" y="127740"/>
                  </a:lnTo>
                  <a:lnTo>
                    <a:pt x="729498" y="127387"/>
                  </a:lnTo>
                  <a:lnTo>
                    <a:pt x="725991" y="127028"/>
                  </a:lnTo>
                  <a:lnTo>
                    <a:pt x="722484" y="126695"/>
                  </a:lnTo>
                  <a:lnTo>
                    <a:pt x="718977" y="126383"/>
                  </a:lnTo>
                  <a:lnTo>
                    <a:pt x="715469" y="126074"/>
                  </a:lnTo>
                  <a:lnTo>
                    <a:pt x="711962" y="125840"/>
                  </a:lnTo>
                  <a:lnTo>
                    <a:pt x="708455" y="125594"/>
                  </a:lnTo>
                  <a:lnTo>
                    <a:pt x="704948" y="125327"/>
                  </a:lnTo>
                  <a:lnTo>
                    <a:pt x="701441" y="125058"/>
                  </a:lnTo>
                  <a:lnTo>
                    <a:pt x="697933" y="124692"/>
                  </a:lnTo>
                  <a:lnTo>
                    <a:pt x="694426" y="124319"/>
                  </a:lnTo>
                  <a:lnTo>
                    <a:pt x="690919" y="123977"/>
                  </a:lnTo>
                  <a:lnTo>
                    <a:pt x="687412" y="123744"/>
                  </a:lnTo>
                  <a:lnTo>
                    <a:pt x="683905" y="123376"/>
                  </a:lnTo>
                  <a:lnTo>
                    <a:pt x="680397" y="122970"/>
                  </a:lnTo>
                  <a:lnTo>
                    <a:pt x="676890" y="122620"/>
                  </a:lnTo>
                  <a:lnTo>
                    <a:pt x="673383" y="122300"/>
                  </a:lnTo>
                  <a:lnTo>
                    <a:pt x="669876" y="121984"/>
                  </a:lnTo>
                  <a:lnTo>
                    <a:pt x="666369" y="121658"/>
                  </a:lnTo>
                  <a:lnTo>
                    <a:pt x="662861" y="121390"/>
                  </a:lnTo>
                  <a:lnTo>
                    <a:pt x="659354" y="121075"/>
                  </a:lnTo>
                  <a:lnTo>
                    <a:pt x="655847" y="120731"/>
                  </a:lnTo>
                  <a:lnTo>
                    <a:pt x="652340" y="120447"/>
                  </a:lnTo>
                  <a:lnTo>
                    <a:pt x="648833" y="120160"/>
                  </a:lnTo>
                  <a:lnTo>
                    <a:pt x="645325" y="119912"/>
                  </a:lnTo>
                  <a:lnTo>
                    <a:pt x="641818" y="119612"/>
                  </a:lnTo>
                  <a:lnTo>
                    <a:pt x="638311" y="119316"/>
                  </a:lnTo>
                  <a:lnTo>
                    <a:pt x="634804" y="119019"/>
                  </a:lnTo>
                  <a:lnTo>
                    <a:pt x="631297" y="118719"/>
                  </a:lnTo>
                  <a:lnTo>
                    <a:pt x="627789" y="118448"/>
                  </a:lnTo>
                  <a:lnTo>
                    <a:pt x="624282" y="118115"/>
                  </a:lnTo>
                  <a:lnTo>
                    <a:pt x="620775" y="117822"/>
                  </a:lnTo>
                  <a:lnTo>
                    <a:pt x="617268" y="117507"/>
                  </a:lnTo>
                  <a:lnTo>
                    <a:pt x="613761" y="117230"/>
                  </a:lnTo>
                  <a:lnTo>
                    <a:pt x="610253" y="116915"/>
                  </a:lnTo>
                  <a:lnTo>
                    <a:pt x="606746" y="116529"/>
                  </a:lnTo>
                  <a:lnTo>
                    <a:pt x="603239" y="116199"/>
                  </a:lnTo>
                  <a:lnTo>
                    <a:pt x="599732" y="115997"/>
                  </a:lnTo>
                  <a:lnTo>
                    <a:pt x="596224" y="115681"/>
                  </a:lnTo>
                  <a:lnTo>
                    <a:pt x="592717" y="115376"/>
                  </a:lnTo>
                  <a:lnTo>
                    <a:pt x="589210" y="115107"/>
                  </a:lnTo>
                  <a:lnTo>
                    <a:pt x="585703" y="114871"/>
                  </a:lnTo>
                  <a:lnTo>
                    <a:pt x="582196" y="114555"/>
                  </a:lnTo>
                  <a:lnTo>
                    <a:pt x="578688" y="114247"/>
                  </a:lnTo>
                  <a:lnTo>
                    <a:pt x="575181" y="113953"/>
                  </a:lnTo>
                  <a:lnTo>
                    <a:pt x="571674" y="113653"/>
                  </a:lnTo>
                  <a:lnTo>
                    <a:pt x="568167" y="113350"/>
                  </a:lnTo>
                  <a:lnTo>
                    <a:pt x="564660" y="113035"/>
                  </a:lnTo>
                  <a:lnTo>
                    <a:pt x="561152" y="112720"/>
                  </a:lnTo>
                  <a:lnTo>
                    <a:pt x="557645" y="112301"/>
                  </a:lnTo>
                  <a:lnTo>
                    <a:pt x="554138" y="112083"/>
                  </a:lnTo>
                  <a:lnTo>
                    <a:pt x="550631" y="111835"/>
                  </a:lnTo>
                  <a:lnTo>
                    <a:pt x="547124" y="111623"/>
                  </a:lnTo>
                  <a:lnTo>
                    <a:pt x="543616" y="111435"/>
                  </a:lnTo>
                  <a:lnTo>
                    <a:pt x="540109" y="111119"/>
                  </a:lnTo>
                  <a:lnTo>
                    <a:pt x="536602" y="110847"/>
                  </a:lnTo>
                  <a:lnTo>
                    <a:pt x="533095" y="110537"/>
                  </a:lnTo>
                  <a:lnTo>
                    <a:pt x="529588" y="110178"/>
                  </a:lnTo>
                  <a:lnTo>
                    <a:pt x="526080" y="109806"/>
                  </a:lnTo>
                  <a:lnTo>
                    <a:pt x="522573" y="109438"/>
                  </a:lnTo>
                  <a:lnTo>
                    <a:pt x="519066" y="109174"/>
                  </a:lnTo>
                  <a:lnTo>
                    <a:pt x="515559" y="108975"/>
                  </a:lnTo>
                  <a:lnTo>
                    <a:pt x="512052" y="108752"/>
                  </a:lnTo>
                  <a:lnTo>
                    <a:pt x="508544" y="108418"/>
                  </a:lnTo>
                  <a:lnTo>
                    <a:pt x="505037" y="108194"/>
                  </a:lnTo>
                  <a:lnTo>
                    <a:pt x="501530" y="107929"/>
                  </a:lnTo>
                  <a:lnTo>
                    <a:pt x="498023" y="107668"/>
                  </a:lnTo>
                  <a:lnTo>
                    <a:pt x="494516" y="107418"/>
                  </a:lnTo>
                  <a:lnTo>
                    <a:pt x="491008" y="107103"/>
                  </a:lnTo>
                  <a:lnTo>
                    <a:pt x="487501" y="106766"/>
                  </a:lnTo>
                  <a:lnTo>
                    <a:pt x="483994" y="106636"/>
                  </a:lnTo>
                  <a:lnTo>
                    <a:pt x="480487" y="106305"/>
                  </a:lnTo>
                  <a:lnTo>
                    <a:pt x="476979" y="106172"/>
                  </a:lnTo>
                  <a:lnTo>
                    <a:pt x="473472" y="105973"/>
                  </a:lnTo>
                  <a:lnTo>
                    <a:pt x="469965" y="105766"/>
                  </a:lnTo>
                  <a:lnTo>
                    <a:pt x="466458" y="105533"/>
                  </a:lnTo>
                  <a:lnTo>
                    <a:pt x="462951" y="105412"/>
                  </a:lnTo>
                  <a:lnTo>
                    <a:pt x="459443" y="105091"/>
                  </a:lnTo>
                  <a:lnTo>
                    <a:pt x="455936" y="104948"/>
                  </a:lnTo>
                  <a:lnTo>
                    <a:pt x="452429" y="104843"/>
                  </a:lnTo>
                  <a:lnTo>
                    <a:pt x="448922" y="104586"/>
                  </a:lnTo>
                  <a:lnTo>
                    <a:pt x="445415" y="104392"/>
                  </a:lnTo>
                  <a:lnTo>
                    <a:pt x="441907" y="104084"/>
                  </a:lnTo>
                  <a:lnTo>
                    <a:pt x="438400" y="104023"/>
                  </a:lnTo>
                  <a:lnTo>
                    <a:pt x="434893" y="103927"/>
                  </a:lnTo>
                  <a:lnTo>
                    <a:pt x="431386" y="103760"/>
                  </a:lnTo>
                  <a:lnTo>
                    <a:pt x="427879" y="103534"/>
                  </a:lnTo>
                  <a:lnTo>
                    <a:pt x="424371" y="103512"/>
                  </a:lnTo>
                  <a:lnTo>
                    <a:pt x="420864" y="103464"/>
                  </a:lnTo>
                  <a:lnTo>
                    <a:pt x="417357" y="103322"/>
                  </a:lnTo>
                  <a:lnTo>
                    <a:pt x="413850" y="103244"/>
                  </a:lnTo>
                  <a:lnTo>
                    <a:pt x="410343" y="103016"/>
                  </a:lnTo>
                  <a:lnTo>
                    <a:pt x="406835" y="102908"/>
                  </a:lnTo>
                  <a:lnTo>
                    <a:pt x="403328" y="102825"/>
                  </a:lnTo>
                  <a:lnTo>
                    <a:pt x="399821" y="102769"/>
                  </a:lnTo>
                  <a:lnTo>
                    <a:pt x="396314" y="102711"/>
                  </a:lnTo>
                  <a:lnTo>
                    <a:pt x="392807" y="102720"/>
                  </a:lnTo>
                  <a:lnTo>
                    <a:pt x="389299" y="102497"/>
                  </a:lnTo>
                  <a:lnTo>
                    <a:pt x="385792" y="102381"/>
                  </a:lnTo>
                  <a:lnTo>
                    <a:pt x="382285" y="102320"/>
                  </a:lnTo>
                  <a:lnTo>
                    <a:pt x="378778" y="102351"/>
                  </a:lnTo>
                  <a:lnTo>
                    <a:pt x="375271" y="102359"/>
                  </a:lnTo>
                  <a:lnTo>
                    <a:pt x="371763" y="102265"/>
                  </a:lnTo>
                  <a:lnTo>
                    <a:pt x="368256" y="102357"/>
                  </a:lnTo>
                  <a:lnTo>
                    <a:pt x="364749" y="102307"/>
                  </a:lnTo>
                  <a:lnTo>
                    <a:pt x="361242" y="102267"/>
                  </a:lnTo>
                  <a:lnTo>
                    <a:pt x="357734" y="102315"/>
                  </a:lnTo>
                  <a:lnTo>
                    <a:pt x="354227" y="102365"/>
                  </a:lnTo>
                  <a:lnTo>
                    <a:pt x="350720" y="102414"/>
                  </a:lnTo>
                  <a:lnTo>
                    <a:pt x="347213" y="102507"/>
                  </a:lnTo>
                  <a:lnTo>
                    <a:pt x="343706" y="102469"/>
                  </a:lnTo>
                  <a:lnTo>
                    <a:pt x="340198" y="102436"/>
                  </a:lnTo>
                  <a:lnTo>
                    <a:pt x="336691" y="102502"/>
                  </a:lnTo>
                  <a:lnTo>
                    <a:pt x="333184" y="102653"/>
                  </a:lnTo>
                  <a:lnTo>
                    <a:pt x="329677" y="102604"/>
                  </a:lnTo>
                  <a:lnTo>
                    <a:pt x="326170" y="102771"/>
                  </a:lnTo>
                  <a:lnTo>
                    <a:pt x="322662" y="102907"/>
                  </a:lnTo>
                  <a:lnTo>
                    <a:pt x="319155" y="103101"/>
                  </a:lnTo>
                  <a:lnTo>
                    <a:pt x="315648" y="103229"/>
                  </a:lnTo>
                  <a:lnTo>
                    <a:pt x="312141" y="103318"/>
                  </a:lnTo>
                  <a:lnTo>
                    <a:pt x="308634" y="103437"/>
                  </a:lnTo>
                  <a:lnTo>
                    <a:pt x="305126" y="103656"/>
                  </a:lnTo>
                  <a:lnTo>
                    <a:pt x="301619" y="103887"/>
                  </a:lnTo>
                  <a:lnTo>
                    <a:pt x="298112" y="103967"/>
                  </a:lnTo>
                  <a:lnTo>
                    <a:pt x="294605" y="104270"/>
                  </a:lnTo>
                  <a:lnTo>
                    <a:pt x="291098" y="104561"/>
                  </a:lnTo>
                  <a:lnTo>
                    <a:pt x="287590" y="104786"/>
                  </a:lnTo>
                  <a:lnTo>
                    <a:pt x="284083" y="104958"/>
                  </a:lnTo>
                  <a:lnTo>
                    <a:pt x="280576" y="105169"/>
                  </a:lnTo>
                  <a:lnTo>
                    <a:pt x="277069" y="105334"/>
                  </a:lnTo>
                  <a:lnTo>
                    <a:pt x="273562" y="105532"/>
                  </a:lnTo>
                  <a:lnTo>
                    <a:pt x="270054" y="105780"/>
                  </a:lnTo>
                  <a:lnTo>
                    <a:pt x="266547" y="105971"/>
                  </a:lnTo>
                  <a:lnTo>
                    <a:pt x="263040" y="106288"/>
                  </a:lnTo>
                  <a:lnTo>
                    <a:pt x="259533" y="106404"/>
                  </a:lnTo>
                  <a:lnTo>
                    <a:pt x="256026" y="106565"/>
                  </a:lnTo>
                  <a:lnTo>
                    <a:pt x="252518" y="106753"/>
                  </a:lnTo>
                  <a:lnTo>
                    <a:pt x="249011" y="106970"/>
                  </a:lnTo>
                  <a:lnTo>
                    <a:pt x="245504" y="107217"/>
                  </a:lnTo>
                  <a:lnTo>
                    <a:pt x="241997" y="107493"/>
                  </a:lnTo>
                  <a:lnTo>
                    <a:pt x="238489" y="107699"/>
                  </a:lnTo>
                  <a:lnTo>
                    <a:pt x="234982" y="107914"/>
                  </a:lnTo>
                  <a:lnTo>
                    <a:pt x="231475" y="108169"/>
                  </a:lnTo>
                  <a:lnTo>
                    <a:pt x="227968" y="108394"/>
                  </a:lnTo>
                  <a:lnTo>
                    <a:pt x="224461" y="108712"/>
                  </a:lnTo>
                  <a:lnTo>
                    <a:pt x="220953" y="109024"/>
                  </a:lnTo>
                  <a:lnTo>
                    <a:pt x="217446" y="109289"/>
                  </a:lnTo>
                  <a:lnTo>
                    <a:pt x="213939" y="109589"/>
                  </a:lnTo>
                  <a:lnTo>
                    <a:pt x="210432" y="109938"/>
                  </a:lnTo>
                  <a:lnTo>
                    <a:pt x="206925" y="110295"/>
                  </a:lnTo>
                  <a:lnTo>
                    <a:pt x="203417" y="110545"/>
                  </a:lnTo>
                  <a:lnTo>
                    <a:pt x="199910" y="110793"/>
                  </a:lnTo>
                  <a:lnTo>
                    <a:pt x="196403" y="111162"/>
                  </a:lnTo>
                  <a:lnTo>
                    <a:pt x="192896" y="111539"/>
                  </a:lnTo>
                  <a:lnTo>
                    <a:pt x="189389" y="111834"/>
                  </a:lnTo>
                  <a:lnTo>
                    <a:pt x="185881" y="112135"/>
                  </a:lnTo>
                  <a:lnTo>
                    <a:pt x="182374" y="112437"/>
                  </a:lnTo>
                  <a:lnTo>
                    <a:pt x="178867" y="112682"/>
                  </a:lnTo>
                  <a:lnTo>
                    <a:pt x="175360" y="112866"/>
                  </a:lnTo>
                  <a:lnTo>
                    <a:pt x="171853" y="113272"/>
                  </a:lnTo>
                  <a:lnTo>
                    <a:pt x="168345" y="113618"/>
                  </a:lnTo>
                  <a:lnTo>
                    <a:pt x="164838" y="114030"/>
                  </a:lnTo>
                  <a:lnTo>
                    <a:pt x="161331" y="114405"/>
                  </a:lnTo>
                  <a:lnTo>
                    <a:pt x="157824" y="114597"/>
                  </a:lnTo>
                  <a:lnTo>
                    <a:pt x="154317" y="114958"/>
                  </a:lnTo>
                  <a:lnTo>
                    <a:pt x="150809" y="115301"/>
                  </a:lnTo>
                  <a:lnTo>
                    <a:pt x="147302" y="115615"/>
                  </a:lnTo>
                  <a:lnTo>
                    <a:pt x="143795" y="115954"/>
                  </a:lnTo>
                  <a:lnTo>
                    <a:pt x="140288" y="116245"/>
                  </a:lnTo>
                  <a:lnTo>
                    <a:pt x="136781" y="116507"/>
                  </a:lnTo>
                  <a:lnTo>
                    <a:pt x="133273" y="116891"/>
                  </a:lnTo>
                  <a:lnTo>
                    <a:pt x="129766" y="117304"/>
                  </a:lnTo>
                  <a:lnTo>
                    <a:pt x="126259" y="117664"/>
                  </a:lnTo>
                  <a:lnTo>
                    <a:pt x="122752" y="118040"/>
                  </a:lnTo>
                  <a:lnTo>
                    <a:pt x="119244" y="118365"/>
                  </a:lnTo>
                  <a:lnTo>
                    <a:pt x="115737" y="118671"/>
                  </a:lnTo>
                  <a:lnTo>
                    <a:pt x="112230" y="119060"/>
                  </a:lnTo>
                  <a:lnTo>
                    <a:pt x="108723" y="119489"/>
                  </a:lnTo>
                  <a:lnTo>
                    <a:pt x="105216" y="119790"/>
                  </a:lnTo>
                  <a:lnTo>
                    <a:pt x="101708" y="120127"/>
                  </a:lnTo>
                  <a:lnTo>
                    <a:pt x="98201" y="120443"/>
                  </a:lnTo>
                  <a:lnTo>
                    <a:pt x="94694" y="120756"/>
                  </a:lnTo>
                  <a:lnTo>
                    <a:pt x="91187" y="121069"/>
                  </a:lnTo>
                  <a:lnTo>
                    <a:pt x="87680" y="121434"/>
                  </a:lnTo>
                  <a:lnTo>
                    <a:pt x="84172" y="121728"/>
                  </a:lnTo>
                  <a:lnTo>
                    <a:pt x="80665" y="122008"/>
                  </a:lnTo>
                  <a:lnTo>
                    <a:pt x="77158" y="122320"/>
                  </a:lnTo>
                  <a:lnTo>
                    <a:pt x="73651" y="122715"/>
                  </a:lnTo>
                  <a:lnTo>
                    <a:pt x="70144" y="123099"/>
                  </a:lnTo>
                  <a:lnTo>
                    <a:pt x="66636" y="123504"/>
                  </a:lnTo>
                  <a:lnTo>
                    <a:pt x="63129" y="123877"/>
                  </a:lnTo>
                  <a:lnTo>
                    <a:pt x="59622" y="124192"/>
                  </a:lnTo>
                  <a:lnTo>
                    <a:pt x="56115" y="124550"/>
                  </a:lnTo>
                  <a:lnTo>
                    <a:pt x="52608" y="124864"/>
                  </a:lnTo>
                  <a:lnTo>
                    <a:pt x="49100" y="125201"/>
                  </a:lnTo>
                  <a:lnTo>
                    <a:pt x="45593" y="125491"/>
                  </a:lnTo>
                  <a:lnTo>
                    <a:pt x="42086" y="125803"/>
                  </a:lnTo>
                  <a:lnTo>
                    <a:pt x="38579" y="126114"/>
                  </a:lnTo>
                  <a:lnTo>
                    <a:pt x="35072" y="126424"/>
                  </a:lnTo>
                  <a:lnTo>
                    <a:pt x="31564" y="126734"/>
                  </a:lnTo>
                  <a:lnTo>
                    <a:pt x="28057" y="127043"/>
                  </a:lnTo>
                  <a:lnTo>
                    <a:pt x="24550" y="127363"/>
                  </a:lnTo>
                  <a:lnTo>
                    <a:pt x="21043" y="127693"/>
                  </a:lnTo>
                  <a:lnTo>
                    <a:pt x="17536" y="128023"/>
                  </a:lnTo>
                  <a:lnTo>
                    <a:pt x="14028" y="128353"/>
                  </a:lnTo>
                  <a:lnTo>
                    <a:pt x="10521" y="128681"/>
                  </a:lnTo>
                  <a:lnTo>
                    <a:pt x="7014" y="129008"/>
                  </a:lnTo>
                  <a:lnTo>
                    <a:pt x="3507" y="129295"/>
                  </a:lnTo>
                  <a:lnTo>
                    <a:pt x="0" y="129662"/>
                  </a:lnTo>
                  <a:close/>
                </a:path>
              </a:pathLst>
            </a:custGeom>
            <a:solidFill>
              <a:srgbClr val="D55E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585957" y="5176821"/>
              <a:ext cx="838222" cy="63169"/>
            </a:xfrm>
            <a:custGeom>
              <a:avLst/>
              <a:pathLst>
                <a:path w="838222" h="63169">
                  <a:moveTo>
                    <a:pt x="0" y="32367"/>
                  </a:moveTo>
                  <a:lnTo>
                    <a:pt x="3507" y="32873"/>
                  </a:lnTo>
                  <a:lnTo>
                    <a:pt x="7014" y="33379"/>
                  </a:lnTo>
                  <a:lnTo>
                    <a:pt x="10521" y="33855"/>
                  </a:lnTo>
                  <a:lnTo>
                    <a:pt x="14028" y="34204"/>
                  </a:lnTo>
                  <a:lnTo>
                    <a:pt x="17536" y="34708"/>
                  </a:lnTo>
                  <a:lnTo>
                    <a:pt x="21043" y="35198"/>
                  </a:lnTo>
                  <a:lnTo>
                    <a:pt x="24550" y="35603"/>
                  </a:lnTo>
                  <a:lnTo>
                    <a:pt x="28057" y="35989"/>
                  </a:lnTo>
                  <a:lnTo>
                    <a:pt x="31564" y="36379"/>
                  </a:lnTo>
                  <a:lnTo>
                    <a:pt x="35072" y="36770"/>
                  </a:lnTo>
                  <a:lnTo>
                    <a:pt x="38579" y="37160"/>
                  </a:lnTo>
                  <a:lnTo>
                    <a:pt x="42086" y="37550"/>
                  </a:lnTo>
                  <a:lnTo>
                    <a:pt x="45593" y="37943"/>
                  </a:lnTo>
                  <a:lnTo>
                    <a:pt x="49100" y="38349"/>
                  </a:lnTo>
                  <a:lnTo>
                    <a:pt x="52608" y="38902"/>
                  </a:lnTo>
                  <a:lnTo>
                    <a:pt x="56115" y="39476"/>
                  </a:lnTo>
                  <a:lnTo>
                    <a:pt x="59622" y="39913"/>
                  </a:lnTo>
                  <a:lnTo>
                    <a:pt x="63129" y="40366"/>
                  </a:lnTo>
                  <a:lnTo>
                    <a:pt x="66636" y="40816"/>
                  </a:lnTo>
                  <a:lnTo>
                    <a:pt x="70144" y="41191"/>
                  </a:lnTo>
                  <a:lnTo>
                    <a:pt x="73651" y="41635"/>
                  </a:lnTo>
                  <a:lnTo>
                    <a:pt x="77158" y="41953"/>
                  </a:lnTo>
                  <a:lnTo>
                    <a:pt x="80665" y="42412"/>
                  </a:lnTo>
                  <a:lnTo>
                    <a:pt x="84172" y="42811"/>
                  </a:lnTo>
                  <a:lnTo>
                    <a:pt x="87680" y="43110"/>
                  </a:lnTo>
                  <a:lnTo>
                    <a:pt x="91187" y="43471"/>
                  </a:lnTo>
                  <a:lnTo>
                    <a:pt x="94694" y="43964"/>
                  </a:lnTo>
                  <a:lnTo>
                    <a:pt x="98201" y="44540"/>
                  </a:lnTo>
                  <a:lnTo>
                    <a:pt x="101708" y="44969"/>
                  </a:lnTo>
                  <a:lnTo>
                    <a:pt x="105216" y="45468"/>
                  </a:lnTo>
                  <a:lnTo>
                    <a:pt x="108723" y="45908"/>
                  </a:lnTo>
                  <a:lnTo>
                    <a:pt x="112230" y="46445"/>
                  </a:lnTo>
                  <a:lnTo>
                    <a:pt x="115737" y="46964"/>
                  </a:lnTo>
                  <a:lnTo>
                    <a:pt x="119244" y="47433"/>
                  </a:lnTo>
                  <a:lnTo>
                    <a:pt x="122752" y="47899"/>
                  </a:lnTo>
                  <a:lnTo>
                    <a:pt x="126259" y="48080"/>
                  </a:lnTo>
                  <a:lnTo>
                    <a:pt x="129766" y="48708"/>
                  </a:lnTo>
                  <a:lnTo>
                    <a:pt x="133273" y="49114"/>
                  </a:lnTo>
                  <a:lnTo>
                    <a:pt x="136781" y="49364"/>
                  </a:lnTo>
                  <a:lnTo>
                    <a:pt x="140288" y="49865"/>
                  </a:lnTo>
                  <a:lnTo>
                    <a:pt x="143795" y="50384"/>
                  </a:lnTo>
                  <a:lnTo>
                    <a:pt x="147302" y="50816"/>
                  </a:lnTo>
                  <a:lnTo>
                    <a:pt x="150809" y="51157"/>
                  </a:lnTo>
                  <a:lnTo>
                    <a:pt x="154317" y="51405"/>
                  </a:lnTo>
                  <a:lnTo>
                    <a:pt x="157824" y="51733"/>
                  </a:lnTo>
                  <a:lnTo>
                    <a:pt x="161331" y="52244"/>
                  </a:lnTo>
                  <a:lnTo>
                    <a:pt x="164838" y="52518"/>
                  </a:lnTo>
                  <a:lnTo>
                    <a:pt x="168345" y="52973"/>
                  </a:lnTo>
                  <a:lnTo>
                    <a:pt x="171853" y="53353"/>
                  </a:lnTo>
                  <a:lnTo>
                    <a:pt x="175360" y="53713"/>
                  </a:lnTo>
                  <a:lnTo>
                    <a:pt x="178867" y="53925"/>
                  </a:lnTo>
                  <a:lnTo>
                    <a:pt x="182374" y="54448"/>
                  </a:lnTo>
                  <a:lnTo>
                    <a:pt x="185881" y="54958"/>
                  </a:lnTo>
                  <a:lnTo>
                    <a:pt x="189389" y="55194"/>
                  </a:lnTo>
                  <a:lnTo>
                    <a:pt x="192896" y="55385"/>
                  </a:lnTo>
                  <a:lnTo>
                    <a:pt x="196403" y="55789"/>
                  </a:lnTo>
                  <a:lnTo>
                    <a:pt x="199910" y="56155"/>
                  </a:lnTo>
                  <a:lnTo>
                    <a:pt x="203417" y="56495"/>
                  </a:lnTo>
                  <a:lnTo>
                    <a:pt x="206925" y="56817"/>
                  </a:lnTo>
                  <a:lnTo>
                    <a:pt x="210432" y="57136"/>
                  </a:lnTo>
                  <a:lnTo>
                    <a:pt x="213939" y="57324"/>
                  </a:lnTo>
                  <a:lnTo>
                    <a:pt x="217446" y="57600"/>
                  </a:lnTo>
                  <a:lnTo>
                    <a:pt x="220953" y="57770"/>
                  </a:lnTo>
                  <a:lnTo>
                    <a:pt x="224461" y="58147"/>
                  </a:lnTo>
                  <a:lnTo>
                    <a:pt x="227968" y="58362"/>
                  </a:lnTo>
                  <a:lnTo>
                    <a:pt x="231475" y="58658"/>
                  </a:lnTo>
                  <a:lnTo>
                    <a:pt x="234982" y="58820"/>
                  </a:lnTo>
                  <a:lnTo>
                    <a:pt x="238489" y="59005"/>
                  </a:lnTo>
                  <a:lnTo>
                    <a:pt x="241997" y="59178"/>
                  </a:lnTo>
                  <a:lnTo>
                    <a:pt x="245504" y="59388"/>
                  </a:lnTo>
                  <a:lnTo>
                    <a:pt x="249011" y="59667"/>
                  </a:lnTo>
                  <a:lnTo>
                    <a:pt x="252518" y="59839"/>
                  </a:lnTo>
                  <a:lnTo>
                    <a:pt x="256026" y="60004"/>
                  </a:lnTo>
                  <a:lnTo>
                    <a:pt x="259533" y="60206"/>
                  </a:lnTo>
                  <a:lnTo>
                    <a:pt x="263040" y="60600"/>
                  </a:lnTo>
                  <a:lnTo>
                    <a:pt x="266547" y="60943"/>
                  </a:lnTo>
                  <a:lnTo>
                    <a:pt x="270054" y="60977"/>
                  </a:lnTo>
                  <a:lnTo>
                    <a:pt x="273562" y="61012"/>
                  </a:lnTo>
                  <a:lnTo>
                    <a:pt x="277069" y="61375"/>
                  </a:lnTo>
                  <a:lnTo>
                    <a:pt x="280576" y="61543"/>
                  </a:lnTo>
                  <a:lnTo>
                    <a:pt x="284083" y="61649"/>
                  </a:lnTo>
                  <a:lnTo>
                    <a:pt x="287590" y="61849"/>
                  </a:lnTo>
                  <a:lnTo>
                    <a:pt x="291098" y="61939"/>
                  </a:lnTo>
                  <a:lnTo>
                    <a:pt x="294605" y="62222"/>
                  </a:lnTo>
                  <a:lnTo>
                    <a:pt x="298112" y="62370"/>
                  </a:lnTo>
                  <a:lnTo>
                    <a:pt x="301619" y="62493"/>
                  </a:lnTo>
                  <a:lnTo>
                    <a:pt x="305126" y="62608"/>
                  </a:lnTo>
                  <a:lnTo>
                    <a:pt x="308634" y="62558"/>
                  </a:lnTo>
                  <a:lnTo>
                    <a:pt x="312141" y="62839"/>
                  </a:lnTo>
                  <a:lnTo>
                    <a:pt x="315648" y="62929"/>
                  </a:lnTo>
                  <a:lnTo>
                    <a:pt x="319155" y="63018"/>
                  </a:lnTo>
                  <a:lnTo>
                    <a:pt x="322662" y="63154"/>
                  </a:lnTo>
                  <a:lnTo>
                    <a:pt x="326170" y="63169"/>
                  </a:lnTo>
                  <a:lnTo>
                    <a:pt x="329677" y="63145"/>
                  </a:lnTo>
                  <a:lnTo>
                    <a:pt x="333184" y="62952"/>
                  </a:lnTo>
                  <a:lnTo>
                    <a:pt x="336691" y="63036"/>
                  </a:lnTo>
                  <a:lnTo>
                    <a:pt x="340198" y="63168"/>
                  </a:lnTo>
                  <a:lnTo>
                    <a:pt x="343706" y="63058"/>
                  </a:lnTo>
                  <a:lnTo>
                    <a:pt x="347213" y="63086"/>
                  </a:lnTo>
                  <a:lnTo>
                    <a:pt x="350720" y="62817"/>
                  </a:lnTo>
                  <a:lnTo>
                    <a:pt x="354227" y="62926"/>
                  </a:lnTo>
                  <a:lnTo>
                    <a:pt x="357734" y="62852"/>
                  </a:lnTo>
                  <a:lnTo>
                    <a:pt x="361242" y="62844"/>
                  </a:lnTo>
                  <a:lnTo>
                    <a:pt x="364749" y="62754"/>
                  </a:lnTo>
                  <a:lnTo>
                    <a:pt x="368256" y="62720"/>
                  </a:lnTo>
                  <a:lnTo>
                    <a:pt x="371763" y="62575"/>
                  </a:lnTo>
                  <a:lnTo>
                    <a:pt x="375271" y="62340"/>
                  </a:lnTo>
                  <a:lnTo>
                    <a:pt x="378778" y="62197"/>
                  </a:lnTo>
                  <a:lnTo>
                    <a:pt x="382285" y="61989"/>
                  </a:lnTo>
                  <a:lnTo>
                    <a:pt x="385792" y="61761"/>
                  </a:lnTo>
                  <a:lnTo>
                    <a:pt x="389299" y="61804"/>
                  </a:lnTo>
                  <a:lnTo>
                    <a:pt x="392807" y="61698"/>
                  </a:lnTo>
                  <a:lnTo>
                    <a:pt x="396314" y="61527"/>
                  </a:lnTo>
                  <a:lnTo>
                    <a:pt x="399821" y="61273"/>
                  </a:lnTo>
                  <a:lnTo>
                    <a:pt x="403328" y="60962"/>
                  </a:lnTo>
                  <a:lnTo>
                    <a:pt x="406835" y="60770"/>
                  </a:lnTo>
                  <a:lnTo>
                    <a:pt x="410343" y="60619"/>
                  </a:lnTo>
                  <a:lnTo>
                    <a:pt x="413850" y="60394"/>
                  </a:lnTo>
                  <a:lnTo>
                    <a:pt x="417357" y="60005"/>
                  </a:lnTo>
                  <a:lnTo>
                    <a:pt x="420864" y="59767"/>
                  </a:lnTo>
                  <a:lnTo>
                    <a:pt x="424371" y="59731"/>
                  </a:lnTo>
                  <a:lnTo>
                    <a:pt x="427879" y="59482"/>
                  </a:lnTo>
                  <a:lnTo>
                    <a:pt x="431386" y="59232"/>
                  </a:lnTo>
                  <a:lnTo>
                    <a:pt x="434893" y="59032"/>
                  </a:lnTo>
                  <a:lnTo>
                    <a:pt x="438400" y="58511"/>
                  </a:lnTo>
                  <a:lnTo>
                    <a:pt x="441907" y="58288"/>
                  </a:lnTo>
                  <a:lnTo>
                    <a:pt x="445415" y="57716"/>
                  </a:lnTo>
                  <a:lnTo>
                    <a:pt x="448922" y="57322"/>
                  </a:lnTo>
                  <a:lnTo>
                    <a:pt x="452429" y="57140"/>
                  </a:lnTo>
                  <a:lnTo>
                    <a:pt x="455936" y="56818"/>
                  </a:lnTo>
                  <a:lnTo>
                    <a:pt x="459443" y="56479"/>
                  </a:lnTo>
                  <a:lnTo>
                    <a:pt x="462951" y="56199"/>
                  </a:lnTo>
                  <a:lnTo>
                    <a:pt x="466458" y="55795"/>
                  </a:lnTo>
                  <a:lnTo>
                    <a:pt x="469965" y="55331"/>
                  </a:lnTo>
                  <a:lnTo>
                    <a:pt x="473472" y="54938"/>
                  </a:lnTo>
                  <a:lnTo>
                    <a:pt x="476979" y="54552"/>
                  </a:lnTo>
                  <a:lnTo>
                    <a:pt x="480487" y="54187"/>
                  </a:lnTo>
                  <a:lnTo>
                    <a:pt x="483994" y="53866"/>
                  </a:lnTo>
                  <a:lnTo>
                    <a:pt x="487501" y="53534"/>
                  </a:lnTo>
                  <a:lnTo>
                    <a:pt x="491008" y="53145"/>
                  </a:lnTo>
                  <a:lnTo>
                    <a:pt x="494516" y="52785"/>
                  </a:lnTo>
                  <a:lnTo>
                    <a:pt x="498023" y="52518"/>
                  </a:lnTo>
                  <a:lnTo>
                    <a:pt x="501530" y="52134"/>
                  </a:lnTo>
                  <a:lnTo>
                    <a:pt x="505037" y="51725"/>
                  </a:lnTo>
                  <a:lnTo>
                    <a:pt x="508544" y="51360"/>
                  </a:lnTo>
                  <a:lnTo>
                    <a:pt x="512052" y="50890"/>
                  </a:lnTo>
                  <a:lnTo>
                    <a:pt x="515559" y="50348"/>
                  </a:lnTo>
                  <a:lnTo>
                    <a:pt x="519066" y="49870"/>
                  </a:lnTo>
                  <a:lnTo>
                    <a:pt x="522573" y="49545"/>
                  </a:lnTo>
                  <a:lnTo>
                    <a:pt x="526080" y="49015"/>
                  </a:lnTo>
                  <a:lnTo>
                    <a:pt x="529588" y="48289"/>
                  </a:lnTo>
                  <a:lnTo>
                    <a:pt x="533095" y="47714"/>
                  </a:lnTo>
                  <a:lnTo>
                    <a:pt x="536602" y="47101"/>
                  </a:lnTo>
                  <a:lnTo>
                    <a:pt x="540109" y="46609"/>
                  </a:lnTo>
                  <a:lnTo>
                    <a:pt x="543616" y="46114"/>
                  </a:lnTo>
                  <a:lnTo>
                    <a:pt x="547124" y="45578"/>
                  </a:lnTo>
                  <a:lnTo>
                    <a:pt x="550631" y="45046"/>
                  </a:lnTo>
                  <a:lnTo>
                    <a:pt x="554138" y="44539"/>
                  </a:lnTo>
                  <a:lnTo>
                    <a:pt x="557645" y="44036"/>
                  </a:lnTo>
                  <a:lnTo>
                    <a:pt x="561152" y="43521"/>
                  </a:lnTo>
                  <a:lnTo>
                    <a:pt x="564660" y="43062"/>
                  </a:lnTo>
                  <a:lnTo>
                    <a:pt x="568167" y="42602"/>
                  </a:lnTo>
                  <a:lnTo>
                    <a:pt x="571674" y="42142"/>
                  </a:lnTo>
                  <a:lnTo>
                    <a:pt x="575181" y="41632"/>
                  </a:lnTo>
                  <a:lnTo>
                    <a:pt x="578688" y="41226"/>
                  </a:lnTo>
                  <a:lnTo>
                    <a:pt x="582196" y="40763"/>
                  </a:lnTo>
                  <a:lnTo>
                    <a:pt x="585703" y="40303"/>
                  </a:lnTo>
                  <a:lnTo>
                    <a:pt x="589210" y="39880"/>
                  </a:lnTo>
                  <a:lnTo>
                    <a:pt x="592717" y="39448"/>
                  </a:lnTo>
                  <a:lnTo>
                    <a:pt x="596224" y="38913"/>
                  </a:lnTo>
                  <a:lnTo>
                    <a:pt x="599732" y="38446"/>
                  </a:lnTo>
                  <a:lnTo>
                    <a:pt x="603239" y="37979"/>
                  </a:lnTo>
                  <a:lnTo>
                    <a:pt x="606746" y="37515"/>
                  </a:lnTo>
                  <a:lnTo>
                    <a:pt x="610253" y="37137"/>
                  </a:lnTo>
                  <a:lnTo>
                    <a:pt x="613761" y="36768"/>
                  </a:lnTo>
                  <a:lnTo>
                    <a:pt x="617268" y="36280"/>
                  </a:lnTo>
                  <a:lnTo>
                    <a:pt x="620775" y="35640"/>
                  </a:lnTo>
                  <a:lnTo>
                    <a:pt x="624282" y="35280"/>
                  </a:lnTo>
                  <a:lnTo>
                    <a:pt x="627789" y="34916"/>
                  </a:lnTo>
                  <a:lnTo>
                    <a:pt x="631297" y="34373"/>
                  </a:lnTo>
                  <a:lnTo>
                    <a:pt x="634804" y="33828"/>
                  </a:lnTo>
                  <a:lnTo>
                    <a:pt x="638311" y="33283"/>
                  </a:lnTo>
                  <a:lnTo>
                    <a:pt x="641818" y="32770"/>
                  </a:lnTo>
                  <a:lnTo>
                    <a:pt x="645325" y="32329"/>
                  </a:lnTo>
                  <a:lnTo>
                    <a:pt x="648833" y="31911"/>
                  </a:lnTo>
                  <a:lnTo>
                    <a:pt x="652340" y="31439"/>
                  </a:lnTo>
                  <a:lnTo>
                    <a:pt x="655847" y="30899"/>
                  </a:lnTo>
                  <a:lnTo>
                    <a:pt x="659354" y="30450"/>
                  </a:lnTo>
                  <a:lnTo>
                    <a:pt x="662861" y="29882"/>
                  </a:lnTo>
                  <a:lnTo>
                    <a:pt x="666369" y="29239"/>
                  </a:lnTo>
                  <a:lnTo>
                    <a:pt x="669876" y="28669"/>
                  </a:lnTo>
                  <a:lnTo>
                    <a:pt x="673383" y="28096"/>
                  </a:lnTo>
                  <a:lnTo>
                    <a:pt x="676890" y="27533"/>
                  </a:lnTo>
                  <a:lnTo>
                    <a:pt x="680397" y="27088"/>
                  </a:lnTo>
                  <a:lnTo>
                    <a:pt x="683905" y="26379"/>
                  </a:lnTo>
                  <a:lnTo>
                    <a:pt x="687412" y="25799"/>
                  </a:lnTo>
                  <a:lnTo>
                    <a:pt x="690919" y="25220"/>
                  </a:lnTo>
                  <a:lnTo>
                    <a:pt x="694426" y="24644"/>
                  </a:lnTo>
                  <a:lnTo>
                    <a:pt x="697933" y="24068"/>
                  </a:lnTo>
                  <a:lnTo>
                    <a:pt x="701441" y="23487"/>
                  </a:lnTo>
                  <a:lnTo>
                    <a:pt x="704948" y="22890"/>
                  </a:lnTo>
                  <a:lnTo>
                    <a:pt x="708455" y="22341"/>
                  </a:lnTo>
                  <a:lnTo>
                    <a:pt x="711962" y="21784"/>
                  </a:lnTo>
                  <a:lnTo>
                    <a:pt x="715469" y="21157"/>
                  </a:lnTo>
                  <a:lnTo>
                    <a:pt x="718977" y="20569"/>
                  </a:lnTo>
                  <a:lnTo>
                    <a:pt x="722484" y="20000"/>
                  </a:lnTo>
                  <a:lnTo>
                    <a:pt x="725991" y="19543"/>
                  </a:lnTo>
                  <a:lnTo>
                    <a:pt x="729498" y="19004"/>
                  </a:lnTo>
                  <a:lnTo>
                    <a:pt x="733006" y="18406"/>
                  </a:lnTo>
                  <a:lnTo>
                    <a:pt x="736513" y="17807"/>
                  </a:lnTo>
                  <a:lnTo>
                    <a:pt x="740020" y="17207"/>
                  </a:lnTo>
                  <a:lnTo>
                    <a:pt x="743527" y="16607"/>
                  </a:lnTo>
                  <a:lnTo>
                    <a:pt x="747034" y="16007"/>
                  </a:lnTo>
                  <a:lnTo>
                    <a:pt x="750542" y="15461"/>
                  </a:lnTo>
                  <a:lnTo>
                    <a:pt x="754049" y="14954"/>
                  </a:lnTo>
                  <a:lnTo>
                    <a:pt x="757556" y="14355"/>
                  </a:lnTo>
                  <a:lnTo>
                    <a:pt x="761063" y="13913"/>
                  </a:lnTo>
                  <a:lnTo>
                    <a:pt x="764570" y="13305"/>
                  </a:lnTo>
                  <a:lnTo>
                    <a:pt x="768078" y="12737"/>
                  </a:lnTo>
                  <a:lnTo>
                    <a:pt x="771585" y="12058"/>
                  </a:lnTo>
                  <a:lnTo>
                    <a:pt x="775092" y="11373"/>
                  </a:lnTo>
                  <a:lnTo>
                    <a:pt x="778599" y="10690"/>
                  </a:lnTo>
                  <a:lnTo>
                    <a:pt x="782106" y="10008"/>
                  </a:lnTo>
                  <a:lnTo>
                    <a:pt x="785614" y="9414"/>
                  </a:lnTo>
                  <a:lnTo>
                    <a:pt x="789121" y="8824"/>
                  </a:lnTo>
                  <a:lnTo>
                    <a:pt x="792628" y="8161"/>
                  </a:lnTo>
                  <a:lnTo>
                    <a:pt x="796135" y="7575"/>
                  </a:lnTo>
                  <a:lnTo>
                    <a:pt x="799642" y="6965"/>
                  </a:lnTo>
                  <a:lnTo>
                    <a:pt x="803150" y="6458"/>
                  </a:lnTo>
                  <a:lnTo>
                    <a:pt x="806657" y="5856"/>
                  </a:lnTo>
                  <a:lnTo>
                    <a:pt x="810164" y="5183"/>
                  </a:lnTo>
                  <a:lnTo>
                    <a:pt x="813671" y="4509"/>
                  </a:lnTo>
                  <a:lnTo>
                    <a:pt x="817178" y="3834"/>
                  </a:lnTo>
                  <a:lnTo>
                    <a:pt x="820686" y="3158"/>
                  </a:lnTo>
                  <a:lnTo>
                    <a:pt x="824193" y="2505"/>
                  </a:lnTo>
                  <a:lnTo>
                    <a:pt x="827700" y="1880"/>
                  </a:lnTo>
                  <a:lnTo>
                    <a:pt x="831207" y="1254"/>
                  </a:lnTo>
                  <a:lnTo>
                    <a:pt x="834714" y="627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585957" y="5279087"/>
              <a:ext cx="838222" cy="34193"/>
            </a:xfrm>
            <a:custGeom>
              <a:avLst/>
              <a:pathLst>
                <a:path w="838222" h="34193">
                  <a:moveTo>
                    <a:pt x="838222" y="34193"/>
                  </a:moveTo>
                  <a:lnTo>
                    <a:pt x="834714" y="33923"/>
                  </a:lnTo>
                  <a:lnTo>
                    <a:pt x="831207" y="33652"/>
                  </a:lnTo>
                  <a:lnTo>
                    <a:pt x="827700" y="33380"/>
                  </a:lnTo>
                  <a:lnTo>
                    <a:pt x="824193" y="33096"/>
                  </a:lnTo>
                  <a:lnTo>
                    <a:pt x="820686" y="32781"/>
                  </a:lnTo>
                  <a:lnTo>
                    <a:pt x="817178" y="32466"/>
                  </a:lnTo>
                  <a:lnTo>
                    <a:pt x="813671" y="32196"/>
                  </a:lnTo>
                  <a:lnTo>
                    <a:pt x="810164" y="31963"/>
                  </a:lnTo>
                  <a:lnTo>
                    <a:pt x="806657" y="31683"/>
                  </a:lnTo>
                  <a:lnTo>
                    <a:pt x="803150" y="31421"/>
                  </a:lnTo>
                  <a:lnTo>
                    <a:pt x="799642" y="31163"/>
                  </a:lnTo>
                  <a:lnTo>
                    <a:pt x="796135" y="30905"/>
                  </a:lnTo>
                  <a:lnTo>
                    <a:pt x="792628" y="30608"/>
                  </a:lnTo>
                  <a:lnTo>
                    <a:pt x="789121" y="30304"/>
                  </a:lnTo>
                  <a:lnTo>
                    <a:pt x="785614" y="30039"/>
                  </a:lnTo>
                  <a:lnTo>
                    <a:pt x="782106" y="29774"/>
                  </a:lnTo>
                  <a:lnTo>
                    <a:pt x="778599" y="29493"/>
                  </a:lnTo>
                  <a:lnTo>
                    <a:pt x="775092" y="29097"/>
                  </a:lnTo>
                  <a:lnTo>
                    <a:pt x="771585" y="28719"/>
                  </a:lnTo>
                  <a:lnTo>
                    <a:pt x="768078" y="28466"/>
                  </a:lnTo>
                  <a:lnTo>
                    <a:pt x="764570" y="28258"/>
                  </a:lnTo>
                  <a:lnTo>
                    <a:pt x="761063" y="27923"/>
                  </a:lnTo>
                  <a:lnTo>
                    <a:pt x="757556" y="27659"/>
                  </a:lnTo>
                  <a:lnTo>
                    <a:pt x="754049" y="27395"/>
                  </a:lnTo>
                  <a:lnTo>
                    <a:pt x="750542" y="27040"/>
                  </a:lnTo>
                  <a:lnTo>
                    <a:pt x="747034" y="26678"/>
                  </a:lnTo>
                  <a:lnTo>
                    <a:pt x="743527" y="26377"/>
                  </a:lnTo>
                  <a:lnTo>
                    <a:pt x="740020" y="26090"/>
                  </a:lnTo>
                  <a:lnTo>
                    <a:pt x="736513" y="25803"/>
                  </a:lnTo>
                  <a:lnTo>
                    <a:pt x="733006" y="25474"/>
                  </a:lnTo>
                  <a:lnTo>
                    <a:pt x="729498" y="25121"/>
                  </a:lnTo>
                  <a:lnTo>
                    <a:pt x="725991" y="24763"/>
                  </a:lnTo>
                  <a:lnTo>
                    <a:pt x="722484" y="24429"/>
                  </a:lnTo>
                  <a:lnTo>
                    <a:pt x="718977" y="24118"/>
                  </a:lnTo>
                  <a:lnTo>
                    <a:pt x="715469" y="23808"/>
                  </a:lnTo>
                  <a:lnTo>
                    <a:pt x="711962" y="23574"/>
                  </a:lnTo>
                  <a:lnTo>
                    <a:pt x="708455" y="23328"/>
                  </a:lnTo>
                  <a:lnTo>
                    <a:pt x="704948" y="23062"/>
                  </a:lnTo>
                  <a:lnTo>
                    <a:pt x="701441" y="22792"/>
                  </a:lnTo>
                  <a:lnTo>
                    <a:pt x="697933" y="22427"/>
                  </a:lnTo>
                  <a:lnTo>
                    <a:pt x="694426" y="22054"/>
                  </a:lnTo>
                  <a:lnTo>
                    <a:pt x="690919" y="21712"/>
                  </a:lnTo>
                  <a:lnTo>
                    <a:pt x="687412" y="21479"/>
                  </a:lnTo>
                  <a:lnTo>
                    <a:pt x="683905" y="21111"/>
                  </a:lnTo>
                  <a:lnTo>
                    <a:pt x="680397" y="20705"/>
                  </a:lnTo>
                  <a:lnTo>
                    <a:pt x="676890" y="20355"/>
                  </a:lnTo>
                  <a:lnTo>
                    <a:pt x="673383" y="20034"/>
                  </a:lnTo>
                  <a:lnTo>
                    <a:pt x="669876" y="19719"/>
                  </a:lnTo>
                  <a:lnTo>
                    <a:pt x="666369" y="19393"/>
                  </a:lnTo>
                  <a:lnTo>
                    <a:pt x="662861" y="19125"/>
                  </a:lnTo>
                  <a:lnTo>
                    <a:pt x="659354" y="18809"/>
                  </a:lnTo>
                  <a:lnTo>
                    <a:pt x="655847" y="18465"/>
                  </a:lnTo>
                  <a:lnTo>
                    <a:pt x="652340" y="18181"/>
                  </a:lnTo>
                  <a:lnTo>
                    <a:pt x="648833" y="17894"/>
                  </a:lnTo>
                  <a:lnTo>
                    <a:pt x="645325" y="17647"/>
                  </a:lnTo>
                  <a:lnTo>
                    <a:pt x="641818" y="17347"/>
                  </a:lnTo>
                  <a:lnTo>
                    <a:pt x="638311" y="17050"/>
                  </a:lnTo>
                  <a:lnTo>
                    <a:pt x="634804" y="16753"/>
                  </a:lnTo>
                  <a:lnTo>
                    <a:pt x="631297" y="16454"/>
                  </a:lnTo>
                  <a:lnTo>
                    <a:pt x="627789" y="16182"/>
                  </a:lnTo>
                  <a:lnTo>
                    <a:pt x="624282" y="15849"/>
                  </a:lnTo>
                  <a:lnTo>
                    <a:pt x="620775" y="15557"/>
                  </a:lnTo>
                  <a:lnTo>
                    <a:pt x="617268" y="15242"/>
                  </a:lnTo>
                  <a:lnTo>
                    <a:pt x="613761" y="14964"/>
                  </a:lnTo>
                  <a:lnTo>
                    <a:pt x="610253" y="14649"/>
                  </a:lnTo>
                  <a:lnTo>
                    <a:pt x="606746" y="14263"/>
                  </a:lnTo>
                  <a:lnTo>
                    <a:pt x="603239" y="13933"/>
                  </a:lnTo>
                  <a:lnTo>
                    <a:pt x="599732" y="13731"/>
                  </a:lnTo>
                  <a:lnTo>
                    <a:pt x="596224" y="13415"/>
                  </a:lnTo>
                  <a:lnTo>
                    <a:pt x="592717" y="13110"/>
                  </a:lnTo>
                  <a:lnTo>
                    <a:pt x="589210" y="12841"/>
                  </a:lnTo>
                  <a:lnTo>
                    <a:pt x="585703" y="12605"/>
                  </a:lnTo>
                  <a:lnTo>
                    <a:pt x="582196" y="12289"/>
                  </a:lnTo>
                  <a:lnTo>
                    <a:pt x="578688" y="11981"/>
                  </a:lnTo>
                  <a:lnTo>
                    <a:pt x="575181" y="11688"/>
                  </a:lnTo>
                  <a:lnTo>
                    <a:pt x="571674" y="11387"/>
                  </a:lnTo>
                  <a:lnTo>
                    <a:pt x="568167" y="11085"/>
                  </a:lnTo>
                  <a:lnTo>
                    <a:pt x="564660" y="10770"/>
                  </a:lnTo>
                  <a:lnTo>
                    <a:pt x="561152" y="10454"/>
                  </a:lnTo>
                  <a:lnTo>
                    <a:pt x="557645" y="10035"/>
                  </a:lnTo>
                  <a:lnTo>
                    <a:pt x="554138" y="9818"/>
                  </a:lnTo>
                  <a:lnTo>
                    <a:pt x="550631" y="9570"/>
                  </a:lnTo>
                  <a:lnTo>
                    <a:pt x="547124" y="9357"/>
                  </a:lnTo>
                  <a:lnTo>
                    <a:pt x="543616" y="9170"/>
                  </a:lnTo>
                  <a:lnTo>
                    <a:pt x="540109" y="8853"/>
                  </a:lnTo>
                  <a:lnTo>
                    <a:pt x="536602" y="8581"/>
                  </a:lnTo>
                  <a:lnTo>
                    <a:pt x="533095" y="8271"/>
                  </a:lnTo>
                  <a:lnTo>
                    <a:pt x="529588" y="7912"/>
                  </a:lnTo>
                  <a:lnTo>
                    <a:pt x="526080" y="7540"/>
                  </a:lnTo>
                  <a:lnTo>
                    <a:pt x="522573" y="7173"/>
                  </a:lnTo>
                  <a:lnTo>
                    <a:pt x="519066" y="6909"/>
                  </a:lnTo>
                  <a:lnTo>
                    <a:pt x="515559" y="6709"/>
                  </a:lnTo>
                  <a:lnTo>
                    <a:pt x="512052" y="6487"/>
                  </a:lnTo>
                  <a:lnTo>
                    <a:pt x="508544" y="6153"/>
                  </a:lnTo>
                  <a:lnTo>
                    <a:pt x="505037" y="5928"/>
                  </a:lnTo>
                  <a:lnTo>
                    <a:pt x="501530" y="5663"/>
                  </a:lnTo>
                  <a:lnTo>
                    <a:pt x="498023" y="5402"/>
                  </a:lnTo>
                  <a:lnTo>
                    <a:pt x="494516" y="5153"/>
                  </a:lnTo>
                  <a:lnTo>
                    <a:pt x="491008" y="4837"/>
                  </a:lnTo>
                  <a:lnTo>
                    <a:pt x="487501" y="4500"/>
                  </a:lnTo>
                  <a:lnTo>
                    <a:pt x="483994" y="4370"/>
                  </a:lnTo>
                  <a:lnTo>
                    <a:pt x="480487" y="4039"/>
                  </a:lnTo>
                  <a:lnTo>
                    <a:pt x="476979" y="3907"/>
                  </a:lnTo>
                  <a:lnTo>
                    <a:pt x="473472" y="3708"/>
                  </a:lnTo>
                  <a:lnTo>
                    <a:pt x="469965" y="3500"/>
                  </a:lnTo>
                  <a:lnTo>
                    <a:pt x="466458" y="3267"/>
                  </a:lnTo>
                  <a:lnTo>
                    <a:pt x="462951" y="3146"/>
                  </a:lnTo>
                  <a:lnTo>
                    <a:pt x="459443" y="2826"/>
                  </a:lnTo>
                  <a:lnTo>
                    <a:pt x="455936" y="2682"/>
                  </a:lnTo>
                  <a:lnTo>
                    <a:pt x="452429" y="2577"/>
                  </a:lnTo>
                  <a:lnTo>
                    <a:pt x="448922" y="2320"/>
                  </a:lnTo>
                  <a:lnTo>
                    <a:pt x="445415" y="2126"/>
                  </a:lnTo>
                  <a:lnTo>
                    <a:pt x="441907" y="1818"/>
                  </a:lnTo>
                  <a:lnTo>
                    <a:pt x="438400" y="1757"/>
                  </a:lnTo>
                  <a:lnTo>
                    <a:pt x="434893" y="1661"/>
                  </a:lnTo>
                  <a:lnTo>
                    <a:pt x="431386" y="1494"/>
                  </a:lnTo>
                  <a:lnTo>
                    <a:pt x="427879" y="1268"/>
                  </a:lnTo>
                  <a:lnTo>
                    <a:pt x="424371" y="1247"/>
                  </a:lnTo>
                  <a:lnTo>
                    <a:pt x="420864" y="1198"/>
                  </a:lnTo>
                  <a:lnTo>
                    <a:pt x="417357" y="1056"/>
                  </a:lnTo>
                  <a:lnTo>
                    <a:pt x="413850" y="978"/>
                  </a:lnTo>
                  <a:lnTo>
                    <a:pt x="410343" y="751"/>
                  </a:lnTo>
                  <a:lnTo>
                    <a:pt x="406835" y="642"/>
                  </a:lnTo>
                  <a:lnTo>
                    <a:pt x="403328" y="560"/>
                  </a:lnTo>
                  <a:lnTo>
                    <a:pt x="399821" y="503"/>
                  </a:lnTo>
                  <a:lnTo>
                    <a:pt x="396314" y="446"/>
                  </a:lnTo>
                  <a:lnTo>
                    <a:pt x="392807" y="454"/>
                  </a:lnTo>
                  <a:lnTo>
                    <a:pt x="389299" y="232"/>
                  </a:lnTo>
                  <a:lnTo>
                    <a:pt x="385792" y="116"/>
                  </a:lnTo>
                  <a:lnTo>
                    <a:pt x="382285" y="54"/>
                  </a:lnTo>
                  <a:lnTo>
                    <a:pt x="378778" y="85"/>
                  </a:lnTo>
                  <a:lnTo>
                    <a:pt x="375271" y="93"/>
                  </a:lnTo>
                  <a:lnTo>
                    <a:pt x="371763" y="0"/>
                  </a:lnTo>
                  <a:lnTo>
                    <a:pt x="368256" y="91"/>
                  </a:lnTo>
                  <a:lnTo>
                    <a:pt x="364749" y="41"/>
                  </a:lnTo>
                  <a:lnTo>
                    <a:pt x="361242" y="1"/>
                  </a:lnTo>
                  <a:lnTo>
                    <a:pt x="357734" y="49"/>
                  </a:lnTo>
                  <a:lnTo>
                    <a:pt x="354227" y="100"/>
                  </a:lnTo>
                  <a:lnTo>
                    <a:pt x="350720" y="148"/>
                  </a:lnTo>
                  <a:lnTo>
                    <a:pt x="347213" y="241"/>
                  </a:lnTo>
                  <a:lnTo>
                    <a:pt x="343706" y="203"/>
                  </a:lnTo>
                  <a:lnTo>
                    <a:pt x="340198" y="170"/>
                  </a:lnTo>
                  <a:lnTo>
                    <a:pt x="336691" y="236"/>
                  </a:lnTo>
                  <a:lnTo>
                    <a:pt x="333184" y="388"/>
                  </a:lnTo>
                  <a:lnTo>
                    <a:pt x="329677" y="338"/>
                  </a:lnTo>
                  <a:lnTo>
                    <a:pt x="326170" y="505"/>
                  </a:lnTo>
                  <a:lnTo>
                    <a:pt x="322662" y="641"/>
                  </a:lnTo>
                  <a:lnTo>
                    <a:pt x="319155" y="835"/>
                  </a:lnTo>
                  <a:lnTo>
                    <a:pt x="315648" y="963"/>
                  </a:lnTo>
                  <a:lnTo>
                    <a:pt x="312141" y="1052"/>
                  </a:lnTo>
                  <a:lnTo>
                    <a:pt x="308634" y="1171"/>
                  </a:lnTo>
                  <a:lnTo>
                    <a:pt x="305126" y="1390"/>
                  </a:lnTo>
                  <a:lnTo>
                    <a:pt x="301619" y="1621"/>
                  </a:lnTo>
                  <a:lnTo>
                    <a:pt x="298112" y="1701"/>
                  </a:lnTo>
                  <a:lnTo>
                    <a:pt x="294605" y="2005"/>
                  </a:lnTo>
                  <a:lnTo>
                    <a:pt x="291098" y="2296"/>
                  </a:lnTo>
                  <a:lnTo>
                    <a:pt x="287590" y="2521"/>
                  </a:lnTo>
                  <a:lnTo>
                    <a:pt x="284083" y="2692"/>
                  </a:lnTo>
                  <a:lnTo>
                    <a:pt x="280576" y="2903"/>
                  </a:lnTo>
                  <a:lnTo>
                    <a:pt x="277069" y="3068"/>
                  </a:lnTo>
                  <a:lnTo>
                    <a:pt x="273562" y="3266"/>
                  </a:lnTo>
                  <a:lnTo>
                    <a:pt x="270054" y="3514"/>
                  </a:lnTo>
                  <a:lnTo>
                    <a:pt x="266547" y="3705"/>
                  </a:lnTo>
                  <a:lnTo>
                    <a:pt x="263040" y="4022"/>
                  </a:lnTo>
                  <a:lnTo>
                    <a:pt x="259533" y="4138"/>
                  </a:lnTo>
                  <a:lnTo>
                    <a:pt x="256026" y="4299"/>
                  </a:lnTo>
                  <a:lnTo>
                    <a:pt x="252518" y="4487"/>
                  </a:lnTo>
                  <a:lnTo>
                    <a:pt x="249011" y="4704"/>
                  </a:lnTo>
                  <a:lnTo>
                    <a:pt x="245504" y="4951"/>
                  </a:lnTo>
                  <a:lnTo>
                    <a:pt x="241997" y="5227"/>
                  </a:lnTo>
                  <a:lnTo>
                    <a:pt x="238489" y="5433"/>
                  </a:lnTo>
                  <a:lnTo>
                    <a:pt x="234982" y="5648"/>
                  </a:lnTo>
                  <a:lnTo>
                    <a:pt x="231475" y="5904"/>
                  </a:lnTo>
                  <a:lnTo>
                    <a:pt x="227968" y="6129"/>
                  </a:lnTo>
                  <a:lnTo>
                    <a:pt x="224461" y="6446"/>
                  </a:lnTo>
                  <a:lnTo>
                    <a:pt x="220953" y="6758"/>
                  </a:lnTo>
                  <a:lnTo>
                    <a:pt x="217446" y="7024"/>
                  </a:lnTo>
                  <a:lnTo>
                    <a:pt x="213939" y="7323"/>
                  </a:lnTo>
                  <a:lnTo>
                    <a:pt x="210432" y="7673"/>
                  </a:lnTo>
                  <a:lnTo>
                    <a:pt x="206925" y="8029"/>
                  </a:lnTo>
                  <a:lnTo>
                    <a:pt x="203417" y="8279"/>
                  </a:lnTo>
                  <a:lnTo>
                    <a:pt x="199910" y="8527"/>
                  </a:lnTo>
                  <a:lnTo>
                    <a:pt x="196403" y="8896"/>
                  </a:lnTo>
                  <a:lnTo>
                    <a:pt x="192896" y="9273"/>
                  </a:lnTo>
                  <a:lnTo>
                    <a:pt x="189389" y="9569"/>
                  </a:lnTo>
                  <a:lnTo>
                    <a:pt x="185881" y="9870"/>
                  </a:lnTo>
                  <a:lnTo>
                    <a:pt x="182374" y="10171"/>
                  </a:lnTo>
                  <a:lnTo>
                    <a:pt x="178867" y="10417"/>
                  </a:lnTo>
                  <a:lnTo>
                    <a:pt x="175360" y="10600"/>
                  </a:lnTo>
                  <a:lnTo>
                    <a:pt x="171853" y="11006"/>
                  </a:lnTo>
                  <a:lnTo>
                    <a:pt x="168345" y="11353"/>
                  </a:lnTo>
                  <a:lnTo>
                    <a:pt x="164838" y="11764"/>
                  </a:lnTo>
                  <a:lnTo>
                    <a:pt x="161331" y="12139"/>
                  </a:lnTo>
                  <a:lnTo>
                    <a:pt x="157824" y="12331"/>
                  </a:lnTo>
                  <a:lnTo>
                    <a:pt x="154317" y="12692"/>
                  </a:lnTo>
                  <a:lnTo>
                    <a:pt x="150809" y="13035"/>
                  </a:lnTo>
                  <a:lnTo>
                    <a:pt x="147302" y="13349"/>
                  </a:lnTo>
                  <a:lnTo>
                    <a:pt x="143795" y="13688"/>
                  </a:lnTo>
                  <a:lnTo>
                    <a:pt x="140288" y="13980"/>
                  </a:lnTo>
                  <a:lnTo>
                    <a:pt x="136781" y="14241"/>
                  </a:lnTo>
                  <a:lnTo>
                    <a:pt x="133273" y="14626"/>
                  </a:lnTo>
                  <a:lnTo>
                    <a:pt x="129766" y="15039"/>
                  </a:lnTo>
                  <a:lnTo>
                    <a:pt x="126259" y="15398"/>
                  </a:lnTo>
                  <a:lnTo>
                    <a:pt x="122752" y="15775"/>
                  </a:lnTo>
                  <a:lnTo>
                    <a:pt x="119244" y="16099"/>
                  </a:lnTo>
                  <a:lnTo>
                    <a:pt x="115737" y="16405"/>
                  </a:lnTo>
                  <a:lnTo>
                    <a:pt x="112230" y="16795"/>
                  </a:lnTo>
                  <a:lnTo>
                    <a:pt x="108723" y="17223"/>
                  </a:lnTo>
                  <a:lnTo>
                    <a:pt x="105216" y="17524"/>
                  </a:lnTo>
                  <a:lnTo>
                    <a:pt x="101708" y="17862"/>
                  </a:lnTo>
                  <a:lnTo>
                    <a:pt x="98201" y="18177"/>
                  </a:lnTo>
                  <a:lnTo>
                    <a:pt x="94694" y="18490"/>
                  </a:lnTo>
                  <a:lnTo>
                    <a:pt x="91187" y="18804"/>
                  </a:lnTo>
                  <a:lnTo>
                    <a:pt x="87680" y="19168"/>
                  </a:lnTo>
                  <a:lnTo>
                    <a:pt x="84172" y="19462"/>
                  </a:lnTo>
                  <a:lnTo>
                    <a:pt x="80665" y="19742"/>
                  </a:lnTo>
                  <a:lnTo>
                    <a:pt x="77158" y="20054"/>
                  </a:lnTo>
                  <a:lnTo>
                    <a:pt x="73651" y="20450"/>
                  </a:lnTo>
                  <a:lnTo>
                    <a:pt x="70144" y="20833"/>
                  </a:lnTo>
                  <a:lnTo>
                    <a:pt x="66636" y="21239"/>
                  </a:lnTo>
                  <a:lnTo>
                    <a:pt x="63129" y="21611"/>
                  </a:lnTo>
                  <a:lnTo>
                    <a:pt x="59622" y="21927"/>
                  </a:lnTo>
                  <a:lnTo>
                    <a:pt x="56115" y="22284"/>
                  </a:lnTo>
                  <a:lnTo>
                    <a:pt x="52608" y="22598"/>
                  </a:lnTo>
                  <a:lnTo>
                    <a:pt x="49100" y="22935"/>
                  </a:lnTo>
                  <a:lnTo>
                    <a:pt x="45593" y="23225"/>
                  </a:lnTo>
                  <a:lnTo>
                    <a:pt x="42086" y="23537"/>
                  </a:lnTo>
                  <a:lnTo>
                    <a:pt x="38579" y="23848"/>
                  </a:lnTo>
                  <a:lnTo>
                    <a:pt x="35072" y="24159"/>
                  </a:lnTo>
                  <a:lnTo>
                    <a:pt x="31564" y="24468"/>
                  </a:lnTo>
                  <a:lnTo>
                    <a:pt x="28057" y="24777"/>
                  </a:lnTo>
                  <a:lnTo>
                    <a:pt x="24550" y="25097"/>
                  </a:lnTo>
                  <a:lnTo>
                    <a:pt x="21043" y="25427"/>
                  </a:lnTo>
                  <a:lnTo>
                    <a:pt x="17536" y="25758"/>
                  </a:lnTo>
                  <a:lnTo>
                    <a:pt x="14028" y="26088"/>
                  </a:lnTo>
                  <a:lnTo>
                    <a:pt x="10521" y="26415"/>
                  </a:lnTo>
                  <a:lnTo>
                    <a:pt x="7014" y="26742"/>
                  </a:lnTo>
                  <a:lnTo>
                    <a:pt x="3507" y="27030"/>
                  </a:lnTo>
                  <a:lnTo>
                    <a:pt x="0" y="273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585957" y="5252627"/>
              <a:ext cx="838222" cy="10448"/>
            </a:xfrm>
            <a:custGeom>
              <a:avLst/>
              <a:pathLst>
                <a:path w="838222" h="10448">
                  <a:moveTo>
                    <a:pt x="0" y="10448"/>
                  </a:moveTo>
                  <a:lnTo>
                    <a:pt x="3507" y="10434"/>
                  </a:lnTo>
                  <a:lnTo>
                    <a:pt x="7014" y="10420"/>
                  </a:lnTo>
                  <a:lnTo>
                    <a:pt x="10521" y="10406"/>
                  </a:lnTo>
                  <a:lnTo>
                    <a:pt x="14028" y="10391"/>
                  </a:lnTo>
                  <a:lnTo>
                    <a:pt x="17536" y="10376"/>
                  </a:lnTo>
                  <a:lnTo>
                    <a:pt x="21043" y="10361"/>
                  </a:lnTo>
                  <a:lnTo>
                    <a:pt x="24550" y="10346"/>
                  </a:lnTo>
                  <a:lnTo>
                    <a:pt x="28057" y="10331"/>
                  </a:lnTo>
                  <a:lnTo>
                    <a:pt x="31564" y="10315"/>
                  </a:lnTo>
                  <a:lnTo>
                    <a:pt x="35072" y="10299"/>
                  </a:lnTo>
                  <a:lnTo>
                    <a:pt x="38579" y="10282"/>
                  </a:lnTo>
                  <a:lnTo>
                    <a:pt x="42086" y="10266"/>
                  </a:lnTo>
                  <a:lnTo>
                    <a:pt x="45593" y="10249"/>
                  </a:lnTo>
                  <a:lnTo>
                    <a:pt x="49100" y="10232"/>
                  </a:lnTo>
                  <a:lnTo>
                    <a:pt x="52608" y="10215"/>
                  </a:lnTo>
                  <a:lnTo>
                    <a:pt x="56115" y="10197"/>
                  </a:lnTo>
                  <a:lnTo>
                    <a:pt x="59622" y="10180"/>
                  </a:lnTo>
                  <a:lnTo>
                    <a:pt x="63129" y="10162"/>
                  </a:lnTo>
                  <a:lnTo>
                    <a:pt x="66636" y="10143"/>
                  </a:lnTo>
                  <a:lnTo>
                    <a:pt x="70144" y="10125"/>
                  </a:lnTo>
                  <a:lnTo>
                    <a:pt x="73651" y="10106"/>
                  </a:lnTo>
                  <a:lnTo>
                    <a:pt x="77158" y="10087"/>
                  </a:lnTo>
                  <a:lnTo>
                    <a:pt x="80665" y="10068"/>
                  </a:lnTo>
                  <a:lnTo>
                    <a:pt x="84172" y="10049"/>
                  </a:lnTo>
                  <a:lnTo>
                    <a:pt x="87680" y="10029"/>
                  </a:lnTo>
                  <a:lnTo>
                    <a:pt x="91187" y="10009"/>
                  </a:lnTo>
                  <a:lnTo>
                    <a:pt x="94694" y="9989"/>
                  </a:lnTo>
                  <a:lnTo>
                    <a:pt x="98201" y="9968"/>
                  </a:lnTo>
                  <a:lnTo>
                    <a:pt x="101708" y="9948"/>
                  </a:lnTo>
                  <a:lnTo>
                    <a:pt x="105216" y="9927"/>
                  </a:lnTo>
                  <a:lnTo>
                    <a:pt x="108723" y="9905"/>
                  </a:lnTo>
                  <a:lnTo>
                    <a:pt x="112230" y="9884"/>
                  </a:lnTo>
                  <a:lnTo>
                    <a:pt x="115737" y="9862"/>
                  </a:lnTo>
                  <a:lnTo>
                    <a:pt x="119244" y="9840"/>
                  </a:lnTo>
                  <a:lnTo>
                    <a:pt x="122752" y="9818"/>
                  </a:lnTo>
                  <a:lnTo>
                    <a:pt x="126259" y="9796"/>
                  </a:lnTo>
                  <a:lnTo>
                    <a:pt x="129766" y="9773"/>
                  </a:lnTo>
                  <a:lnTo>
                    <a:pt x="133273" y="9750"/>
                  </a:lnTo>
                  <a:lnTo>
                    <a:pt x="136781" y="9727"/>
                  </a:lnTo>
                  <a:lnTo>
                    <a:pt x="140288" y="9703"/>
                  </a:lnTo>
                  <a:lnTo>
                    <a:pt x="143795" y="9680"/>
                  </a:lnTo>
                  <a:lnTo>
                    <a:pt x="147302" y="9656"/>
                  </a:lnTo>
                  <a:lnTo>
                    <a:pt x="150809" y="9632"/>
                  </a:lnTo>
                  <a:lnTo>
                    <a:pt x="154317" y="9607"/>
                  </a:lnTo>
                  <a:lnTo>
                    <a:pt x="157824" y="9582"/>
                  </a:lnTo>
                  <a:lnTo>
                    <a:pt x="161331" y="9558"/>
                  </a:lnTo>
                  <a:lnTo>
                    <a:pt x="164838" y="9532"/>
                  </a:lnTo>
                  <a:lnTo>
                    <a:pt x="168345" y="9507"/>
                  </a:lnTo>
                  <a:lnTo>
                    <a:pt x="171853" y="9481"/>
                  </a:lnTo>
                  <a:lnTo>
                    <a:pt x="175360" y="9455"/>
                  </a:lnTo>
                  <a:lnTo>
                    <a:pt x="178867" y="9429"/>
                  </a:lnTo>
                  <a:lnTo>
                    <a:pt x="182374" y="9403"/>
                  </a:lnTo>
                  <a:lnTo>
                    <a:pt x="185881" y="9376"/>
                  </a:lnTo>
                  <a:lnTo>
                    <a:pt x="189389" y="9349"/>
                  </a:lnTo>
                  <a:lnTo>
                    <a:pt x="192896" y="9322"/>
                  </a:lnTo>
                  <a:lnTo>
                    <a:pt x="196403" y="9294"/>
                  </a:lnTo>
                  <a:lnTo>
                    <a:pt x="199910" y="9267"/>
                  </a:lnTo>
                  <a:lnTo>
                    <a:pt x="203417" y="9239"/>
                  </a:lnTo>
                  <a:lnTo>
                    <a:pt x="206925" y="9211"/>
                  </a:lnTo>
                  <a:lnTo>
                    <a:pt x="210432" y="9182"/>
                  </a:lnTo>
                  <a:lnTo>
                    <a:pt x="213939" y="9153"/>
                  </a:lnTo>
                  <a:lnTo>
                    <a:pt x="217446" y="9124"/>
                  </a:lnTo>
                  <a:lnTo>
                    <a:pt x="220953" y="9095"/>
                  </a:lnTo>
                  <a:lnTo>
                    <a:pt x="224461" y="9066"/>
                  </a:lnTo>
                  <a:lnTo>
                    <a:pt x="227968" y="9036"/>
                  </a:lnTo>
                  <a:lnTo>
                    <a:pt x="231475" y="9006"/>
                  </a:lnTo>
                  <a:lnTo>
                    <a:pt x="234982" y="8976"/>
                  </a:lnTo>
                  <a:lnTo>
                    <a:pt x="238489" y="8945"/>
                  </a:lnTo>
                  <a:lnTo>
                    <a:pt x="241997" y="8915"/>
                  </a:lnTo>
                  <a:lnTo>
                    <a:pt x="245504" y="8884"/>
                  </a:lnTo>
                  <a:lnTo>
                    <a:pt x="249011" y="8853"/>
                  </a:lnTo>
                  <a:lnTo>
                    <a:pt x="252518" y="8821"/>
                  </a:lnTo>
                  <a:lnTo>
                    <a:pt x="256026" y="8789"/>
                  </a:lnTo>
                  <a:lnTo>
                    <a:pt x="259533" y="8757"/>
                  </a:lnTo>
                  <a:lnTo>
                    <a:pt x="263040" y="8725"/>
                  </a:lnTo>
                  <a:lnTo>
                    <a:pt x="266547" y="8693"/>
                  </a:lnTo>
                  <a:lnTo>
                    <a:pt x="270054" y="8660"/>
                  </a:lnTo>
                  <a:lnTo>
                    <a:pt x="273562" y="8627"/>
                  </a:lnTo>
                  <a:lnTo>
                    <a:pt x="277069" y="8594"/>
                  </a:lnTo>
                  <a:lnTo>
                    <a:pt x="280576" y="8560"/>
                  </a:lnTo>
                  <a:lnTo>
                    <a:pt x="284083" y="8526"/>
                  </a:lnTo>
                  <a:lnTo>
                    <a:pt x="287590" y="8492"/>
                  </a:lnTo>
                  <a:lnTo>
                    <a:pt x="291098" y="8458"/>
                  </a:lnTo>
                  <a:lnTo>
                    <a:pt x="294605" y="8424"/>
                  </a:lnTo>
                  <a:lnTo>
                    <a:pt x="298112" y="8389"/>
                  </a:lnTo>
                  <a:lnTo>
                    <a:pt x="301619" y="8354"/>
                  </a:lnTo>
                  <a:lnTo>
                    <a:pt x="305126" y="8318"/>
                  </a:lnTo>
                  <a:lnTo>
                    <a:pt x="308634" y="8283"/>
                  </a:lnTo>
                  <a:lnTo>
                    <a:pt x="312141" y="8247"/>
                  </a:lnTo>
                  <a:lnTo>
                    <a:pt x="315648" y="8211"/>
                  </a:lnTo>
                  <a:lnTo>
                    <a:pt x="319155" y="8175"/>
                  </a:lnTo>
                  <a:lnTo>
                    <a:pt x="322662" y="8138"/>
                  </a:lnTo>
                  <a:lnTo>
                    <a:pt x="326170" y="8101"/>
                  </a:lnTo>
                  <a:lnTo>
                    <a:pt x="329677" y="8064"/>
                  </a:lnTo>
                  <a:lnTo>
                    <a:pt x="333184" y="8027"/>
                  </a:lnTo>
                  <a:lnTo>
                    <a:pt x="336691" y="7989"/>
                  </a:lnTo>
                  <a:lnTo>
                    <a:pt x="340198" y="7952"/>
                  </a:lnTo>
                  <a:lnTo>
                    <a:pt x="343706" y="7914"/>
                  </a:lnTo>
                  <a:lnTo>
                    <a:pt x="347213" y="7875"/>
                  </a:lnTo>
                  <a:lnTo>
                    <a:pt x="350720" y="7837"/>
                  </a:lnTo>
                  <a:lnTo>
                    <a:pt x="354227" y="7798"/>
                  </a:lnTo>
                  <a:lnTo>
                    <a:pt x="357734" y="7759"/>
                  </a:lnTo>
                  <a:lnTo>
                    <a:pt x="361242" y="7719"/>
                  </a:lnTo>
                  <a:lnTo>
                    <a:pt x="364749" y="7680"/>
                  </a:lnTo>
                  <a:lnTo>
                    <a:pt x="368256" y="7640"/>
                  </a:lnTo>
                  <a:lnTo>
                    <a:pt x="371763" y="7600"/>
                  </a:lnTo>
                  <a:lnTo>
                    <a:pt x="375271" y="7559"/>
                  </a:lnTo>
                  <a:lnTo>
                    <a:pt x="378778" y="7519"/>
                  </a:lnTo>
                  <a:lnTo>
                    <a:pt x="382285" y="7478"/>
                  </a:lnTo>
                  <a:lnTo>
                    <a:pt x="385792" y="7437"/>
                  </a:lnTo>
                  <a:lnTo>
                    <a:pt x="389299" y="7395"/>
                  </a:lnTo>
                  <a:lnTo>
                    <a:pt x="392807" y="7354"/>
                  </a:lnTo>
                  <a:lnTo>
                    <a:pt x="396314" y="7312"/>
                  </a:lnTo>
                  <a:lnTo>
                    <a:pt x="399821" y="7270"/>
                  </a:lnTo>
                  <a:lnTo>
                    <a:pt x="403328" y="7227"/>
                  </a:lnTo>
                  <a:lnTo>
                    <a:pt x="406835" y="7185"/>
                  </a:lnTo>
                  <a:lnTo>
                    <a:pt x="410343" y="7142"/>
                  </a:lnTo>
                  <a:lnTo>
                    <a:pt x="413850" y="7098"/>
                  </a:lnTo>
                  <a:lnTo>
                    <a:pt x="417357" y="7055"/>
                  </a:lnTo>
                  <a:lnTo>
                    <a:pt x="420864" y="7011"/>
                  </a:lnTo>
                  <a:lnTo>
                    <a:pt x="424371" y="6967"/>
                  </a:lnTo>
                  <a:lnTo>
                    <a:pt x="427879" y="6923"/>
                  </a:lnTo>
                  <a:lnTo>
                    <a:pt x="431386" y="6879"/>
                  </a:lnTo>
                  <a:lnTo>
                    <a:pt x="434893" y="6834"/>
                  </a:lnTo>
                  <a:lnTo>
                    <a:pt x="438400" y="6789"/>
                  </a:lnTo>
                  <a:lnTo>
                    <a:pt x="441907" y="6744"/>
                  </a:lnTo>
                  <a:lnTo>
                    <a:pt x="445415" y="6698"/>
                  </a:lnTo>
                  <a:lnTo>
                    <a:pt x="448922" y="6653"/>
                  </a:lnTo>
                  <a:lnTo>
                    <a:pt x="452429" y="6607"/>
                  </a:lnTo>
                  <a:lnTo>
                    <a:pt x="455936" y="6560"/>
                  </a:lnTo>
                  <a:lnTo>
                    <a:pt x="459443" y="6514"/>
                  </a:lnTo>
                  <a:lnTo>
                    <a:pt x="462951" y="6467"/>
                  </a:lnTo>
                  <a:lnTo>
                    <a:pt x="466458" y="6420"/>
                  </a:lnTo>
                  <a:lnTo>
                    <a:pt x="469965" y="6373"/>
                  </a:lnTo>
                  <a:lnTo>
                    <a:pt x="473472" y="6325"/>
                  </a:lnTo>
                  <a:lnTo>
                    <a:pt x="476979" y="6277"/>
                  </a:lnTo>
                  <a:lnTo>
                    <a:pt x="480487" y="6229"/>
                  </a:lnTo>
                  <a:lnTo>
                    <a:pt x="483994" y="6181"/>
                  </a:lnTo>
                  <a:lnTo>
                    <a:pt x="487501" y="6133"/>
                  </a:lnTo>
                  <a:lnTo>
                    <a:pt x="491008" y="6084"/>
                  </a:lnTo>
                  <a:lnTo>
                    <a:pt x="494516" y="6035"/>
                  </a:lnTo>
                  <a:lnTo>
                    <a:pt x="498023" y="5985"/>
                  </a:lnTo>
                  <a:lnTo>
                    <a:pt x="501530" y="5936"/>
                  </a:lnTo>
                  <a:lnTo>
                    <a:pt x="505037" y="5886"/>
                  </a:lnTo>
                  <a:lnTo>
                    <a:pt x="508544" y="5836"/>
                  </a:lnTo>
                  <a:lnTo>
                    <a:pt x="512052" y="5786"/>
                  </a:lnTo>
                  <a:lnTo>
                    <a:pt x="515559" y="5735"/>
                  </a:lnTo>
                  <a:lnTo>
                    <a:pt x="519066" y="5684"/>
                  </a:lnTo>
                  <a:lnTo>
                    <a:pt x="522573" y="5633"/>
                  </a:lnTo>
                  <a:lnTo>
                    <a:pt x="526080" y="5582"/>
                  </a:lnTo>
                  <a:lnTo>
                    <a:pt x="529588" y="5530"/>
                  </a:lnTo>
                  <a:lnTo>
                    <a:pt x="533095" y="5478"/>
                  </a:lnTo>
                  <a:lnTo>
                    <a:pt x="536602" y="5426"/>
                  </a:lnTo>
                  <a:lnTo>
                    <a:pt x="540109" y="5374"/>
                  </a:lnTo>
                  <a:lnTo>
                    <a:pt x="543616" y="5321"/>
                  </a:lnTo>
                  <a:lnTo>
                    <a:pt x="547124" y="5268"/>
                  </a:lnTo>
                  <a:lnTo>
                    <a:pt x="550631" y="5215"/>
                  </a:lnTo>
                  <a:lnTo>
                    <a:pt x="554138" y="5162"/>
                  </a:lnTo>
                  <a:lnTo>
                    <a:pt x="557645" y="5108"/>
                  </a:lnTo>
                  <a:lnTo>
                    <a:pt x="561152" y="5054"/>
                  </a:lnTo>
                  <a:lnTo>
                    <a:pt x="564660" y="5000"/>
                  </a:lnTo>
                  <a:lnTo>
                    <a:pt x="568167" y="4946"/>
                  </a:lnTo>
                  <a:lnTo>
                    <a:pt x="571674" y="4891"/>
                  </a:lnTo>
                  <a:lnTo>
                    <a:pt x="575181" y="4836"/>
                  </a:lnTo>
                  <a:lnTo>
                    <a:pt x="578688" y="4781"/>
                  </a:lnTo>
                  <a:lnTo>
                    <a:pt x="582196" y="4725"/>
                  </a:lnTo>
                  <a:lnTo>
                    <a:pt x="585703" y="4670"/>
                  </a:lnTo>
                  <a:lnTo>
                    <a:pt x="589210" y="4614"/>
                  </a:lnTo>
                  <a:lnTo>
                    <a:pt x="592717" y="4558"/>
                  </a:lnTo>
                  <a:lnTo>
                    <a:pt x="596224" y="4501"/>
                  </a:lnTo>
                  <a:lnTo>
                    <a:pt x="599732" y="4445"/>
                  </a:lnTo>
                  <a:lnTo>
                    <a:pt x="603239" y="4388"/>
                  </a:lnTo>
                  <a:lnTo>
                    <a:pt x="606746" y="4330"/>
                  </a:lnTo>
                  <a:lnTo>
                    <a:pt x="610253" y="4273"/>
                  </a:lnTo>
                  <a:lnTo>
                    <a:pt x="613761" y="4215"/>
                  </a:lnTo>
                  <a:lnTo>
                    <a:pt x="617268" y="4157"/>
                  </a:lnTo>
                  <a:lnTo>
                    <a:pt x="620775" y="4099"/>
                  </a:lnTo>
                  <a:lnTo>
                    <a:pt x="624282" y="4041"/>
                  </a:lnTo>
                  <a:lnTo>
                    <a:pt x="627789" y="3982"/>
                  </a:lnTo>
                  <a:lnTo>
                    <a:pt x="631297" y="3923"/>
                  </a:lnTo>
                  <a:lnTo>
                    <a:pt x="634804" y="3864"/>
                  </a:lnTo>
                  <a:lnTo>
                    <a:pt x="638311" y="3804"/>
                  </a:lnTo>
                  <a:lnTo>
                    <a:pt x="641818" y="3744"/>
                  </a:lnTo>
                  <a:lnTo>
                    <a:pt x="645325" y="3684"/>
                  </a:lnTo>
                  <a:lnTo>
                    <a:pt x="648833" y="3624"/>
                  </a:lnTo>
                  <a:lnTo>
                    <a:pt x="652340" y="3564"/>
                  </a:lnTo>
                  <a:lnTo>
                    <a:pt x="655847" y="3503"/>
                  </a:lnTo>
                  <a:lnTo>
                    <a:pt x="659354" y="3442"/>
                  </a:lnTo>
                  <a:lnTo>
                    <a:pt x="662861" y="3381"/>
                  </a:lnTo>
                  <a:lnTo>
                    <a:pt x="666369" y="3319"/>
                  </a:lnTo>
                  <a:lnTo>
                    <a:pt x="669876" y="3257"/>
                  </a:lnTo>
                  <a:lnTo>
                    <a:pt x="673383" y="3195"/>
                  </a:lnTo>
                  <a:lnTo>
                    <a:pt x="676890" y="3133"/>
                  </a:lnTo>
                  <a:lnTo>
                    <a:pt x="680397" y="3071"/>
                  </a:lnTo>
                  <a:lnTo>
                    <a:pt x="683905" y="3008"/>
                  </a:lnTo>
                  <a:lnTo>
                    <a:pt x="687412" y="2945"/>
                  </a:lnTo>
                  <a:lnTo>
                    <a:pt x="690919" y="2882"/>
                  </a:lnTo>
                  <a:lnTo>
                    <a:pt x="694426" y="2818"/>
                  </a:lnTo>
                  <a:lnTo>
                    <a:pt x="697933" y="2754"/>
                  </a:lnTo>
                  <a:lnTo>
                    <a:pt x="701441" y="2690"/>
                  </a:lnTo>
                  <a:lnTo>
                    <a:pt x="704948" y="2626"/>
                  </a:lnTo>
                  <a:lnTo>
                    <a:pt x="708455" y="2562"/>
                  </a:lnTo>
                  <a:lnTo>
                    <a:pt x="711962" y="2497"/>
                  </a:lnTo>
                  <a:lnTo>
                    <a:pt x="715469" y="2432"/>
                  </a:lnTo>
                  <a:lnTo>
                    <a:pt x="718977" y="2366"/>
                  </a:lnTo>
                  <a:lnTo>
                    <a:pt x="722484" y="2301"/>
                  </a:lnTo>
                  <a:lnTo>
                    <a:pt x="725991" y="2235"/>
                  </a:lnTo>
                  <a:lnTo>
                    <a:pt x="729498" y="2169"/>
                  </a:lnTo>
                  <a:lnTo>
                    <a:pt x="733006" y="2103"/>
                  </a:lnTo>
                  <a:lnTo>
                    <a:pt x="736513" y="2036"/>
                  </a:lnTo>
                  <a:lnTo>
                    <a:pt x="740020" y="1970"/>
                  </a:lnTo>
                  <a:lnTo>
                    <a:pt x="743527" y="1903"/>
                  </a:lnTo>
                  <a:lnTo>
                    <a:pt x="747034" y="1835"/>
                  </a:lnTo>
                  <a:lnTo>
                    <a:pt x="750542" y="1768"/>
                  </a:lnTo>
                  <a:lnTo>
                    <a:pt x="754049" y="1700"/>
                  </a:lnTo>
                  <a:lnTo>
                    <a:pt x="757556" y="1632"/>
                  </a:lnTo>
                  <a:lnTo>
                    <a:pt x="761063" y="1564"/>
                  </a:lnTo>
                  <a:lnTo>
                    <a:pt x="764570" y="1495"/>
                  </a:lnTo>
                  <a:lnTo>
                    <a:pt x="768078" y="1427"/>
                  </a:lnTo>
                  <a:lnTo>
                    <a:pt x="771585" y="1358"/>
                  </a:lnTo>
                  <a:lnTo>
                    <a:pt x="775092" y="1288"/>
                  </a:lnTo>
                  <a:lnTo>
                    <a:pt x="778599" y="1219"/>
                  </a:lnTo>
                  <a:lnTo>
                    <a:pt x="782106" y="1149"/>
                  </a:lnTo>
                  <a:lnTo>
                    <a:pt x="785614" y="1079"/>
                  </a:lnTo>
                  <a:lnTo>
                    <a:pt x="789121" y="1009"/>
                  </a:lnTo>
                  <a:lnTo>
                    <a:pt x="792628" y="938"/>
                  </a:lnTo>
                  <a:lnTo>
                    <a:pt x="796135" y="868"/>
                  </a:lnTo>
                  <a:lnTo>
                    <a:pt x="799642" y="797"/>
                  </a:lnTo>
                  <a:lnTo>
                    <a:pt x="803150" y="725"/>
                  </a:lnTo>
                  <a:lnTo>
                    <a:pt x="806657" y="654"/>
                  </a:lnTo>
                  <a:lnTo>
                    <a:pt x="810164" y="582"/>
                  </a:lnTo>
                  <a:lnTo>
                    <a:pt x="813671" y="510"/>
                  </a:lnTo>
                  <a:lnTo>
                    <a:pt x="817178" y="438"/>
                  </a:lnTo>
                  <a:lnTo>
                    <a:pt x="820686" y="365"/>
                  </a:lnTo>
                  <a:lnTo>
                    <a:pt x="824193" y="293"/>
                  </a:lnTo>
                  <a:lnTo>
                    <a:pt x="827700" y="220"/>
                  </a:lnTo>
                  <a:lnTo>
                    <a:pt x="831207" y="147"/>
                  </a:lnTo>
                  <a:lnTo>
                    <a:pt x="834714" y="73"/>
                  </a:lnTo>
                  <a:lnTo>
                    <a:pt x="838222" y="0"/>
                  </a:lnTo>
                </a:path>
              </a:pathLst>
            </a:custGeom>
            <a:ln w="28456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544045" y="5213158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5648970" y="2645185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5690881" y="3109788"/>
              <a:ext cx="838222" cy="258188"/>
            </a:xfrm>
            <a:custGeom>
              <a:avLst/>
              <a:pathLst>
                <a:path w="838222" h="258188">
                  <a:moveTo>
                    <a:pt x="0" y="0"/>
                  </a:moveTo>
                  <a:lnTo>
                    <a:pt x="3507" y="1735"/>
                  </a:lnTo>
                  <a:lnTo>
                    <a:pt x="7014" y="3464"/>
                  </a:lnTo>
                  <a:lnTo>
                    <a:pt x="10521" y="5165"/>
                  </a:lnTo>
                  <a:lnTo>
                    <a:pt x="14028" y="6709"/>
                  </a:lnTo>
                  <a:lnTo>
                    <a:pt x="17536" y="8451"/>
                  </a:lnTo>
                  <a:lnTo>
                    <a:pt x="21043" y="10070"/>
                  </a:lnTo>
                  <a:lnTo>
                    <a:pt x="24550" y="11634"/>
                  </a:lnTo>
                  <a:lnTo>
                    <a:pt x="28057" y="13171"/>
                  </a:lnTo>
                  <a:lnTo>
                    <a:pt x="31564" y="14700"/>
                  </a:lnTo>
                  <a:lnTo>
                    <a:pt x="35072" y="16502"/>
                  </a:lnTo>
                  <a:lnTo>
                    <a:pt x="38579" y="18251"/>
                  </a:lnTo>
                  <a:lnTo>
                    <a:pt x="42086" y="19882"/>
                  </a:lnTo>
                  <a:lnTo>
                    <a:pt x="45593" y="21549"/>
                  </a:lnTo>
                  <a:lnTo>
                    <a:pt x="49100" y="23184"/>
                  </a:lnTo>
                  <a:lnTo>
                    <a:pt x="52608" y="24747"/>
                  </a:lnTo>
                  <a:lnTo>
                    <a:pt x="56115" y="26137"/>
                  </a:lnTo>
                  <a:lnTo>
                    <a:pt x="59622" y="27602"/>
                  </a:lnTo>
                  <a:lnTo>
                    <a:pt x="63129" y="29076"/>
                  </a:lnTo>
                  <a:lnTo>
                    <a:pt x="66636" y="30442"/>
                  </a:lnTo>
                  <a:lnTo>
                    <a:pt x="70144" y="32042"/>
                  </a:lnTo>
                  <a:lnTo>
                    <a:pt x="73651" y="33753"/>
                  </a:lnTo>
                  <a:lnTo>
                    <a:pt x="77158" y="35266"/>
                  </a:lnTo>
                  <a:lnTo>
                    <a:pt x="80665" y="36483"/>
                  </a:lnTo>
                  <a:lnTo>
                    <a:pt x="84172" y="38004"/>
                  </a:lnTo>
                  <a:lnTo>
                    <a:pt x="87680" y="39382"/>
                  </a:lnTo>
                  <a:lnTo>
                    <a:pt x="91187" y="40684"/>
                  </a:lnTo>
                  <a:lnTo>
                    <a:pt x="94694" y="42113"/>
                  </a:lnTo>
                  <a:lnTo>
                    <a:pt x="98201" y="43468"/>
                  </a:lnTo>
                  <a:lnTo>
                    <a:pt x="101708" y="44768"/>
                  </a:lnTo>
                  <a:lnTo>
                    <a:pt x="105216" y="46070"/>
                  </a:lnTo>
                  <a:lnTo>
                    <a:pt x="108723" y="47578"/>
                  </a:lnTo>
                  <a:lnTo>
                    <a:pt x="112230" y="49130"/>
                  </a:lnTo>
                  <a:lnTo>
                    <a:pt x="115737" y="50673"/>
                  </a:lnTo>
                  <a:lnTo>
                    <a:pt x="119244" y="52043"/>
                  </a:lnTo>
                  <a:lnTo>
                    <a:pt x="122752" y="53453"/>
                  </a:lnTo>
                  <a:lnTo>
                    <a:pt x="126259" y="54846"/>
                  </a:lnTo>
                  <a:lnTo>
                    <a:pt x="129766" y="56613"/>
                  </a:lnTo>
                  <a:lnTo>
                    <a:pt x="133273" y="57740"/>
                  </a:lnTo>
                  <a:lnTo>
                    <a:pt x="136781" y="59013"/>
                  </a:lnTo>
                  <a:lnTo>
                    <a:pt x="140288" y="60229"/>
                  </a:lnTo>
                  <a:lnTo>
                    <a:pt x="143795" y="61851"/>
                  </a:lnTo>
                  <a:lnTo>
                    <a:pt x="147302" y="63469"/>
                  </a:lnTo>
                  <a:lnTo>
                    <a:pt x="150809" y="65151"/>
                  </a:lnTo>
                  <a:lnTo>
                    <a:pt x="154317" y="66906"/>
                  </a:lnTo>
                  <a:lnTo>
                    <a:pt x="157824" y="68287"/>
                  </a:lnTo>
                  <a:lnTo>
                    <a:pt x="161331" y="69567"/>
                  </a:lnTo>
                  <a:lnTo>
                    <a:pt x="164838" y="70700"/>
                  </a:lnTo>
                  <a:lnTo>
                    <a:pt x="168345" y="72049"/>
                  </a:lnTo>
                  <a:lnTo>
                    <a:pt x="171853" y="73196"/>
                  </a:lnTo>
                  <a:lnTo>
                    <a:pt x="175360" y="74045"/>
                  </a:lnTo>
                  <a:lnTo>
                    <a:pt x="178867" y="75154"/>
                  </a:lnTo>
                  <a:lnTo>
                    <a:pt x="182374" y="76527"/>
                  </a:lnTo>
                  <a:lnTo>
                    <a:pt x="185881" y="77984"/>
                  </a:lnTo>
                  <a:lnTo>
                    <a:pt x="189389" y="79366"/>
                  </a:lnTo>
                  <a:lnTo>
                    <a:pt x="192896" y="80549"/>
                  </a:lnTo>
                  <a:lnTo>
                    <a:pt x="196403" y="81542"/>
                  </a:lnTo>
                  <a:lnTo>
                    <a:pt x="199910" y="82920"/>
                  </a:lnTo>
                  <a:lnTo>
                    <a:pt x="203417" y="84191"/>
                  </a:lnTo>
                  <a:lnTo>
                    <a:pt x="206925" y="85325"/>
                  </a:lnTo>
                  <a:lnTo>
                    <a:pt x="210432" y="86478"/>
                  </a:lnTo>
                  <a:lnTo>
                    <a:pt x="213939" y="87414"/>
                  </a:lnTo>
                  <a:lnTo>
                    <a:pt x="217446" y="88450"/>
                  </a:lnTo>
                  <a:lnTo>
                    <a:pt x="220953" y="89343"/>
                  </a:lnTo>
                  <a:lnTo>
                    <a:pt x="224461" y="90257"/>
                  </a:lnTo>
                  <a:lnTo>
                    <a:pt x="227968" y="91176"/>
                  </a:lnTo>
                  <a:lnTo>
                    <a:pt x="231475" y="92156"/>
                  </a:lnTo>
                  <a:lnTo>
                    <a:pt x="234982" y="93111"/>
                  </a:lnTo>
                  <a:lnTo>
                    <a:pt x="238489" y="93904"/>
                  </a:lnTo>
                  <a:lnTo>
                    <a:pt x="241997" y="94736"/>
                  </a:lnTo>
                  <a:lnTo>
                    <a:pt x="245504" y="95583"/>
                  </a:lnTo>
                  <a:lnTo>
                    <a:pt x="249011" y="96303"/>
                  </a:lnTo>
                  <a:lnTo>
                    <a:pt x="252518" y="97259"/>
                  </a:lnTo>
                  <a:lnTo>
                    <a:pt x="256026" y="98052"/>
                  </a:lnTo>
                  <a:lnTo>
                    <a:pt x="259533" y="98801"/>
                  </a:lnTo>
                  <a:lnTo>
                    <a:pt x="263040" y="99555"/>
                  </a:lnTo>
                  <a:lnTo>
                    <a:pt x="266547" y="100041"/>
                  </a:lnTo>
                  <a:lnTo>
                    <a:pt x="270054" y="100595"/>
                  </a:lnTo>
                  <a:lnTo>
                    <a:pt x="273562" y="101054"/>
                  </a:lnTo>
                  <a:lnTo>
                    <a:pt x="277069" y="101704"/>
                  </a:lnTo>
                  <a:lnTo>
                    <a:pt x="280576" y="102111"/>
                  </a:lnTo>
                  <a:lnTo>
                    <a:pt x="284083" y="102880"/>
                  </a:lnTo>
                  <a:lnTo>
                    <a:pt x="287590" y="103478"/>
                  </a:lnTo>
                  <a:lnTo>
                    <a:pt x="291098" y="103671"/>
                  </a:lnTo>
                  <a:lnTo>
                    <a:pt x="294605" y="103929"/>
                  </a:lnTo>
                  <a:lnTo>
                    <a:pt x="298112" y="104081"/>
                  </a:lnTo>
                  <a:lnTo>
                    <a:pt x="301619" y="104401"/>
                  </a:lnTo>
                  <a:lnTo>
                    <a:pt x="305126" y="104554"/>
                  </a:lnTo>
                  <a:lnTo>
                    <a:pt x="308634" y="104664"/>
                  </a:lnTo>
                  <a:lnTo>
                    <a:pt x="312141" y="104699"/>
                  </a:lnTo>
                  <a:lnTo>
                    <a:pt x="315648" y="104790"/>
                  </a:lnTo>
                  <a:lnTo>
                    <a:pt x="319155" y="105015"/>
                  </a:lnTo>
                  <a:lnTo>
                    <a:pt x="322662" y="105041"/>
                  </a:lnTo>
                  <a:lnTo>
                    <a:pt x="326170" y="105285"/>
                  </a:lnTo>
                  <a:lnTo>
                    <a:pt x="329677" y="105378"/>
                  </a:lnTo>
                  <a:lnTo>
                    <a:pt x="333184" y="105461"/>
                  </a:lnTo>
                  <a:lnTo>
                    <a:pt x="336691" y="105658"/>
                  </a:lnTo>
                  <a:lnTo>
                    <a:pt x="340198" y="105726"/>
                  </a:lnTo>
                  <a:lnTo>
                    <a:pt x="343706" y="105865"/>
                  </a:lnTo>
                  <a:lnTo>
                    <a:pt x="347213" y="105806"/>
                  </a:lnTo>
                  <a:lnTo>
                    <a:pt x="350720" y="106085"/>
                  </a:lnTo>
                  <a:lnTo>
                    <a:pt x="354227" y="105900"/>
                  </a:lnTo>
                  <a:lnTo>
                    <a:pt x="357734" y="105973"/>
                  </a:lnTo>
                  <a:lnTo>
                    <a:pt x="361242" y="105794"/>
                  </a:lnTo>
                  <a:lnTo>
                    <a:pt x="364749" y="105604"/>
                  </a:lnTo>
                  <a:lnTo>
                    <a:pt x="368256" y="105430"/>
                  </a:lnTo>
                  <a:lnTo>
                    <a:pt x="371763" y="105217"/>
                  </a:lnTo>
                  <a:lnTo>
                    <a:pt x="375271" y="105112"/>
                  </a:lnTo>
                  <a:lnTo>
                    <a:pt x="378778" y="105016"/>
                  </a:lnTo>
                  <a:lnTo>
                    <a:pt x="382285" y="104886"/>
                  </a:lnTo>
                  <a:lnTo>
                    <a:pt x="385792" y="104685"/>
                  </a:lnTo>
                  <a:lnTo>
                    <a:pt x="389299" y="104630"/>
                  </a:lnTo>
                  <a:lnTo>
                    <a:pt x="392807" y="104422"/>
                  </a:lnTo>
                  <a:lnTo>
                    <a:pt x="396314" y="104322"/>
                  </a:lnTo>
                  <a:lnTo>
                    <a:pt x="399821" y="104208"/>
                  </a:lnTo>
                  <a:lnTo>
                    <a:pt x="403328" y="104107"/>
                  </a:lnTo>
                  <a:lnTo>
                    <a:pt x="406835" y="103921"/>
                  </a:lnTo>
                  <a:lnTo>
                    <a:pt x="410343" y="103414"/>
                  </a:lnTo>
                  <a:lnTo>
                    <a:pt x="413850" y="103316"/>
                  </a:lnTo>
                  <a:lnTo>
                    <a:pt x="417357" y="103250"/>
                  </a:lnTo>
                  <a:lnTo>
                    <a:pt x="420864" y="102935"/>
                  </a:lnTo>
                  <a:lnTo>
                    <a:pt x="424371" y="102703"/>
                  </a:lnTo>
                  <a:lnTo>
                    <a:pt x="427879" y="102313"/>
                  </a:lnTo>
                  <a:lnTo>
                    <a:pt x="431386" y="102101"/>
                  </a:lnTo>
                  <a:lnTo>
                    <a:pt x="434893" y="102040"/>
                  </a:lnTo>
                  <a:lnTo>
                    <a:pt x="438400" y="101758"/>
                  </a:lnTo>
                  <a:lnTo>
                    <a:pt x="441907" y="101310"/>
                  </a:lnTo>
                  <a:lnTo>
                    <a:pt x="445415" y="100990"/>
                  </a:lnTo>
                  <a:lnTo>
                    <a:pt x="448922" y="100835"/>
                  </a:lnTo>
                  <a:lnTo>
                    <a:pt x="452429" y="100669"/>
                  </a:lnTo>
                  <a:lnTo>
                    <a:pt x="455936" y="100490"/>
                  </a:lnTo>
                  <a:lnTo>
                    <a:pt x="459443" y="100324"/>
                  </a:lnTo>
                  <a:lnTo>
                    <a:pt x="462951" y="100127"/>
                  </a:lnTo>
                  <a:lnTo>
                    <a:pt x="466458" y="99927"/>
                  </a:lnTo>
                  <a:lnTo>
                    <a:pt x="469965" y="99732"/>
                  </a:lnTo>
                  <a:lnTo>
                    <a:pt x="473472" y="99537"/>
                  </a:lnTo>
                  <a:lnTo>
                    <a:pt x="476979" y="99342"/>
                  </a:lnTo>
                  <a:lnTo>
                    <a:pt x="480487" y="99201"/>
                  </a:lnTo>
                  <a:lnTo>
                    <a:pt x="483994" y="98946"/>
                  </a:lnTo>
                  <a:lnTo>
                    <a:pt x="487501" y="98632"/>
                  </a:lnTo>
                  <a:lnTo>
                    <a:pt x="491008" y="98310"/>
                  </a:lnTo>
                  <a:lnTo>
                    <a:pt x="494516" y="97990"/>
                  </a:lnTo>
                  <a:lnTo>
                    <a:pt x="498023" y="97685"/>
                  </a:lnTo>
                  <a:lnTo>
                    <a:pt x="501530" y="97355"/>
                  </a:lnTo>
                  <a:lnTo>
                    <a:pt x="505037" y="97035"/>
                  </a:lnTo>
                  <a:lnTo>
                    <a:pt x="508544" y="96970"/>
                  </a:lnTo>
                  <a:lnTo>
                    <a:pt x="512052" y="96440"/>
                  </a:lnTo>
                  <a:lnTo>
                    <a:pt x="515559" y="96066"/>
                  </a:lnTo>
                  <a:lnTo>
                    <a:pt x="519066" y="95685"/>
                  </a:lnTo>
                  <a:lnTo>
                    <a:pt x="522573" y="95179"/>
                  </a:lnTo>
                  <a:lnTo>
                    <a:pt x="526080" y="94854"/>
                  </a:lnTo>
                  <a:lnTo>
                    <a:pt x="529588" y="94534"/>
                  </a:lnTo>
                  <a:lnTo>
                    <a:pt x="533095" y="94291"/>
                  </a:lnTo>
                  <a:lnTo>
                    <a:pt x="536602" y="94123"/>
                  </a:lnTo>
                  <a:lnTo>
                    <a:pt x="540109" y="93807"/>
                  </a:lnTo>
                  <a:lnTo>
                    <a:pt x="543616" y="93484"/>
                  </a:lnTo>
                  <a:lnTo>
                    <a:pt x="547124" y="93162"/>
                  </a:lnTo>
                  <a:lnTo>
                    <a:pt x="550631" y="92863"/>
                  </a:lnTo>
                  <a:lnTo>
                    <a:pt x="554138" y="92644"/>
                  </a:lnTo>
                  <a:lnTo>
                    <a:pt x="557645" y="92333"/>
                  </a:lnTo>
                  <a:lnTo>
                    <a:pt x="561152" y="91913"/>
                  </a:lnTo>
                  <a:lnTo>
                    <a:pt x="564660" y="91625"/>
                  </a:lnTo>
                  <a:lnTo>
                    <a:pt x="568167" y="91268"/>
                  </a:lnTo>
                  <a:lnTo>
                    <a:pt x="571674" y="90910"/>
                  </a:lnTo>
                  <a:lnTo>
                    <a:pt x="575181" y="90558"/>
                  </a:lnTo>
                  <a:lnTo>
                    <a:pt x="578688" y="90216"/>
                  </a:lnTo>
                  <a:lnTo>
                    <a:pt x="582196" y="89830"/>
                  </a:lnTo>
                  <a:lnTo>
                    <a:pt x="585703" y="89474"/>
                  </a:lnTo>
                  <a:lnTo>
                    <a:pt x="589210" y="89111"/>
                  </a:lnTo>
                  <a:lnTo>
                    <a:pt x="592717" y="88750"/>
                  </a:lnTo>
                  <a:lnTo>
                    <a:pt x="596224" y="88389"/>
                  </a:lnTo>
                  <a:lnTo>
                    <a:pt x="599732" y="88030"/>
                  </a:lnTo>
                  <a:lnTo>
                    <a:pt x="603239" y="87774"/>
                  </a:lnTo>
                  <a:lnTo>
                    <a:pt x="606746" y="87538"/>
                  </a:lnTo>
                  <a:lnTo>
                    <a:pt x="610253" y="87264"/>
                  </a:lnTo>
                  <a:lnTo>
                    <a:pt x="613761" y="86934"/>
                  </a:lnTo>
                  <a:lnTo>
                    <a:pt x="617268" y="86604"/>
                  </a:lnTo>
                  <a:lnTo>
                    <a:pt x="620775" y="86280"/>
                  </a:lnTo>
                  <a:lnTo>
                    <a:pt x="624282" y="85995"/>
                  </a:lnTo>
                  <a:lnTo>
                    <a:pt x="627789" y="85656"/>
                  </a:lnTo>
                  <a:lnTo>
                    <a:pt x="631297" y="85317"/>
                  </a:lnTo>
                  <a:lnTo>
                    <a:pt x="634804" y="84977"/>
                  </a:lnTo>
                  <a:lnTo>
                    <a:pt x="638311" y="84638"/>
                  </a:lnTo>
                  <a:lnTo>
                    <a:pt x="641818" y="84298"/>
                  </a:lnTo>
                  <a:lnTo>
                    <a:pt x="645325" y="83957"/>
                  </a:lnTo>
                  <a:lnTo>
                    <a:pt x="648833" y="83622"/>
                  </a:lnTo>
                  <a:lnTo>
                    <a:pt x="652340" y="83288"/>
                  </a:lnTo>
                  <a:lnTo>
                    <a:pt x="655847" y="83087"/>
                  </a:lnTo>
                  <a:lnTo>
                    <a:pt x="659354" y="83036"/>
                  </a:lnTo>
                  <a:lnTo>
                    <a:pt x="662861" y="82986"/>
                  </a:lnTo>
                  <a:lnTo>
                    <a:pt x="666369" y="82736"/>
                  </a:lnTo>
                  <a:lnTo>
                    <a:pt x="669876" y="82307"/>
                  </a:lnTo>
                  <a:lnTo>
                    <a:pt x="673383" y="81878"/>
                  </a:lnTo>
                  <a:lnTo>
                    <a:pt x="676890" y="81408"/>
                  </a:lnTo>
                  <a:lnTo>
                    <a:pt x="680397" y="80857"/>
                  </a:lnTo>
                  <a:lnTo>
                    <a:pt x="683905" y="80306"/>
                  </a:lnTo>
                  <a:lnTo>
                    <a:pt x="687412" y="79968"/>
                  </a:lnTo>
                  <a:lnTo>
                    <a:pt x="690919" y="79673"/>
                  </a:lnTo>
                  <a:lnTo>
                    <a:pt x="694426" y="79290"/>
                  </a:lnTo>
                  <a:lnTo>
                    <a:pt x="697933" y="78966"/>
                  </a:lnTo>
                  <a:lnTo>
                    <a:pt x="701441" y="78703"/>
                  </a:lnTo>
                  <a:lnTo>
                    <a:pt x="704948" y="78440"/>
                  </a:lnTo>
                  <a:lnTo>
                    <a:pt x="708455" y="78087"/>
                  </a:lnTo>
                  <a:lnTo>
                    <a:pt x="711962" y="77639"/>
                  </a:lnTo>
                  <a:lnTo>
                    <a:pt x="715469" y="77271"/>
                  </a:lnTo>
                  <a:lnTo>
                    <a:pt x="718977" y="76888"/>
                  </a:lnTo>
                  <a:lnTo>
                    <a:pt x="722484" y="76546"/>
                  </a:lnTo>
                  <a:lnTo>
                    <a:pt x="725991" y="76204"/>
                  </a:lnTo>
                  <a:lnTo>
                    <a:pt x="729498" y="75863"/>
                  </a:lnTo>
                  <a:lnTo>
                    <a:pt x="733006" y="75433"/>
                  </a:lnTo>
                  <a:lnTo>
                    <a:pt x="736513" y="75006"/>
                  </a:lnTo>
                  <a:lnTo>
                    <a:pt x="740020" y="74656"/>
                  </a:lnTo>
                  <a:lnTo>
                    <a:pt x="743527" y="74274"/>
                  </a:lnTo>
                  <a:lnTo>
                    <a:pt x="747034" y="73849"/>
                  </a:lnTo>
                  <a:lnTo>
                    <a:pt x="750542" y="73423"/>
                  </a:lnTo>
                  <a:lnTo>
                    <a:pt x="754049" y="72995"/>
                  </a:lnTo>
                  <a:lnTo>
                    <a:pt x="757556" y="72702"/>
                  </a:lnTo>
                  <a:lnTo>
                    <a:pt x="761063" y="72401"/>
                  </a:lnTo>
                  <a:lnTo>
                    <a:pt x="764570" y="72058"/>
                  </a:lnTo>
                  <a:lnTo>
                    <a:pt x="768078" y="71715"/>
                  </a:lnTo>
                  <a:lnTo>
                    <a:pt x="771585" y="71412"/>
                  </a:lnTo>
                  <a:lnTo>
                    <a:pt x="775092" y="71141"/>
                  </a:lnTo>
                  <a:lnTo>
                    <a:pt x="778599" y="70809"/>
                  </a:lnTo>
                  <a:lnTo>
                    <a:pt x="782106" y="70458"/>
                  </a:lnTo>
                  <a:lnTo>
                    <a:pt x="785614" y="70084"/>
                  </a:lnTo>
                  <a:lnTo>
                    <a:pt x="789121" y="69704"/>
                  </a:lnTo>
                  <a:lnTo>
                    <a:pt x="792628" y="69330"/>
                  </a:lnTo>
                  <a:lnTo>
                    <a:pt x="796135" y="68949"/>
                  </a:lnTo>
                  <a:lnTo>
                    <a:pt x="799642" y="68602"/>
                  </a:lnTo>
                  <a:lnTo>
                    <a:pt x="803150" y="68180"/>
                  </a:lnTo>
                  <a:lnTo>
                    <a:pt x="806657" y="67794"/>
                  </a:lnTo>
                  <a:lnTo>
                    <a:pt x="810164" y="67410"/>
                  </a:lnTo>
                  <a:lnTo>
                    <a:pt x="813671" y="67026"/>
                  </a:lnTo>
                  <a:lnTo>
                    <a:pt x="817178" y="66644"/>
                  </a:lnTo>
                  <a:lnTo>
                    <a:pt x="820686" y="66263"/>
                  </a:lnTo>
                  <a:lnTo>
                    <a:pt x="824193" y="65882"/>
                  </a:lnTo>
                  <a:lnTo>
                    <a:pt x="827700" y="65581"/>
                  </a:lnTo>
                  <a:lnTo>
                    <a:pt x="831207" y="65297"/>
                  </a:lnTo>
                  <a:lnTo>
                    <a:pt x="834714" y="64919"/>
                  </a:lnTo>
                  <a:lnTo>
                    <a:pt x="838222" y="64520"/>
                  </a:lnTo>
                  <a:lnTo>
                    <a:pt x="838222" y="258188"/>
                  </a:lnTo>
                  <a:lnTo>
                    <a:pt x="834714" y="257687"/>
                  </a:lnTo>
                  <a:lnTo>
                    <a:pt x="831207" y="257183"/>
                  </a:lnTo>
                  <a:lnTo>
                    <a:pt x="827700" y="256675"/>
                  </a:lnTo>
                  <a:lnTo>
                    <a:pt x="824193" y="256165"/>
                  </a:lnTo>
                  <a:lnTo>
                    <a:pt x="820686" y="255671"/>
                  </a:lnTo>
                  <a:lnTo>
                    <a:pt x="817178" y="255178"/>
                  </a:lnTo>
                  <a:lnTo>
                    <a:pt x="813671" y="254664"/>
                  </a:lnTo>
                  <a:lnTo>
                    <a:pt x="810164" y="254105"/>
                  </a:lnTo>
                  <a:lnTo>
                    <a:pt x="806657" y="253565"/>
                  </a:lnTo>
                  <a:lnTo>
                    <a:pt x="803150" y="253035"/>
                  </a:lnTo>
                  <a:lnTo>
                    <a:pt x="799642" y="252462"/>
                  </a:lnTo>
                  <a:lnTo>
                    <a:pt x="796135" y="251893"/>
                  </a:lnTo>
                  <a:lnTo>
                    <a:pt x="792628" y="251374"/>
                  </a:lnTo>
                  <a:lnTo>
                    <a:pt x="789121" y="250820"/>
                  </a:lnTo>
                  <a:lnTo>
                    <a:pt x="785614" y="250235"/>
                  </a:lnTo>
                  <a:lnTo>
                    <a:pt x="782106" y="249658"/>
                  </a:lnTo>
                  <a:lnTo>
                    <a:pt x="778599" y="249106"/>
                  </a:lnTo>
                  <a:lnTo>
                    <a:pt x="775092" y="248551"/>
                  </a:lnTo>
                  <a:lnTo>
                    <a:pt x="771585" y="247991"/>
                  </a:lnTo>
                  <a:lnTo>
                    <a:pt x="768078" y="247428"/>
                  </a:lnTo>
                  <a:lnTo>
                    <a:pt x="764570" y="246861"/>
                  </a:lnTo>
                  <a:lnTo>
                    <a:pt x="761063" y="246280"/>
                  </a:lnTo>
                  <a:lnTo>
                    <a:pt x="757556" y="245713"/>
                  </a:lnTo>
                  <a:lnTo>
                    <a:pt x="754049" y="245143"/>
                  </a:lnTo>
                  <a:lnTo>
                    <a:pt x="750542" y="244566"/>
                  </a:lnTo>
                  <a:lnTo>
                    <a:pt x="747034" y="243984"/>
                  </a:lnTo>
                  <a:lnTo>
                    <a:pt x="743527" y="243398"/>
                  </a:lnTo>
                  <a:lnTo>
                    <a:pt x="740020" y="242809"/>
                  </a:lnTo>
                  <a:lnTo>
                    <a:pt x="736513" y="242216"/>
                  </a:lnTo>
                  <a:lnTo>
                    <a:pt x="733006" y="241633"/>
                  </a:lnTo>
                  <a:lnTo>
                    <a:pt x="729498" y="241056"/>
                  </a:lnTo>
                  <a:lnTo>
                    <a:pt x="725991" y="240459"/>
                  </a:lnTo>
                  <a:lnTo>
                    <a:pt x="722484" y="239857"/>
                  </a:lnTo>
                  <a:lnTo>
                    <a:pt x="718977" y="239293"/>
                  </a:lnTo>
                  <a:lnTo>
                    <a:pt x="715469" y="238710"/>
                  </a:lnTo>
                  <a:lnTo>
                    <a:pt x="711962" y="238091"/>
                  </a:lnTo>
                  <a:lnTo>
                    <a:pt x="708455" y="237468"/>
                  </a:lnTo>
                  <a:lnTo>
                    <a:pt x="704948" y="236812"/>
                  </a:lnTo>
                  <a:lnTo>
                    <a:pt x="701441" y="236176"/>
                  </a:lnTo>
                  <a:lnTo>
                    <a:pt x="697933" y="235550"/>
                  </a:lnTo>
                  <a:lnTo>
                    <a:pt x="694426" y="234920"/>
                  </a:lnTo>
                  <a:lnTo>
                    <a:pt x="690919" y="234287"/>
                  </a:lnTo>
                  <a:lnTo>
                    <a:pt x="687412" y="233590"/>
                  </a:lnTo>
                  <a:lnTo>
                    <a:pt x="683905" y="232901"/>
                  </a:lnTo>
                  <a:lnTo>
                    <a:pt x="680397" y="232251"/>
                  </a:lnTo>
                  <a:lnTo>
                    <a:pt x="676890" y="231597"/>
                  </a:lnTo>
                  <a:lnTo>
                    <a:pt x="673383" y="230940"/>
                  </a:lnTo>
                  <a:lnTo>
                    <a:pt x="669876" y="230278"/>
                  </a:lnTo>
                  <a:lnTo>
                    <a:pt x="666369" y="229612"/>
                  </a:lnTo>
                  <a:lnTo>
                    <a:pt x="662861" y="228942"/>
                  </a:lnTo>
                  <a:lnTo>
                    <a:pt x="659354" y="228198"/>
                  </a:lnTo>
                  <a:lnTo>
                    <a:pt x="655847" y="227568"/>
                  </a:lnTo>
                  <a:lnTo>
                    <a:pt x="652340" y="226914"/>
                  </a:lnTo>
                  <a:lnTo>
                    <a:pt x="648833" y="226224"/>
                  </a:lnTo>
                  <a:lnTo>
                    <a:pt x="645325" y="225427"/>
                  </a:lnTo>
                  <a:lnTo>
                    <a:pt x="641818" y="224625"/>
                  </a:lnTo>
                  <a:lnTo>
                    <a:pt x="638311" y="223817"/>
                  </a:lnTo>
                  <a:lnTo>
                    <a:pt x="634804" y="223089"/>
                  </a:lnTo>
                  <a:lnTo>
                    <a:pt x="631297" y="222374"/>
                  </a:lnTo>
                  <a:lnTo>
                    <a:pt x="627789" y="221596"/>
                  </a:lnTo>
                  <a:lnTo>
                    <a:pt x="624282" y="220818"/>
                  </a:lnTo>
                  <a:lnTo>
                    <a:pt x="620775" y="220108"/>
                  </a:lnTo>
                  <a:lnTo>
                    <a:pt x="617268" y="219371"/>
                  </a:lnTo>
                  <a:lnTo>
                    <a:pt x="613761" y="218676"/>
                  </a:lnTo>
                  <a:lnTo>
                    <a:pt x="610253" y="217963"/>
                  </a:lnTo>
                  <a:lnTo>
                    <a:pt x="606746" y="217240"/>
                  </a:lnTo>
                  <a:lnTo>
                    <a:pt x="603239" y="216513"/>
                  </a:lnTo>
                  <a:lnTo>
                    <a:pt x="599732" y="215755"/>
                  </a:lnTo>
                  <a:lnTo>
                    <a:pt x="596224" y="214856"/>
                  </a:lnTo>
                  <a:lnTo>
                    <a:pt x="592717" y="213876"/>
                  </a:lnTo>
                  <a:lnTo>
                    <a:pt x="589210" y="212946"/>
                  </a:lnTo>
                  <a:lnTo>
                    <a:pt x="585703" y="212213"/>
                  </a:lnTo>
                  <a:lnTo>
                    <a:pt x="582196" y="211481"/>
                  </a:lnTo>
                  <a:lnTo>
                    <a:pt x="578688" y="210690"/>
                  </a:lnTo>
                  <a:lnTo>
                    <a:pt x="575181" y="209792"/>
                  </a:lnTo>
                  <a:lnTo>
                    <a:pt x="571674" y="208889"/>
                  </a:lnTo>
                  <a:lnTo>
                    <a:pt x="568167" y="208038"/>
                  </a:lnTo>
                  <a:lnTo>
                    <a:pt x="564660" y="207228"/>
                  </a:lnTo>
                  <a:lnTo>
                    <a:pt x="561152" y="206414"/>
                  </a:lnTo>
                  <a:lnTo>
                    <a:pt x="557645" y="205648"/>
                  </a:lnTo>
                  <a:lnTo>
                    <a:pt x="554138" y="204845"/>
                  </a:lnTo>
                  <a:lnTo>
                    <a:pt x="550631" y="204112"/>
                  </a:lnTo>
                  <a:lnTo>
                    <a:pt x="547124" y="203182"/>
                  </a:lnTo>
                  <a:lnTo>
                    <a:pt x="543616" y="202408"/>
                  </a:lnTo>
                  <a:lnTo>
                    <a:pt x="540109" y="201603"/>
                  </a:lnTo>
                  <a:lnTo>
                    <a:pt x="536602" y="200841"/>
                  </a:lnTo>
                  <a:lnTo>
                    <a:pt x="533095" y="199865"/>
                  </a:lnTo>
                  <a:lnTo>
                    <a:pt x="529588" y="199102"/>
                  </a:lnTo>
                  <a:lnTo>
                    <a:pt x="526080" y="198263"/>
                  </a:lnTo>
                  <a:lnTo>
                    <a:pt x="522573" y="197444"/>
                  </a:lnTo>
                  <a:lnTo>
                    <a:pt x="519066" y="196566"/>
                  </a:lnTo>
                  <a:lnTo>
                    <a:pt x="515559" y="195808"/>
                  </a:lnTo>
                  <a:lnTo>
                    <a:pt x="512052" y="194962"/>
                  </a:lnTo>
                  <a:lnTo>
                    <a:pt x="508544" y="194218"/>
                  </a:lnTo>
                  <a:lnTo>
                    <a:pt x="505037" y="193382"/>
                  </a:lnTo>
                  <a:lnTo>
                    <a:pt x="501530" y="192627"/>
                  </a:lnTo>
                  <a:lnTo>
                    <a:pt x="498023" y="191868"/>
                  </a:lnTo>
                  <a:lnTo>
                    <a:pt x="494516" y="191106"/>
                  </a:lnTo>
                  <a:lnTo>
                    <a:pt x="491008" y="190233"/>
                  </a:lnTo>
                  <a:lnTo>
                    <a:pt x="487501" y="189215"/>
                  </a:lnTo>
                  <a:lnTo>
                    <a:pt x="483994" y="188416"/>
                  </a:lnTo>
                  <a:lnTo>
                    <a:pt x="480487" y="187614"/>
                  </a:lnTo>
                  <a:lnTo>
                    <a:pt x="476979" y="186626"/>
                  </a:lnTo>
                  <a:lnTo>
                    <a:pt x="473472" y="185810"/>
                  </a:lnTo>
                  <a:lnTo>
                    <a:pt x="469965" y="184841"/>
                  </a:lnTo>
                  <a:lnTo>
                    <a:pt x="466458" y="183780"/>
                  </a:lnTo>
                  <a:lnTo>
                    <a:pt x="462951" y="182720"/>
                  </a:lnTo>
                  <a:lnTo>
                    <a:pt x="459443" y="181744"/>
                  </a:lnTo>
                  <a:lnTo>
                    <a:pt x="455936" y="180936"/>
                  </a:lnTo>
                  <a:lnTo>
                    <a:pt x="452429" y="180150"/>
                  </a:lnTo>
                  <a:lnTo>
                    <a:pt x="448922" y="179207"/>
                  </a:lnTo>
                  <a:lnTo>
                    <a:pt x="445415" y="178261"/>
                  </a:lnTo>
                  <a:lnTo>
                    <a:pt x="441907" y="177374"/>
                  </a:lnTo>
                  <a:lnTo>
                    <a:pt x="438400" y="176488"/>
                  </a:lnTo>
                  <a:lnTo>
                    <a:pt x="434893" y="175536"/>
                  </a:lnTo>
                  <a:lnTo>
                    <a:pt x="431386" y="174704"/>
                  </a:lnTo>
                  <a:lnTo>
                    <a:pt x="427879" y="173808"/>
                  </a:lnTo>
                  <a:lnTo>
                    <a:pt x="424371" y="172906"/>
                  </a:lnTo>
                  <a:lnTo>
                    <a:pt x="420864" y="171904"/>
                  </a:lnTo>
                  <a:lnTo>
                    <a:pt x="417357" y="170862"/>
                  </a:lnTo>
                  <a:lnTo>
                    <a:pt x="413850" y="170002"/>
                  </a:lnTo>
                  <a:lnTo>
                    <a:pt x="410343" y="168972"/>
                  </a:lnTo>
                  <a:lnTo>
                    <a:pt x="406835" y="168083"/>
                  </a:lnTo>
                  <a:lnTo>
                    <a:pt x="403328" y="167129"/>
                  </a:lnTo>
                  <a:lnTo>
                    <a:pt x="399821" y="166152"/>
                  </a:lnTo>
                  <a:lnTo>
                    <a:pt x="396314" y="165229"/>
                  </a:lnTo>
                  <a:lnTo>
                    <a:pt x="392807" y="164323"/>
                  </a:lnTo>
                  <a:lnTo>
                    <a:pt x="389299" y="163389"/>
                  </a:lnTo>
                  <a:lnTo>
                    <a:pt x="385792" y="162456"/>
                  </a:lnTo>
                  <a:lnTo>
                    <a:pt x="382285" y="161520"/>
                  </a:lnTo>
                  <a:lnTo>
                    <a:pt x="378778" y="160552"/>
                  </a:lnTo>
                  <a:lnTo>
                    <a:pt x="375271" y="159636"/>
                  </a:lnTo>
                  <a:lnTo>
                    <a:pt x="371763" y="158832"/>
                  </a:lnTo>
                  <a:lnTo>
                    <a:pt x="368256" y="157929"/>
                  </a:lnTo>
                  <a:lnTo>
                    <a:pt x="364749" y="157064"/>
                  </a:lnTo>
                  <a:lnTo>
                    <a:pt x="361242" y="156050"/>
                  </a:lnTo>
                  <a:lnTo>
                    <a:pt x="357734" y="155127"/>
                  </a:lnTo>
                  <a:lnTo>
                    <a:pt x="354227" y="154141"/>
                  </a:lnTo>
                  <a:lnTo>
                    <a:pt x="350720" y="153395"/>
                  </a:lnTo>
                  <a:lnTo>
                    <a:pt x="347213" y="152615"/>
                  </a:lnTo>
                  <a:lnTo>
                    <a:pt x="343706" y="151709"/>
                  </a:lnTo>
                  <a:lnTo>
                    <a:pt x="340198" y="150648"/>
                  </a:lnTo>
                  <a:lnTo>
                    <a:pt x="336691" y="150024"/>
                  </a:lnTo>
                  <a:lnTo>
                    <a:pt x="333184" y="149156"/>
                  </a:lnTo>
                  <a:lnTo>
                    <a:pt x="329677" y="148381"/>
                  </a:lnTo>
                  <a:lnTo>
                    <a:pt x="326170" y="147691"/>
                  </a:lnTo>
                  <a:lnTo>
                    <a:pt x="322662" y="146975"/>
                  </a:lnTo>
                  <a:lnTo>
                    <a:pt x="319155" y="146264"/>
                  </a:lnTo>
                  <a:lnTo>
                    <a:pt x="315648" y="145604"/>
                  </a:lnTo>
                  <a:lnTo>
                    <a:pt x="312141" y="145001"/>
                  </a:lnTo>
                  <a:lnTo>
                    <a:pt x="308634" y="144230"/>
                  </a:lnTo>
                  <a:lnTo>
                    <a:pt x="305126" y="143509"/>
                  </a:lnTo>
                  <a:lnTo>
                    <a:pt x="301619" y="142840"/>
                  </a:lnTo>
                  <a:lnTo>
                    <a:pt x="298112" y="142176"/>
                  </a:lnTo>
                  <a:lnTo>
                    <a:pt x="294605" y="141596"/>
                  </a:lnTo>
                  <a:lnTo>
                    <a:pt x="291098" y="141073"/>
                  </a:lnTo>
                  <a:lnTo>
                    <a:pt x="287590" y="140529"/>
                  </a:lnTo>
                  <a:lnTo>
                    <a:pt x="284083" y="140002"/>
                  </a:lnTo>
                  <a:lnTo>
                    <a:pt x="280576" y="139620"/>
                  </a:lnTo>
                  <a:lnTo>
                    <a:pt x="277069" y="139341"/>
                  </a:lnTo>
                  <a:lnTo>
                    <a:pt x="273562" y="139219"/>
                  </a:lnTo>
                  <a:lnTo>
                    <a:pt x="270054" y="138788"/>
                  </a:lnTo>
                  <a:lnTo>
                    <a:pt x="266547" y="138229"/>
                  </a:lnTo>
                  <a:lnTo>
                    <a:pt x="263040" y="137706"/>
                  </a:lnTo>
                  <a:lnTo>
                    <a:pt x="259533" y="137292"/>
                  </a:lnTo>
                  <a:lnTo>
                    <a:pt x="256026" y="137197"/>
                  </a:lnTo>
                  <a:lnTo>
                    <a:pt x="252518" y="137077"/>
                  </a:lnTo>
                  <a:lnTo>
                    <a:pt x="249011" y="136800"/>
                  </a:lnTo>
                  <a:lnTo>
                    <a:pt x="245504" y="136758"/>
                  </a:lnTo>
                  <a:lnTo>
                    <a:pt x="241997" y="136770"/>
                  </a:lnTo>
                  <a:lnTo>
                    <a:pt x="238489" y="136738"/>
                  </a:lnTo>
                  <a:lnTo>
                    <a:pt x="234982" y="136522"/>
                  </a:lnTo>
                  <a:lnTo>
                    <a:pt x="231475" y="136543"/>
                  </a:lnTo>
                  <a:lnTo>
                    <a:pt x="227968" y="136455"/>
                  </a:lnTo>
                  <a:lnTo>
                    <a:pt x="224461" y="136562"/>
                  </a:lnTo>
                  <a:lnTo>
                    <a:pt x="220953" y="136547"/>
                  </a:lnTo>
                  <a:lnTo>
                    <a:pt x="217446" y="136365"/>
                  </a:lnTo>
                  <a:lnTo>
                    <a:pt x="213939" y="136458"/>
                  </a:lnTo>
                  <a:lnTo>
                    <a:pt x="210432" y="136616"/>
                  </a:lnTo>
                  <a:lnTo>
                    <a:pt x="206925" y="136908"/>
                  </a:lnTo>
                  <a:lnTo>
                    <a:pt x="203417" y="136911"/>
                  </a:lnTo>
                  <a:lnTo>
                    <a:pt x="199910" y="136935"/>
                  </a:lnTo>
                  <a:lnTo>
                    <a:pt x="196403" y="136961"/>
                  </a:lnTo>
                  <a:lnTo>
                    <a:pt x="192896" y="137010"/>
                  </a:lnTo>
                  <a:lnTo>
                    <a:pt x="189389" y="137088"/>
                  </a:lnTo>
                  <a:lnTo>
                    <a:pt x="185881" y="137285"/>
                  </a:lnTo>
                  <a:lnTo>
                    <a:pt x="182374" y="137512"/>
                  </a:lnTo>
                  <a:lnTo>
                    <a:pt x="178867" y="137622"/>
                  </a:lnTo>
                  <a:lnTo>
                    <a:pt x="175360" y="137856"/>
                  </a:lnTo>
                  <a:lnTo>
                    <a:pt x="171853" y="138087"/>
                  </a:lnTo>
                  <a:lnTo>
                    <a:pt x="168345" y="138271"/>
                  </a:lnTo>
                  <a:lnTo>
                    <a:pt x="164838" y="138299"/>
                  </a:lnTo>
                  <a:lnTo>
                    <a:pt x="161331" y="138356"/>
                  </a:lnTo>
                  <a:lnTo>
                    <a:pt x="157824" y="138582"/>
                  </a:lnTo>
                  <a:lnTo>
                    <a:pt x="154317" y="138754"/>
                  </a:lnTo>
                  <a:lnTo>
                    <a:pt x="150809" y="138826"/>
                  </a:lnTo>
                  <a:lnTo>
                    <a:pt x="147302" y="139206"/>
                  </a:lnTo>
                  <a:lnTo>
                    <a:pt x="143795" y="139543"/>
                  </a:lnTo>
                  <a:lnTo>
                    <a:pt x="140288" y="139648"/>
                  </a:lnTo>
                  <a:lnTo>
                    <a:pt x="136781" y="139850"/>
                  </a:lnTo>
                  <a:lnTo>
                    <a:pt x="133273" y="140045"/>
                  </a:lnTo>
                  <a:lnTo>
                    <a:pt x="129766" y="140126"/>
                  </a:lnTo>
                  <a:lnTo>
                    <a:pt x="126259" y="140212"/>
                  </a:lnTo>
                  <a:lnTo>
                    <a:pt x="122752" y="140480"/>
                  </a:lnTo>
                  <a:lnTo>
                    <a:pt x="119244" y="140830"/>
                  </a:lnTo>
                  <a:lnTo>
                    <a:pt x="115737" y="141064"/>
                  </a:lnTo>
                  <a:lnTo>
                    <a:pt x="112230" y="141288"/>
                  </a:lnTo>
                  <a:lnTo>
                    <a:pt x="108723" y="141526"/>
                  </a:lnTo>
                  <a:lnTo>
                    <a:pt x="105216" y="141762"/>
                  </a:lnTo>
                  <a:lnTo>
                    <a:pt x="101708" y="142085"/>
                  </a:lnTo>
                  <a:lnTo>
                    <a:pt x="98201" y="142412"/>
                  </a:lnTo>
                  <a:lnTo>
                    <a:pt x="94694" y="142713"/>
                  </a:lnTo>
                  <a:lnTo>
                    <a:pt x="91187" y="142988"/>
                  </a:lnTo>
                  <a:lnTo>
                    <a:pt x="87680" y="143240"/>
                  </a:lnTo>
                  <a:lnTo>
                    <a:pt x="84172" y="143512"/>
                  </a:lnTo>
                  <a:lnTo>
                    <a:pt x="80665" y="143594"/>
                  </a:lnTo>
                  <a:lnTo>
                    <a:pt x="77158" y="143903"/>
                  </a:lnTo>
                  <a:lnTo>
                    <a:pt x="73651" y="144315"/>
                  </a:lnTo>
                  <a:lnTo>
                    <a:pt x="70144" y="144726"/>
                  </a:lnTo>
                  <a:lnTo>
                    <a:pt x="66636" y="145137"/>
                  </a:lnTo>
                  <a:lnTo>
                    <a:pt x="63129" y="145364"/>
                  </a:lnTo>
                  <a:lnTo>
                    <a:pt x="59622" y="145566"/>
                  </a:lnTo>
                  <a:lnTo>
                    <a:pt x="56115" y="145766"/>
                  </a:lnTo>
                  <a:lnTo>
                    <a:pt x="52608" y="145968"/>
                  </a:lnTo>
                  <a:lnTo>
                    <a:pt x="49100" y="146173"/>
                  </a:lnTo>
                  <a:lnTo>
                    <a:pt x="45593" y="146370"/>
                  </a:lnTo>
                  <a:lnTo>
                    <a:pt x="42086" y="146571"/>
                  </a:lnTo>
                  <a:lnTo>
                    <a:pt x="38579" y="146780"/>
                  </a:lnTo>
                  <a:lnTo>
                    <a:pt x="35072" y="146983"/>
                  </a:lnTo>
                  <a:lnTo>
                    <a:pt x="31564" y="147185"/>
                  </a:lnTo>
                  <a:lnTo>
                    <a:pt x="28057" y="147387"/>
                  </a:lnTo>
                  <a:lnTo>
                    <a:pt x="24550" y="147586"/>
                  </a:lnTo>
                  <a:lnTo>
                    <a:pt x="21043" y="147980"/>
                  </a:lnTo>
                  <a:lnTo>
                    <a:pt x="17536" y="148311"/>
                  </a:lnTo>
                  <a:lnTo>
                    <a:pt x="14028" y="148452"/>
                  </a:lnTo>
                  <a:lnTo>
                    <a:pt x="10521" y="148808"/>
                  </a:lnTo>
                  <a:lnTo>
                    <a:pt x="7014" y="148965"/>
                  </a:lnTo>
                  <a:lnTo>
                    <a:pt x="3507" y="149122"/>
                  </a:lnTo>
                  <a:lnTo>
                    <a:pt x="0" y="149319"/>
                  </a:lnTo>
                  <a:close/>
                </a:path>
              </a:pathLst>
            </a:custGeom>
            <a:solidFill>
              <a:srgbClr val="CC79A7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690881" y="3109788"/>
              <a:ext cx="838222" cy="106085"/>
            </a:xfrm>
            <a:custGeom>
              <a:avLst/>
              <a:pathLst>
                <a:path w="838222" h="106085">
                  <a:moveTo>
                    <a:pt x="0" y="0"/>
                  </a:moveTo>
                  <a:lnTo>
                    <a:pt x="3507" y="1735"/>
                  </a:lnTo>
                  <a:lnTo>
                    <a:pt x="7014" y="3464"/>
                  </a:lnTo>
                  <a:lnTo>
                    <a:pt x="10521" y="5165"/>
                  </a:lnTo>
                  <a:lnTo>
                    <a:pt x="14028" y="6709"/>
                  </a:lnTo>
                  <a:lnTo>
                    <a:pt x="17536" y="8451"/>
                  </a:lnTo>
                  <a:lnTo>
                    <a:pt x="21043" y="10070"/>
                  </a:lnTo>
                  <a:lnTo>
                    <a:pt x="24550" y="11634"/>
                  </a:lnTo>
                  <a:lnTo>
                    <a:pt x="28057" y="13171"/>
                  </a:lnTo>
                  <a:lnTo>
                    <a:pt x="31564" y="14700"/>
                  </a:lnTo>
                  <a:lnTo>
                    <a:pt x="35072" y="16502"/>
                  </a:lnTo>
                  <a:lnTo>
                    <a:pt x="38579" y="18251"/>
                  </a:lnTo>
                  <a:lnTo>
                    <a:pt x="42086" y="19882"/>
                  </a:lnTo>
                  <a:lnTo>
                    <a:pt x="45593" y="21549"/>
                  </a:lnTo>
                  <a:lnTo>
                    <a:pt x="49100" y="23184"/>
                  </a:lnTo>
                  <a:lnTo>
                    <a:pt x="52608" y="24747"/>
                  </a:lnTo>
                  <a:lnTo>
                    <a:pt x="56115" y="26137"/>
                  </a:lnTo>
                  <a:lnTo>
                    <a:pt x="59622" y="27602"/>
                  </a:lnTo>
                  <a:lnTo>
                    <a:pt x="63129" y="29076"/>
                  </a:lnTo>
                  <a:lnTo>
                    <a:pt x="66636" y="30442"/>
                  </a:lnTo>
                  <a:lnTo>
                    <a:pt x="70144" y="32042"/>
                  </a:lnTo>
                  <a:lnTo>
                    <a:pt x="73651" y="33753"/>
                  </a:lnTo>
                  <a:lnTo>
                    <a:pt x="77158" y="35266"/>
                  </a:lnTo>
                  <a:lnTo>
                    <a:pt x="80665" y="36483"/>
                  </a:lnTo>
                  <a:lnTo>
                    <a:pt x="84172" y="38004"/>
                  </a:lnTo>
                  <a:lnTo>
                    <a:pt x="87680" y="39382"/>
                  </a:lnTo>
                  <a:lnTo>
                    <a:pt x="91187" y="40684"/>
                  </a:lnTo>
                  <a:lnTo>
                    <a:pt x="94694" y="42113"/>
                  </a:lnTo>
                  <a:lnTo>
                    <a:pt x="98201" y="43468"/>
                  </a:lnTo>
                  <a:lnTo>
                    <a:pt x="101708" y="44768"/>
                  </a:lnTo>
                  <a:lnTo>
                    <a:pt x="105216" y="46070"/>
                  </a:lnTo>
                  <a:lnTo>
                    <a:pt x="108723" y="47578"/>
                  </a:lnTo>
                  <a:lnTo>
                    <a:pt x="112230" y="49130"/>
                  </a:lnTo>
                  <a:lnTo>
                    <a:pt x="115737" y="50673"/>
                  </a:lnTo>
                  <a:lnTo>
                    <a:pt x="119244" y="52043"/>
                  </a:lnTo>
                  <a:lnTo>
                    <a:pt x="122752" y="53453"/>
                  </a:lnTo>
                  <a:lnTo>
                    <a:pt x="126259" y="54846"/>
                  </a:lnTo>
                  <a:lnTo>
                    <a:pt x="129766" y="56613"/>
                  </a:lnTo>
                  <a:lnTo>
                    <a:pt x="133273" y="57740"/>
                  </a:lnTo>
                  <a:lnTo>
                    <a:pt x="136781" y="59013"/>
                  </a:lnTo>
                  <a:lnTo>
                    <a:pt x="140288" y="60229"/>
                  </a:lnTo>
                  <a:lnTo>
                    <a:pt x="143795" y="61851"/>
                  </a:lnTo>
                  <a:lnTo>
                    <a:pt x="147302" y="63469"/>
                  </a:lnTo>
                  <a:lnTo>
                    <a:pt x="150809" y="65151"/>
                  </a:lnTo>
                  <a:lnTo>
                    <a:pt x="154317" y="66906"/>
                  </a:lnTo>
                  <a:lnTo>
                    <a:pt x="157824" y="68287"/>
                  </a:lnTo>
                  <a:lnTo>
                    <a:pt x="161331" y="69567"/>
                  </a:lnTo>
                  <a:lnTo>
                    <a:pt x="164838" y="70700"/>
                  </a:lnTo>
                  <a:lnTo>
                    <a:pt x="168345" y="72049"/>
                  </a:lnTo>
                  <a:lnTo>
                    <a:pt x="171853" y="73196"/>
                  </a:lnTo>
                  <a:lnTo>
                    <a:pt x="175360" y="74045"/>
                  </a:lnTo>
                  <a:lnTo>
                    <a:pt x="178867" y="75154"/>
                  </a:lnTo>
                  <a:lnTo>
                    <a:pt x="182374" y="76527"/>
                  </a:lnTo>
                  <a:lnTo>
                    <a:pt x="185881" y="77984"/>
                  </a:lnTo>
                  <a:lnTo>
                    <a:pt x="189389" y="79366"/>
                  </a:lnTo>
                  <a:lnTo>
                    <a:pt x="192896" y="80549"/>
                  </a:lnTo>
                  <a:lnTo>
                    <a:pt x="196403" y="81542"/>
                  </a:lnTo>
                  <a:lnTo>
                    <a:pt x="199910" y="82920"/>
                  </a:lnTo>
                  <a:lnTo>
                    <a:pt x="203417" y="84191"/>
                  </a:lnTo>
                  <a:lnTo>
                    <a:pt x="206925" y="85325"/>
                  </a:lnTo>
                  <a:lnTo>
                    <a:pt x="210432" y="86478"/>
                  </a:lnTo>
                  <a:lnTo>
                    <a:pt x="213939" y="87414"/>
                  </a:lnTo>
                  <a:lnTo>
                    <a:pt x="217446" y="88450"/>
                  </a:lnTo>
                  <a:lnTo>
                    <a:pt x="220953" y="89343"/>
                  </a:lnTo>
                  <a:lnTo>
                    <a:pt x="224461" y="90257"/>
                  </a:lnTo>
                  <a:lnTo>
                    <a:pt x="227968" y="91176"/>
                  </a:lnTo>
                  <a:lnTo>
                    <a:pt x="231475" y="92156"/>
                  </a:lnTo>
                  <a:lnTo>
                    <a:pt x="234982" y="93111"/>
                  </a:lnTo>
                  <a:lnTo>
                    <a:pt x="238489" y="93904"/>
                  </a:lnTo>
                  <a:lnTo>
                    <a:pt x="241997" y="94736"/>
                  </a:lnTo>
                  <a:lnTo>
                    <a:pt x="245504" y="95583"/>
                  </a:lnTo>
                  <a:lnTo>
                    <a:pt x="249011" y="96303"/>
                  </a:lnTo>
                  <a:lnTo>
                    <a:pt x="252518" y="97259"/>
                  </a:lnTo>
                  <a:lnTo>
                    <a:pt x="256026" y="98052"/>
                  </a:lnTo>
                  <a:lnTo>
                    <a:pt x="259533" y="98801"/>
                  </a:lnTo>
                  <a:lnTo>
                    <a:pt x="263040" y="99555"/>
                  </a:lnTo>
                  <a:lnTo>
                    <a:pt x="266547" y="100041"/>
                  </a:lnTo>
                  <a:lnTo>
                    <a:pt x="270054" y="100595"/>
                  </a:lnTo>
                  <a:lnTo>
                    <a:pt x="273562" y="101054"/>
                  </a:lnTo>
                  <a:lnTo>
                    <a:pt x="277069" y="101704"/>
                  </a:lnTo>
                  <a:lnTo>
                    <a:pt x="280576" y="102111"/>
                  </a:lnTo>
                  <a:lnTo>
                    <a:pt x="284083" y="102880"/>
                  </a:lnTo>
                  <a:lnTo>
                    <a:pt x="287590" y="103478"/>
                  </a:lnTo>
                  <a:lnTo>
                    <a:pt x="291098" y="103671"/>
                  </a:lnTo>
                  <a:lnTo>
                    <a:pt x="294605" y="103929"/>
                  </a:lnTo>
                  <a:lnTo>
                    <a:pt x="298112" y="104081"/>
                  </a:lnTo>
                  <a:lnTo>
                    <a:pt x="301619" y="104401"/>
                  </a:lnTo>
                  <a:lnTo>
                    <a:pt x="305126" y="104554"/>
                  </a:lnTo>
                  <a:lnTo>
                    <a:pt x="308634" y="104664"/>
                  </a:lnTo>
                  <a:lnTo>
                    <a:pt x="312141" y="104699"/>
                  </a:lnTo>
                  <a:lnTo>
                    <a:pt x="315648" y="104790"/>
                  </a:lnTo>
                  <a:lnTo>
                    <a:pt x="319155" y="105015"/>
                  </a:lnTo>
                  <a:lnTo>
                    <a:pt x="322662" y="105041"/>
                  </a:lnTo>
                  <a:lnTo>
                    <a:pt x="326170" y="105285"/>
                  </a:lnTo>
                  <a:lnTo>
                    <a:pt x="329677" y="105378"/>
                  </a:lnTo>
                  <a:lnTo>
                    <a:pt x="333184" y="105461"/>
                  </a:lnTo>
                  <a:lnTo>
                    <a:pt x="336691" y="105658"/>
                  </a:lnTo>
                  <a:lnTo>
                    <a:pt x="340198" y="105726"/>
                  </a:lnTo>
                  <a:lnTo>
                    <a:pt x="343706" y="105865"/>
                  </a:lnTo>
                  <a:lnTo>
                    <a:pt x="347213" y="105806"/>
                  </a:lnTo>
                  <a:lnTo>
                    <a:pt x="350720" y="106085"/>
                  </a:lnTo>
                  <a:lnTo>
                    <a:pt x="354227" y="105900"/>
                  </a:lnTo>
                  <a:lnTo>
                    <a:pt x="357734" y="105973"/>
                  </a:lnTo>
                  <a:lnTo>
                    <a:pt x="361242" y="105794"/>
                  </a:lnTo>
                  <a:lnTo>
                    <a:pt x="364749" y="105604"/>
                  </a:lnTo>
                  <a:lnTo>
                    <a:pt x="368256" y="105430"/>
                  </a:lnTo>
                  <a:lnTo>
                    <a:pt x="371763" y="105217"/>
                  </a:lnTo>
                  <a:lnTo>
                    <a:pt x="375271" y="105112"/>
                  </a:lnTo>
                  <a:lnTo>
                    <a:pt x="378778" y="105016"/>
                  </a:lnTo>
                  <a:lnTo>
                    <a:pt x="382285" y="104886"/>
                  </a:lnTo>
                  <a:lnTo>
                    <a:pt x="385792" y="104685"/>
                  </a:lnTo>
                  <a:lnTo>
                    <a:pt x="389299" y="104630"/>
                  </a:lnTo>
                  <a:lnTo>
                    <a:pt x="392807" y="104422"/>
                  </a:lnTo>
                  <a:lnTo>
                    <a:pt x="396314" y="104322"/>
                  </a:lnTo>
                  <a:lnTo>
                    <a:pt x="399821" y="104208"/>
                  </a:lnTo>
                  <a:lnTo>
                    <a:pt x="403328" y="104107"/>
                  </a:lnTo>
                  <a:lnTo>
                    <a:pt x="406835" y="103921"/>
                  </a:lnTo>
                  <a:lnTo>
                    <a:pt x="410343" y="103414"/>
                  </a:lnTo>
                  <a:lnTo>
                    <a:pt x="413850" y="103316"/>
                  </a:lnTo>
                  <a:lnTo>
                    <a:pt x="417357" y="103250"/>
                  </a:lnTo>
                  <a:lnTo>
                    <a:pt x="420864" y="102935"/>
                  </a:lnTo>
                  <a:lnTo>
                    <a:pt x="424371" y="102703"/>
                  </a:lnTo>
                  <a:lnTo>
                    <a:pt x="427879" y="102313"/>
                  </a:lnTo>
                  <a:lnTo>
                    <a:pt x="431386" y="102101"/>
                  </a:lnTo>
                  <a:lnTo>
                    <a:pt x="434893" y="102040"/>
                  </a:lnTo>
                  <a:lnTo>
                    <a:pt x="438400" y="101758"/>
                  </a:lnTo>
                  <a:lnTo>
                    <a:pt x="441907" y="101310"/>
                  </a:lnTo>
                  <a:lnTo>
                    <a:pt x="445415" y="100990"/>
                  </a:lnTo>
                  <a:lnTo>
                    <a:pt x="448922" y="100835"/>
                  </a:lnTo>
                  <a:lnTo>
                    <a:pt x="452429" y="100669"/>
                  </a:lnTo>
                  <a:lnTo>
                    <a:pt x="455936" y="100490"/>
                  </a:lnTo>
                  <a:lnTo>
                    <a:pt x="459443" y="100324"/>
                  </a:lnTo>
                  <a:lnTo>
                    <a:pt x="462951" y="100127"/>
                  </a:lnTo>
                  <a:lnTo>
                    <a:pt x="466458" y="99927"/>
                  </a:lnTo>
                  <a:lnTo>
                    <a:pt x="469965" y="99732"/>
                  </a:lnTo>
                  <a:lnTo>
                    <a:pt x="473472" y="99537"/>
                  </a:lnTo>
                  <a:lnTo>
                    <a:pt x="476979" y="99342"/>
                  </a:lnTo>
                  <a:lnTo>
                    <a:pt x="480487" y="99201"/>
                  </a:lnTo>
                  <a:lnTo>
                    <a:pt x="483994" y="98946"/>
                  </a:lnTo>
                  <a:lnTo>
                    <a:pt x="487501" y="98632"/>
                  </a:lnTo>
                  <a:lnTo>
                    <a:pt x="491008" y="98310"/>
                  </a:lnTo>
                  <a:lnTo>
                    <a:pt x="494516" y="97990"/>
                  </a:lnTo>
                  <a:lnTo>
                    <a:pt x="498023" y="97685"/>
                  </a:lnTo>
                  <a:lnTo>
                    <a:pt x="501530" y="97355"/>
                  </a:lnTo>
                  <a:lnTo>
                    <a:pt x="505037" y="97035"/>
                  </a:lnTo>
                  <a:lnTo>
                    <a:pt x="508544" y="96970"/>
                  </a:lnTo>
                  <a:lnTo>
                    <a:pt x="512052" y="96440"/>
                  </a:lnTo>
                  <a:lnTo>
                    <a:pt x="515559" y="96066"/>
                  </a:lnTo>
                  <a:lnTo>
                    <a:pt x="519066" y="95685"/>
                  </a:lnTo>
                  <a:lnTo>
                    <a:pt x="522573" y="95179"/>
                  </a:lnTo>
                  <a:lnTo>
                    <a:pt x="526080" y="94854"/>
                  </a:lnTo>
                  <a:lnTo>
                    <a:pt x="529588" y="94534"/>
                  </a:lnTo>
                  <a:lnTo>
                    <a:pt x="533095" y="94291"/>
                  </a:lnTo>
                  <a:lnTo>
                    <a:pt x="536602" y="94123"/>
                  </a:lnTo>
                  <a:lnTo>
                    <a:pt x="540109" y="93807"/>
                  </a:lnTo>
                  <a:lnTo>
                    <a:pt x="543616" y="93484"/>
                  </a:lnTo>
                  <a:lnTo>
                    <a:pt x="547124" y="93162"/>
                  </a:lnTo>
                  <a:lnTo>
                    <a:pt x="550631" y="92863"/>
                  </a:lnTo>
                  <a:lnTo>
                    <a:pt x="554138" y="92644"/>
                  </a:lnTo>
                  <a:lnTo>
                    <a:pt x="557645" y="92333"/>
                  </a:lnTo>
                  <a:lnTo>
                    <a:pt x="561152" y="91913"/>
                  </a:lnTo>
                  <a:lnTo>
                    <a:pt x="564660" y="91625"/>
                  </a:lnTo>
                  <a:lnTo>
                    <a:pt x="568167" y="91268"/>
                  </a:lnTo>
                  <a:lnTo>
                    <a:pt x="571674" y="90910"/>
                  </a:lnTo>
                  <a:lnTo>
                    <a:pt x="575181" y="90558"/>
                  </a:lnTo>
                  <a:lnTo>
                    <a:pt x="578688" y="90216"/>
                  </a:lnTo>
                  <a:lnTo>
                    <a:pt x="582196" y="89830"/>
                  </a:lnTo>
                  <a:lnTo>
                    <a:pt x="585703" y="89474"/>
                  </a:lnTo>
                  <a:lnTo>
                    <a:pt x="589210" y="89111"/>
                  </a:lnTo>
                  <a:lnTo>
                    <a:pt x="592717" y="88750"/>
                  </a:lnTo>
                  <a:lnTo>
                    <a:pt x="596224" y="88389"/>
                  </a:lnTo>
                  <a:lnTo>
                    <a:pt x="599732" y="88030"/>
                  </a:lnTo>
                  <a:lnTo>
                    <a:pt x="603239" y="87774"/>
                  </a:lnTo>
                  <a:lnTo>
                    <a:pt x="606746" y="87538"/>
                  </a:lnTo>
                  <a:lnTo>
                    <a:pt x="610253" y="87264"/>
                  </a:lnTo>
                  <a:lnTo>
                    <a:pt x="613761" y="86934"/>
                  </a:lnTo>
                  <a:lnTo>
                    <a:pt x="617268" y="86604"/>
                  </a:lnTo>
                  <a:lnTo>
                    <a:pt x="620775" y="86280"/>
                  </a:lnTo>
                  <a:lnTo>
                    <a:pt x="624282" y="85995"/>
                  </a:lnTo>
                  <a:lnTo>
                    <a:pt x="627789" y="85656"/>
                  </a:lnTo>
                  <a:lnTo>
                    <a:pt x="631297" y="85317"/>
                  </a:lnTo>
                  <a:lnTo>
                    <a:pt x="634804" y="84977"/>
                  </a:lnTo>
                  <a:lnTo>
                    <a:pt x="638311" y="84638"/>
                  </a:lnTo>
                  <a:lnTo>
                    <a:pt x="641818" y="84298"/>
                  </a:lnTo>
                  <a:lnTo>
                    <a:pt x="645325" y="83957"/>
                  </a:lnTo>
                  <a:lnTo>
                    <a:pt x="648833" y="83622"/>
                  </a:lnTo>
                  <a:lnTo>
                    <a:pt x="652340" y="83288"/>
                  </a:lnTo>
                  <a:lnTo>
                    <a:pt x="655847" y="83087"/>
                  </a:lnTo>
                  <a:lnTo>
                    <a:pt x="659354" y="83036"/>
                  </a:lnTo>
                  <a:lnTo>
                    <a:pt x="662861" y="82986"/>
                  </a:lnTo>
                  <a:lnTo>
                    <a:pt x="666369" y="82736"/>
                  </a:lnTo>
                  <a:lnTo>
                    <a:pt x="669876" y="82307"/>
                  </a:lnTo>
                  <a:lnTo>
                    <a:pt x="673383" y="81878"/>
                  </a:lnTo>
                  <a:lnTo>
                    <a:pt x="676890" y="81408"/>
                  </a:lnTo>
                  <a:lnTo>
                    <a:pt x="680397" y="80857"/>
                  </a:lnTo>
                  <a:lnTo>
                    <a:pt x="683905" y="80306"/>
                  </a:lnTo>
                  <a:lnTo>
                    <a:pt x="687412" y="79968"/>
                  </a:lnTo>
                  <a:lnTo>
                    <a:pt x="690919" y="79673"/>
                  </a:lnTo>
                  <a:lnTo>
                    <a:pt x="694426" y="79290"/>
                  </a:lnTo>
                  <a:lnTo>
                    <a:pt x="697933" y="78966"/>
                  </a:lnTo>
                  <a:lnTo>
                    <a:pt x="701441" y="78703"/>
                  </a:lnTo>
                  <a:lnTo>
                    <a:pt x="704948" y="78440"/>
                  </a:lnTo>
                  <a:lnTo>
                    <a:pt x="708455" y="78087"/>
                  </a:lnTo>
                  <a:lnTo>
                    <a:pt x="711962" y="77639"/>
                  </a:lnTo>
                  <a:lnTo>
                    <a:pt x="715469" y="77271"/>
                  </a:lnTo>
                  <a:lnTo>
                    <a:pt x="718977" y="76888"/>
                  </a:lnTo>
                  <a:lnTo>
                    <a:pt x="722484" y="76546"/>
                  </a:lnTo>
                  <a:lnTo>
                    <a:pt x="725991" y="76204"/>
                  </a:lnTo>
                  <a:lnTo>
                    <a:pt x="729498" y="75863"/>
                  </a:lnTo>
                  <a:lnTo>
                    <a:pt x="733006" y="75433"/>
                  </a:lnTo>
                  <a:lnTo>
                    <a:pt x="736513" y="75006"/>
                  </a:lnTo>
                  <a:lnTo>
                    <a:pt x="740020" y="74656"/>
                  </a:lnTo>
                  <a:lnTo>
                    <a:pt x="743527" y="74274"/>
                  </a:lnTo>
                  <a:lnTo>
                    <a:pt x="747034" y="73849"/>
                  </a:lnTo>
                  <a:lnTo>
                    <a:pt x="750542" y="73423"/>
                  </a:lnTo>
                  <a:lnTo>
                    <a:pt x="754049" y="72995"/>
                  </a:lnTo>
                  <a:lnTo>
                    <a:pt x="757556" y="72702"/>
                  </a:lnTo>
                  <a:lnTo>
                    <a:pt x="761063" y="72401"/>
                  </a:lnTo>
                  <a:lnTo>
                    <a:pt x="764570" y="72058"/>
                  </a:lnTo>
                  <a:lnTo>
                    <a:pt x="768078" y="71715"/>
                  </a:lnTo>
                  <a:lnTo>
                    <a:pt x="771585" y="71412"/>
                  </a:lnTo>
                  <a:lnTo>
                    <a:pt x="775092" y="71141"/>
                  </a:lnTo>
                  <a:lnTo>
                    <a:pt x="778599" y="70809"/>
                  </a:lnTo>
                  <a:lnTo>
                    <a:pt x="782106" y="70458"/>
                  </a:lnTo>
                  <a:lnTo>
                    <a:pt x="785614" y="70084"/>
                  </a:lnTo>
                  <a:lnTo>
                    <a:pt x="789121" y="69704"/>
                  </a:lnTo>
                  <a:lnTo>
                    <a:pt x="792628" y="69330"/>
                  </a:lnTo>
                  <a:lnTo>
                    <a:pt x="796135" y="68949"/>
                  </a:lnTo>
                  <a:lnTo>
                    <a:pt x="799642" y="68602"/>
                  </a:lnTo>
                  <a:lnTo>
                    <a:pt x="803150" y="68180"/>
                  </a:lnTo>
                  <a:lnTo>
                    <a:pt x="806657" y="67794"/>
                  </a:lnTo>
                  <a:lnTo>
                    <a:pt x="810164" y="67410"/>
                  </a:lnTo>
                  <a:lnTo>
                    <a:pt x="813671" y="67026"/>
                  </a:lnTo>
                  <a:lnTo>
                    <a:pt x="817178" y="66644"/>
                  </a:lnTo>
                  <a:lnTo>
                    <a:pt x="820686" y="66263"/>
                  </a:lnTo>
                  <a:lnTo>
                    <a:pt x="824193" y="65882"/>
                  </a:lnTo>
                  <a:lnTo>
                    <a:pt x="827700" y="65581"/>
                  </a:lnTo>
                  <a:lnTo>
                    <a:pt x="831207" y="65297"/>
                  </a:lnTo>
                  <a:lnTo>
                    <a:pt x="834714" y="64919"/>
                  </a:lnTo>
                  <a:lnTo>
                    <a:pt x="838222" y="645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90881" y="3246154"/>
              <a:ext cx="838222" cy="121822"/>
            </a:xfrm>
            <a:custGeom>
              <a:avLst/>
              <a:pathLst>
                <a:path w="838222" h="121822">
                  <a:moveTo>
                    <a:pt x="838222" y="121822"/>
                  </a:moveTo>
                  <a:lnTo>
                    <a:pt x="834714" y="121321"/>
                  </a:lnTo>
                  <a:lnTo>
                    <a:pt x="831207" y="120817"/>
                  </a:lnTo>
                  <a:lnTo>
                    <a:pt x="827700" y="120309"/>
                  </a:lnTo>
                  <a:lnTo>
                    <a:pt x="824193" y="119799"/>
                  </a:lnTo>
                  <a:lnTo>
                    <a:pt x="820686" y="119305"/>
                  </a:lnTo>
                  <a:lnTo>
                    <a:pt x="817178" y="118812"/>
                  </a:lnTo>
                  <a:lnTo>
                    <a:pt x="813671" y="118298"/>
                  </a:lnTo>
                  <a:lnTo>
                    <a:pt x="810164" y="117739"/>
                  </a:lnTo>
                  <a:lnTo>
                    <a:pt x="806657" y="117199"/>
                  </a:lnTo>
                  <a:lnTo>
                    <a:pt x="803150" y="116669"/>
                  </a:lnTo>
                  <a:lnTo>
                    <a:pt x="799642" y="116097"/>
                  </a:lnTo>
                  <a:lnTo>
                    <a:pt x="796135" y="115528"/>
                  </a:lnTo>
                  <a:lnTo>
                    <a:pt x="792628" y="115008"/>
                  </a:lnTo>
                  <a:lnTo>
                    <a:pt x="789121" y="114454"/>
                  </a:lnTo>
                  <a:lnTo>
                    <a:pt x="785614" y="113870"/>
                  </a:lnTo>
                  <a:lnTo>
                    <a:pt x="782106" y="113292"/>
                  </a:lnTo>
                  <a:lnTo>
                    <a:pt x="778599" y="112740"/>
                  </a:lnTo>
                  <a:lnTo>
                    <a:pt x="775092" y="112185"/>
                  </a:lnTo>
                  <a:lnTo>
                    <a:pt x="771585" y="111625"/>
                  </a:lnTo>
                  <a:lnTo>
                    <a:pt x="768078" y="111062"/>
                  </a:lnTo>
                  <a:lnTo>
                    <a:pt x="764570" y="110496"/>
                  </a:lnTo>
                  <a:lnTo>
                    <a:pt x="761063" y="109914"/>
                  </a:lnTo>
                  <a:lnTo>
                    <a:pt x="757556" y="109347"/>
                  </a:lnTo>
                  <a:lnTo>
                    <a:pt x="754049" y="108777"/>
                  </a:lnTo>
                  <a:lnTo>
                    <a:pt x="750542" y="108200"/>
                  </a:lnTo>
                  <a:lnTo>
                    <a:pt x="747034" y="107618"/>
                  </a:lnTo>
                  <a:lnTo>
                    <a:pt x="743527" y="107032"/>
                  </a:lnTo>
                  <a:lnTo>
                    <a:pt x="740020" y="106443"/>
                  </a:lnTo>
                  <a:lnTo>
                    <a:pt x="736513" y="105851"/>
                  </a:lnTo>
                  <a:lnTo>
                    <a:pt x="733006" y="105267"/>
                  </a:lnTo>
                  <a:lnTo>
                    <a:pt x="729498" y="104690"/>
                  </a:lnTo>
                  <a:lnTo>
                    <a:pt x="725991" y="104093"/>
                  </a:lnTo>
                  <a:lnTo>
                    <a:pt x="722484" y="103492"/>
                  </a:lnTo>
                  <a:lnTo>
                    <a:pt x="718977" y="102927"/>
                  </a:lnTo>
                  <a:lnTo>
                    <a:pt x="715469" y="102344"/>
                  </a:lnTo>
                  <a:lnTo>
                    <a:pt x="711962" y="101726"/>
                  </a:lnTo>
                  <a:lnTo>
                    <a:pt x="708455" y="101102"/>
                  </a:lnTo>
                  <a:lnTo>
                    <a:pt x="704948" y="100447"/>
                  </a:lnTo>
                  <a:lnTo>
                    <a:pt x="701441" y="99811"/>
                  </a:lnTo>
                  <a:lnTo>
                    <a:pt x="697933" y="99184"/>
                  </a:lnTo>
                  <a:lnTo>
                    <a:pt x="694426" y="98554"/>
                  </a:lnTo>
                  <a:lnTo>
                    <a:pt x="690919" y="97921"/>
                  </a:lnTo>
                  <a:lnTo>
                    <a:pt x="687412" y="97225"/>
                  </a:lnTo>
                  <a:lnTo>
                    <a:pt x="683905" y="96536"/>
                  </a:lnTo>
                  <a:lnTo>
                    <a:pt x="680397" y="95885"/>
                  </a:lnTo>
                  <a:lnTo>
                    <a:pt x="676890" y="95231"/>
                  </a:lnTo>
                  <a:lnTo>
                    <a:pt x="673383" y="94574"/>
                  </a:lnTo>
                  <a:lnTo>
                    <a:pt x="669876" y="93912"/>
                  </a:lnTo>
                  <a:lnTo>
                    <a:pt x="666369" y="93247"/>
                  </a:lnTo>
                  <a:lnTo>
                    <a:pt x="662861" y="92576"/>
                  </a:lnTo>
                  <a:lnTo>
                    <a:pt x="659354" y="91832"/>
                  </a:lnTo>
                  <a:lnTo>
                    <a:pt x="655847" y="91202"/>
                  </a:lnTo>
                  <a:lnTo>
                    <a:pt x="652340" y="90548"/>
                  </a:lnTo>
                  <a:lnTo>
                    <a:pt x="648833" y="89858"/>
                  </a:lnTo>
                  <a:lnTo>
                    <a:pt x="645325" y="89061"/>
                  </a:lnTo>
                  <a:lnTo>
                    <a:pt x="641818" y="88259"/>
                  </a:lnTo>
                  <a:lnTo>
                    <a:pt x="638311" y="87451"/>
                  </a:lnTo>
                  <a:lnTo>
                    <a:pt x="634804" y="86723"/>
                  </a:lnTo>
                  <a:lnTo>
                    <a:pt x="631297" y="86008"/>
                  </a:lnTo>
                  <a:lnTo>
                    <a:pt x="627789" y="85230"/>
                  </a:lnTo>
                  <a:lnTo>
                    <a:pt x="624282" y="84452"/>
                  </a:lnTo>
                  <a:lnTo>
                    <a:pt x="620775" y="83742"/>
                  </a:lnTo>
                  <a:lnTo>
                    <a:pt x="617268" y="83005"/>
                  </a:lnTo>
                  <a:lnTo>
                    <a:pt x="613761" y="82310"/>
                  </a:lnTo>
                  <a:lnTo>
                    <a:pt x="610253" y="81597"/>
                  </a:lnTo>
                  <a:lnTo>
                    <a:pt x="606746" y="80874"/>
                  </a:lnTo>
                  <a:lnTo>
                    <a:pt x="603239" y="80147"/>
                  </a:lnTo>
                  <a:lnTo>
                    <a:pt x="599732" y="79389"/>
                  </a:lnTo>
                  <a:lnTo>
                    <a:pt x="596224" y="78490"/>
                  </a:lnTo>
                  <a:lnTo>
                    <a:pt x="592717" y="77510"/>
                  </a:lnTo>
                  <a:lnTo>
                    <a:pt x="589210" y="76580"/>
                  </a:lnTo>
                  <a:lnTo>
                    <a:pt x="585703" y="75847"/>
                  </a:lnTo>
                  <a:lnTo>
                    <a:pt x="582196" y="75115"/>
                  </a:lnTo>
                  <a:lnTo>
                    <a:pt x="578688" y="74324"/>
                  </a:lnTo>
                  <a:lnTo>
                    <a:pt x="575181" y="73427"/>
                  </a:lnTo>
                  <a:lnTo>
                    <a:pt x="571674" y="72523"/>
                  </a:lnTo>
                  <a:lnTo>
                    <a:pt x="568167" y="71672"/>
                  </a:lnTo>
                  <a:lnTo>
                    <a:pt x="564660" y="70862"/>
                  </a:lnTo>
                  <a:lnTo>
                    <a:pt x="561152" y="70049"/>
                  </a:lnTo>
                  <a:lnTo>
                    <a:pt x="557645" y="69282"/>
                  </a:lnTo>
                  <a:lnTo>
                    <a:pt x="554138" y="68480"/>
                  </a:lnTo>
                  <a:lnTo>
                    <a:pt x="550631" y="67746"/>
                  </a:lnTo>
                  <a:lnTo>
                    <a:pt x="547124" y="66816"/>
                  </a:lnTo>
                  <a:lnTo>
                    <a:pt x="543616" y="66042"/>
                  </a:lnTo>
                  <a:lnTo>
                    <a:pt x="540109" y="65237"/>
                  </a:lnTo>
                  <a:lnTo>
                    <a:pt x="536602" y="64475"/>
                  </a:lnTo>
                  <a:lnTo>
                    <a:pt x="533095" y="63499"/>
                  </a:lnTo>
                  <a:lnTo>
                    <a:pt x="529588" y="62736"/>
                  </a:lnTo>
                  <a:lnTo>
                    <a:pt x="526080" y="61897"/>
                  </a:lnTo>
                  <a:lnTo>
                    <a:pt x="522573" y="61078"/>
                  </a:lnTo>
                  <a:lnTo>
                    <a:pt x="519066" y="60200"/>
                  </a:lnTo>
                  <a:lnTo>
                    <a:pt x="515559" y="59442"/>
                  </a:lnTo>
                  <a:lnTo>
                    <a:pt x="512052" y="58596"/>
                  </a:lnTo>
                  <a:lnTo>
                    <a:pt x="508544" y="57852"/>
                  </a:lnTo>
                  <a:lnTo>
                    <a:pt x="505037" y="57016"/>
                  </a:lnTo>
                  <a:lnTo>
                    <a:pt x="501530" y="56261"/>
                  </a:lnTo>
                  <a:lnTo>
                    <a:pt x="498023" y="55502"/>
                  </a:lnTo>
                  <a:lnTo>
                    <a:pt x="494516" y="54740"/>
                  </a:lnTo>
                  <a:lnTo>
                    <a:pt x="491008" y="53868"/>
                  </a:lnTo>
                  <a:lnTo>
                    <a:pt x="487501" y="52849"/>
                  </a:lnTo>
                  <a:lnTo>
                    <a:pt x="483994" y="52050"/>
                  </a:lnTo>
                  <a:lnTo>
                    <a:pt x="480487" y="51248"/>
                  </a:lnTo>
                  <a:lnTo>
                    <a:pt x="476979" y="50261"/>
                  </a:lnTo>
                  <a:lnTo>
                    <a:pt x="473472" y="49444"/>
                  </a:lnTo>
                  <a:lnTo>
                    <a:pt x="469965" y="48475"/>
                  </a:lnTo>
                  <a:lnTo>
                    <a:pt x="466458" y="47414"/>
                  </a:lnTo>
                  <a:lnTo>
                    <a:pt x="462951" y="46354"/>
                  </a:lnTo>
                  <a:lnTo>
                    <a:pt x="459443" y="45378"/>
                  </a:lnTo>
                  <a:lnTo>
                    <a:pt x="455936" y="44570"/>
                  </a:lnTo>
                  <a:lnTo>
                    <a:pt x="452429" y="43784"/>
                  </a:lnTo>
                  <a:lnTo>
                    <a:pt x="448922" y="42841"/>
                  </a:lnTo>
                  <a:lnTo>
                    <a:pt x="445415" y="41895"/>
                  </a:lnTo>
                  <a:lnTo>
                    <a:pt x="441907" y="41008"/>
                  </a:lnTo>
                  <a:lnTo>
                    <a:pt x="438400" y="40122"/>
                  </a:lnTo>
                  <a:lnTo>
                    <a:pt x="434893" y="39170"/>
                  </a:lnTo>
                  <a:lnTo>
                    <a:pt x="431386" y="38338"/>
                  </a:lnTo>
                  <a:lnTo>
                    <a:pt x="427879" y="37442"/>
                  </a:lnTo>
                  <a:lnTo>
                    <a:pt x="424371" y="36541"/>
                  </a:lnTo>
                  <a:lnTo>
                    <a:pt x="420864" y="35538"/>
                  </a:lnTo>
                  <a:lnTo>
                    <a:pt x="417357" y="34496"/>
                  </a:lnTo>
                  <a:lnTo>
                    <a:pt x="413850" y="33636"/>
                  </a:lnTo>
                  <a:lnTo>
                    <a:pt x="410343" y="32606"/>
                  </a:lnTo>
                  <a:lnTo>
                    <a:pt x="406835" y="31717"/>
                  </a:lnTo>
                  <a:lnTo>
                    <a:pt x="403328" y="30764"/>
                  </a:lnTo>
                  <a:lnTo>
                    <a:pt x="399821" y="29786"/>
                  </a:lnTo>
                  <a:lnTo>
                    <a:pt x="396314" y="28863"/>
                  </a:lnTo>
                  <a:lnTo>
                    <a:pt x="392807" y="27957"/>
                  </a:lnTo>
                  <a:lnTo>
                    <a:pt x="389299" y="27023"/>
                  </a:lnTo>
                  <a:lnTo>
                    <a:pt x="385792" y="26090"/>
                  </a:lnTo>
                  <a:lnTo>
                    <a:pt x="382285" y="25154"/>
                  </a:lnTo>
                  <a:lnTo>
                    <a:pt x="378778" y="24186"/>
                  </a:lnTo>
                  <a:lnTo>
                    <a:pt x="375271" y="23270"/>
                  </a:lnTo>
                  <a:lnTo>
                    <a:pt x="371763" y="22466"/>
                  </a:lnTo>
                  <a:lnTo>
                    <a:pt x="368256" y="21563"/>
                  </a:lnTo>
                  <a:lnTo>
                    <a:pt x="364749" y="20699"/>
                  </a:lnTo>
                  <a:lnTo>
                    <a:pt x="361242" y="19684"/>
                  </a:lnTo>
                  <a:lnTo>
                    <a:pt x="357734" y="18761"/>
                  </a:lnTo>
                  <a:lnTo>
                    <a:pt x="354227" y="17775"/>
                  </a:lnTo>
                  <a:lnTo>
                    <a:pt x="350720" y="17029"/>
                  </a:lnTo>
                  <a:lnTo>
                    <a:pt x="347213" y="16249"/>
                  </a:lnTo>
                  <a:lnTo>
                    <a:pt x="343706" y="15343"/>
                  </a:lnTo>
                  <a:lnTo>
                    <a:pt x="340198" y="14282"/>
                  </a:lnTo>
                  <a:lnTo>
                    <a:pt x="336691" y="13658"/>
                  </a:lnTo>
                  <a:lnTo>
                    <a:pt x="333184" y="12790"/>
                  </a:lnTo>
                  <a:lnTo>
                    <a:pt x="329677" y="12015"/>
                  </a:lnTo>
                  <a:lnTo>
                    <a:pt x="326170" y="11326"/>
                  </a:lnTo>
                  <a:lnTo>
                    <a:pt x="322662" y="10609"/>
                  </a:lnTo>
                  <a:lnTo>
                    <a:pt x="319155" y="9898"/>
                  </a:lnTo>
                  <a:lnTo>
                    <a:pt x="315648" y="9238"/>
                  </a:lnTo>
                  <a:lnTo>
                    <a:pt x="312141" y="8635"/>
                  </a:lnTo>
                  <a:lnTo>
                    <a:pt x="308634" y="7864"/>
                  </a:lnTo>
                  <a:lnTo>
                    <a:pt x="305126" y="7143"/>
                  </a:lnTo>
                  <a:lnTo>
                    <a:pt x="301619" y="6474"/>
                  </a:lnTo>
                  <a:lnTo>
                    <a:pt x="298112" y="5810"/>
                  </a:lnTo>
                  <a:lnTo>
                    <a:pt x="294605" y="5230"/>
                  </a:lnTo>
                  <a:lnTo>
                    <a:pt x="291098" y="4707"/>
                  </a:lnTo>
                  <a:lnTo>
                    <a:pt x="287590" y="4163"/>
                  </a:lnTo>
                  <a:lnTo>
                    <a:pt x="284083" y="3636"/>
                  </a:lnTo>
                  <a:lnTo>
                    <a:pt x="280576" y="3254"/>
                  </a:lnTo>
                  <a:lnTo>
                    <a:pt x="277069" y="2975"/>
                  </a:lnTo>
                  <a:lnTo>
                    <a:pt x="273562" y="2853"/>
                  </a:lnTo>
                  <a:lnTo>
                    <a:pt x="270054" y="2422"/>
                  </a:lnTo>
                  <a:lnTo>
                    <a:pt x="266547" y="1863"/>
                  </a:lnTo>
                  <a:lnTo>
                    <a:pt x="263040" y="1340"/>
                  </a:lnTo>
                  <a:lnTo>
                    <a:pt x="259533" y="926"/>
                  </a:lnTo>
                  <a:lnTo>
                    <a:pt x="256026" y="831"/>
                  </a:lnTo>
                  <a:lnTo>
                    <a:pt x="252518" y="711"/>
                  </a:lnTo>
                  <a:lnTo>
                    <a:pt x="249011" y="434"/>
                  </a:lnTo>
                  <a:lnTo>
                    <a:pt x="245504" y="392"/>
                  </a:lnTo>
                  <a:lnTo>
                    <a:pt x="241997" y="404"/>
                  </a:lnTo>
                  <a:lnTo>
                    <a:pt x="238489" y="372"/>
                  </a:lnTo>
                  <a:lnTo>
                    <a:pt x="234982" y="156"/>
                  </a:lnTo>
                  <a:lnTo>
                    <a:pt x="231475" y="177"/>
                  </a:lnTo>
                  <a:lnTo>
                    <a:pt x="227968" y="89"/>
                  </a:lnTo>
                  <a:lnTo>
                    <a:pt x="224461" y="197"/>
                  </a:lnTo>
                  <a:lnTo>
                    <a:pt x="220953" y="181"/>
                  </a:lnTo>
                  <a:lnTo>
                    <a:pt x="217446" y="0"/>
                  </a:lnTo>
                  <a:lnTo>
                    <a:pt x="213939" y="92"/>
                  </a:lnTo>
                  <a:lnTo>
                    <a:pt x="210432" y="250"/>
                  </a:lnTo>
                  <a:lnTo>
                    <a:pt x="206925" y="542"/>
                  </a:lnTo>
                  <a:lnTo>
                    <a:pt x="203417" y="545"/>
                  </a:lnTo>
                  <a:lnTo>
                    <a:pt x="199910" y="569"/>
                  </a:lnTo>
                  <a:lnTo>
                    <a:pt x="196403" y="595"/>
                  </a:lnTo>
                  <a:lnTo>
                    <a:pt x="192896" y="645"/>
                  </a:lnTo>
                  <a:lnTo>
                    <a:pt x="189389" y="722"/>
                  </a:lnTo>
                  <a:lnTo>
                    <a:pt x="185881" y="920"/>
                  </a:lnTo>
                  <a:lnTo>
                    <a:pt x="182374" y="1146"/>
                  </a:lnTo>
                  <a:lnTo>
                    <a:pt x="178867" y="1256"/>
                  </a:lnTo>
                  <a:lnTo>
                    <a:pt x="175360" y="1490"/>
                  </a:lnTo>
                  <a:lnTo>
                    <a:pt x="171853" y="1721"/>
                  </a:lnTo>
                  <a:lnTo>
                    <a:pt x="168345" y="1905"/>
                  </a:lnTo>
                  <a:lnTo>
                    <a:pt x="164838" y="1933"/>
                  </a:lnTo>
                  <a:lnTo>
                    <a:pt x="161331" y="1990"/>
                  </a:lnTo>
                  <a:lnTo>
                    <a:pt x="157824" y="2216"/>
                  </a:lnTo>
                  <a:lnTo>
                    <a:pt x="154317" y="2388"/>
                  </a:lnTo>
                  <a:lnTo>
                    <a:pt x="150809" y="2460"/>
                  </a:lnTo>
                  <a:lnTo>
                    <a:pt x="147302" y="2840"/>
                  </a:lnTo>
                  <a:lnTo>
                    <a:pt x="143795" y="3177"/>
                  </a:lnTo>
                  <a:lnTo>
                    <a:pt x="140288" y="3282"/>
                  </a:lnTo>
                  <a:lnTo>
                    <a:pt x="136781" y="3485"/>
                  </a:lnTo>
                  <a:lnTo>
                    <a:pt x="133273" y="3679"/>
                  </a:lnTo>
                  <a:lnTo>
                    <a:pt x="129766" y="3760"/>
                  </a:lnTo>
                  <a:lnTo>
                    <a:pt x="126259" y="3846"/>
                  </a:lnTo>
                  <a:lnTo>
                    <a:pt x="122752" y="4114"/>
                  </a:lnTo>
                  <a:lnTo>
                    <a:pt x="119244" y="4465"/>
                  </a:lnTo>
                  <a:lnTo>
                    <a:pt x="115737" y="4698"/>
                  </a:lnTo>
                  <a:lnTo>
                    <a:pt x="112230" y="4922"/>
                  </a:lnTo>
                  <a:lnTo>
                    <a:pt x="108723" y="5160"/>
                  </a:lnTo>
                  <a:lnTo>
                    <a:pt x="105216" y="5396"/>
                  </a:lnTo>
                  <a:lnTo>
                    <a:pt x="101708" y="5719"/>
                  </a:lnTo>
                  <a:lnTo>
                    <a:pt x="98201" y="6046"/>
                  </a:lnTo>
                  <a:lnTo>
                    <a:pt x="94694" y="6347"/>
                  </a:lnTo>
                  <a:lnTo>
                    <a:pt x="91187" y="6622"/>
                  </a:lnTo>
                  <a:lnTo>
                    <a:pt x="87680" y="6874"/>
                  </a:lnTo>
                  <a:lnTo>
                    <a:pt x="84172" y="7146"/>
                  </a:lnTo>
                  <a:lnTo>
                    <a:pt x="80665" y="7228"/>
                  </a:lnTo>
                  <a:lnTo>
                    <a:pt x="77158" y="7537"/>
                  </a:lnTo>
                  <a:lnTo>
                    <a:pt x="73651" y="7949"/>
                  </a:lnTo>
                  <a:lnTo>
                    <a:pt x="70144" y="8360"/>
                  </a:lnTo>
                  <a:lnTo>
                    <a:pt x="66636" y="8771"/>
                  </a:lnTo>
                  <a:lnTo>
                    <a:pt x="63129" y="8998"/>
                  </a:lnTo>
                  <a:lnTo>
                    <a:pt x="59622" y="9200"/>
                  </a:lnTo>
                  <a:lnTo>
                    <a:pt x="56115" y="9400"/>
                  </a:lnTo>
                  <a:lnTo>
                    <a:pt x="52608" y="9602"/>
                  </a:lnTo>
                  <a:lnTo>
                    <a:pt x="49100" y="9807"/>
                  </a:lnTo>
                  <a:lnTo>
                    <a:pt x="45593" y="10004"/>
                  </a:lnTo>
                  <a:lnTo>
                    <a:pt x="42086" y="10205"/>
                  </a:lnTo>
                  <a:lnTo>
                    <a:pt x="38579" y="10414"/>
                  </a:lnTo>
                  <a:lnTo>
                    <a:pt x="35072" y="10617"/>
                  </a:lnTo>
                  <a:lnTo>
                    <a:pt x="31564" y="10819"/>
                  </a:lnTo>
                  <a:lnTo>
                    <a:pt x="28057" y="11021"/>
                  </a:lnTo>
                  <a:lnTo>
                    <a:pt x="24550" y="11220"/>
                  </a:lnTo>
                  <a:lnTo>
                    <a:pt x="21043" y="11614"/>
                  </a:lnTo>
                  <a:lnTo>
                    <a:pt x="17536" y="11945"/>
                  </a:lnTo>
                  <a:lnTo>
                    <a:pt x="14028" y="12086"/>
                  </a:lnTo>
                  <a:lnTo>
                    <a:pt x="10521" y="12443"/>
                  </a:lnTo>
                  <a:lnTo>
                    <a:pt x="7014" y="12599"/>
                  </a:lnTo>
                  <a:lnTo>
                    <a:pt x="3507" y="12756"/>
                  </a:lnTo>
                  <a:lnTo>
                    <a:pt x="0" y="129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690881" y="3191631"/>
              <a:ext cx="838222" cy="95765"/>
            </a:xfrm>
            <a:custGeom>
              <a:avLst/>
              <a:pathLst>
                <a:path w="838222" h="95765">
                  <a:moveTo>
                    <a:pt x="0" y="0"/>
                  </a:moveTo>
                  <a:lnTo>
                    <a:pt x="3507" y="542"/>
                  </a:lnTo>
                  <a:lnTo>
                    <a:pt x="7014" y="1083"/>
                  </a:lnTo>
                  <a:lnTo>
                    <a:pt x="10521" y="1623"/>
                  </a:lnTo>
                  <a:lnTo>
                    <a:pt x="14028" y="2162"/>
                  </a:lnTo>
                  <a:lnTo>
                    <a:pt x="17536" y="2700"/>
                  </a:lnTo>
                  <a:lnTo>
                    <a:pt x="21043" y="3237"/>
                  </a:lnTo>
                  <a:lnTo>
                    <a:pt x="24550" y="3773"/>
                  </a:lnTo>
                  <a:lnTo>
                    <a:pt x="28057" y="4307"/>
                  </a:lnTo>
                  <a:lnTo>
                    <a:pt x="31564" y="4841"/>
                  </a:lnTo>
                  <a:lnTo>
                    <a:pt x="35072" y="5373"/>
                  </a:lnTo>
                  <a:lnTo>
                    <a:pt x="38579" y="5905"/>
                  </a:lnTo>
                  <a:lnTo>
                    <a:pt x="42086" y="6435"/>
                  </a:lnTo>
                  <a:lnTo>
                    <a:pt x="45593" y="6964"/>
                  </a:lnTo>
                  <a:lnTo>
                    <a:pt x="49100" y="7492"/>
                  </a:lnTo>
                  <a:lnTo>
                    <a:pt x="52608" y="8019"/>
                  </a:lnTo>
                  <a:lnTo>
                    <a:pt x="56115" y="8544"/>
                  </a:lnTo>
                  <a:lnTo>
                    <a:pt x="59622" y="9069"/>
                  </a:lnTo>
                  <a:lnTo>
                    <a:pt x="63129" y="9592"/>
                  </a:lnTo>
                  <a:lnTo>
                    <a:pt x="66636" y="10114"/>
                  </a:lnTo>
                  <a:lnTo>
                    <a:pt x="70144" y="10635"/>
                  </a:lnTo>
                  <a:lnTo>
                    <a:pt x="73651" y="11155"/>
                  </a:lnTo>
                  <a:lnTo>
                    <a:pt x="77158" y="11674"/>
                  </a:lnTo>
                  <a:lnTo>
                    <a:pt x="80665" y="12192"/>
                  </a:lnTo>
                  <a:lnTo>
                    <a:pt x="84172" y="12708"/>
                  </a:lnTo>
                  <a:lnTo>
                    <a:pt x="87680" y="13224"/>
                  </a:lnTo>
                  <a:lnTo>
                    <a:pt x="91187" y="13738"/>
                  </a:lnTo>
                  <a:lnTo>
                    <a:pt x="94694" y="14251"/>
                  </a:lnTo>
                  <a:lnTo>
                    <a:pt x="98201" y="14763"/>
                  </a:lnTo>
                  <a:lnTo>
                    <a:pt x="101708" y="15273"/>
                  </a:lnTo>
                  <a:lnTo>
                    <a:pt x="105216" y="15783"/>
                  </a:lnTo>
                  <a:lnTo>
                    <a:pt x="108723" y="16291"/>
                  </a:lnTo>
                  <a:lnTo>
                    <a:pt x="112230" y="16798"/>
                  </a:lnTo>
                  <a:lnTo>
                    <a:pt x="115737" y="17304"/>
                  </a:lnTo>
                  <a:lnTo>
                    <a:pt x="119244" y="17809"/>
                  </a:lnTo>
                  <a:lnTo>
                    <a:pt x="122752" y="18312"/>
                  </a:lnTo>
                  <a:lnTo>
                    <a:pt x="126259" y="18815"/>
                  </a:lnTo>
                  <a:lnTo>
                    <a:pt x="129766" y="19316"/>
                  </a:lnTo>
                  <a:lnTo>
                    <a:pt x="133273" y="19816"/>
                  </a:lnTo>
                  <a:lnTo>
                    <a:pt x="136781" y="20314"/>
                  </a:lnTo>
                  <a:lnTo>
                    <a:pt x="140288" y="20812"/>
                  </a:lnTo>
                  <a:lnTo>
                    <a:pt x="143795" y="21308"/>
                  </a:lnTo>
                  <a:lnTo>
                    <a:pt x="147302" y="21804"/>
                  </a:lnTo>
                  <a:lnTo>
                    <a:pt x="150809" y="22297"/>
                  </a:lnTo>
                  <a:lnTo>
                    <a:pt x="154317" y="22790"/>
                  </a:lnTo>
                  <a:lnTo>
                    <a:pt x="157824" y="23282"/>
                  </a:lnTo>
                  <a:lnTo>
                    <a:pt x="161331" y="23772"/>
                  </a:lnTo>
                  <a:lnTo>
                    <a:pt x="164838" y="24261"/>
                  </a:lnTo>
                  <a:lnTo>
                    <a:pt x="168345" y="24749"/>
                  </a:lnTo>
                  <a:lnTo>
                    <a:pt x="171853" y="25236"/>
                  </a:lnTo>
                  <a:lnTo>
                    <a:pt x="175360" y="25721"/>
                  </a:lnTo>
                  <a:lnTo>
                    <a:pt x="178867" y="26205"/>
                  </a:lnTo>
                  <a:lnTo>
                    <a:pt x="182374" y="26688"/>
                  </a:lnTo>
                  <a:lnTo>
                    <a:pt x="185881" y="27170"/>
                  </a:lnTo>
                  <a:lnTo>
                    <a:pt x="189389" y="27651"/>
                  </a:lnTo>
                  <a:lnTo>
                    <a:pt x="192896" y="28130"/>
                  </a:lnTo>
                  <a:lnTo>
                    <a:pt x="196403" y="28608"/>
                  </a:lnTo>
                  <a:lnTo>
                    <a:pt x="199910" y="29085"/>
                  </a:lnTo>
                  <a:lnTo>
                    <a:pt x="203417" y="29560"/>
                  </a:lnTo>
                  <a:lnTo>
                    <a:pt x="206925" y="30035"/>
                  </a:lnTo>
                  <a:lnTo>
                    <a:pt x="210432" y="30508"/>
                  </a:lnTo>
                  <a:lnTo>
                    <a:pt x="213939" y="30980"/>
                  </a:lnTo>
                  <a:lnTo>
                    <a:pt x="217446" y="31450"/>
                  </a:lnTo>
                  <a:lnTo>
                    <a:pt x="220953" y="31920"/>
                  </a:lnTo>
                  <a:lnTo>
                    <a:pt x="224461" y="32388"/>
                  </a:lnTo>
                  <a:lnTo>
                    <a:pt x="227968" y="32855"/>
                  </a:lnTo>
                  <a:lnTo>
                    <a:pt x="231475" y="33321"/>
                  </a:lnTo>
                  <a:lnTo>
                    <a:pt x="234982" y="33785"/>
                  </a:lnTo>
                  <a:lnTo>
                    <a:pt x="238489" y="34248"/>
                  </a:lnTo>
                  <a:lnTo>
                    <a:pt x="241997" y="34710"/>
                  </a:lnTo>
                  <a:lnTo>
                    <a:pt x="245504" y="35171"/>
                  </a:lnTo>
                  <a:lnTo>
                    <a:pt x="249011" y="35631"/>
                  </a:lnTo>
                  <a:lnTo>
                    <a:pt x="252518" y="36089"/>
                  </a:lnTo>
                  <a:lnTo>
                    <a:pt x="256026" y="36546"/>
                  </a:lnTo>
                  <a:lnTo>
                    <a:pt x="259533" y="37002"/>
                  </a:lnTo>
                  <a:lnTo>
                    <a:pt x="263040" y="37456"/>
                  </a:lnTo>
                  <a:lnTo>
                    <a:pt x="266547" y="37909"/>
                  </a:lnTo>
                  <a:lnTo>
                    <a:pt x="270054" y="38361"/>
                  </a:lnTo>
                  <a:lnTo>
                    <a:pt x="273562" y="38812"/>
                  </a:lnTo>
                  <a:lnTo>
                    <a:pt x="277069" y="39262"/>
                  </a:lnTo>
                  <a:lnTo>
                    <a:pt x="280576" y="39710"/>
                  </a:lnTo>
                  <a:lnTo>
                    <a:pt x="284083" y="40157"/>
                  </a:lnTo>
                  <a:lnTo>
                    <a:pt x="287590" y="40603"/>
                  </a:lnTo>
                  <a:lnTo>
                    <a:pt x="291098" y="41047"/>
                  </a:lnTo>
                  <a:lnTo>
                    <a:pt x="294605" y="41490"/>
                  </a:lnTo>
                  <a:lnTo>
                    <a:pt x="298112" y="41932"/>
                  </a:lnTo>
                  <a:lnTo>
                    <a:pt x="301619" y="42373"/>
                  </a:lnTo>
                  <a:lnTo>
                    <a:pt x="305126" y="42813"/>
                  </a:lnTo>
                  <a:lnTo>
                    <a:pt x="308634" y="43251"/>
                  </a:lnTo>
                  <a:lnTo>
                    <a:pt x="312141" y="43688"/>
                  </a:lnTo>
                  <a:lnTo>
                    <a:pt x="315648" y="44124"/>
                  </a:lnTo>
                  <a:lnTo>
                    <a:pt x="319155" y="44558"/>
                  </a:lnTo>
                  <a:lnTo>
                    <a:pt x="322662" y="44991"/>
                  </a:lnTo>
                  <a:lnTo>
                    <a:pt x="326170" y="45423"/>
                  </a:lnTo>
                  <a:lnTo>
                    <a:pt x="329677" y="45854"/>
                  </a:lnTo>
                  <a:lnTo>
                    <a:pt x="333184" y="46284"/>
                  </a:lnTo>
                  <a:lnTo>
                    <a:pt x="336691" y="46712"/>
                  </a:lnTo>
                  <a:lnTo>
                    <a:pt x="340198" y="47139"/>
                  </a:lnTo>
                  <a:lnTo>
                    <a:pt x="343706" y="47565"/>
                  </a:lnTo>
                  <a:lnTo>
                    <a:pt x="347213" y="47989"/>
                  </a:lnTo>
                  <a:lnTo>
                    <a:pt x="350720" y="48412"/>
                  </a:lnTo>
                  <a:lnTo>
                    <a:pt x="354227" y="48834"/>
                  </a:lnTo>
                  <a:lnTo>
                    <a:pt x="357734" y="49255"/>
                  </a:lnTo>
                  <a:lnTo>
                    <a:pt x="361242" y="49674"/>
                  </a:lnTo>
                  <a:lnTo>
                    <a:pt x="364749" y="50093"/>
                  </a:lnTo>
                  <a:lnTo>
                    <a:pt x="368256" y="50510"/>
                  </a:lnTo>
                  <a:lnTo>
                    <a:pt x="371763" y="50926"/>
                  </a:lnTo>
                  <a:lnTo>
                    <a:pt x="375271" y="51340"/>
                  </a:lnTo>
                  <a:lnTo>
                    <a:pt x="378778" y="51753"/>
                  </a:lnTo>
                  <a:lnTo>
                    <a:pt x="382285" y="52165"/>
                  </a:lnTo>
                  <a:lnTo>
                    <a:pt x="385792" y="52576"/>
                  </a:lnTo>
                  <a:lnTo>
                    <a:pt x="389299" y="52986"/>
                  </a:lnTo>
                  <a:lnTo>
                    <a:pt x="392807" y="53394"/>
                  </a:lnTo>
                  <a:lnTo>
                    <a:pt x="396314" y="53801"/>
                  </a:lnTo>
                  <a:lnTo>
                    <a:pt x="399821" y="54207"/>
                  </a:lnTo>
                  <a:lnTo>
                    <a:pt x="403328" y="54612"/>
                  </a:lnTo>
                  <a:lnTo>
                    <a:pt x="406835" y="55015"/>
                  </a:lnTo>
                  <a:lnTo>
                    <a:pt x="410343" y="55417"/>
                  </a:lnTo>
                  <a:lnTo>
                    <a:pt x="413850" y="55818"/>
                  </a:lnTo>
                  <a:lnTo>
                    <a:pt x="417357" y="56218"/>
                  </a:lnTo>
                  <a:lnTo>
                    <a:pt x="420864" y="56616"/>
                  </a:lnTo>
                  <a:lnTo>
                    <a:pt x="424371" y="57013"/>
                  </a:lnTo>
                  <a:lnTo>
                    <a:pt x="427879" y="57409"/>
                  </a:lnTo>
                  <a:lnTo>
                    <a:pt x="431386" y="57804"/>
                  </a:lnTo>
                  <a:lnTo>
                    <a:pt x="434893" y="58198"/>
                  </a:lnTo>
                  <a:lnTo>
                    <a:pt x="438400" y="58590"/>
                  </a:lnTo>
                  <a:lnTo>
                    <a:pt x="441907" y="58981"/>
                  </a:lnTo>
                  <a:lnTo>
                    <a:pt x="445415" y="59371"/>
                  </a:lnTo>
                  <a:lnTo>
                    <a:pt x="448922" y="59759"/>
                  </a:lnTo>
                  <a:lnTo>
                    <a:pt x="452429" y="60147"/>
                  </a:lnTo>
                  <a:lnTo>
                    <a:pt x="455936" y="60533"/>
                  </a:lnTo>
                  <a:lnTo>
                    <a:pt x="459443" y="60918"/>
                  </a:lnTo>
                  <a:lnTo>
                    <a:pt x="462951" y="61302"/>
                  </a:lnTo>
                  <a:lnTo>
                    <a:pt x="466458" y="61684"/>
                  </a:lnTo>
                  <a:lnTo>
                    <a:pt x="469965" y="62066"/>
                  </a:lnTo>
                  <a:lnTo>
                    <a:pt x="473472" y="62446"/>
                  </a:lnTo>
                  <a:lnTo>
                    <a:pt x="476979" y="62825"/>
                  </a:lnTo>
                  <a:lnTo>
                    <a:pt x="480487" y="63202"/>
                  </a:lnTo>
                  <a:lnTo>
                    <a:pt x="483994" y="63579"/>
                  </a:lnTo>
                  <a:lnTo>
                    <a:pt x="487501" y="63954"/>
                  </a:lnTo>
                  <a:lnTo>
                    <a:pt x="491008" y="64328"/>
                  </a:lnTo>
                  <a:lnTo>
                    <a:pt x="494516" y="64701"/>
                  </a:lnTo>
                  <a:lnTo>
                    <a:pt x="498023" y="65073"/>
                  </a:lnTo>
                  <a:lnTo>
                    <a:pt x="501530" y="65443"/>
                  </a:lnTo>
                  <a:lnTo>
                    <a:pt x="505037" y="65813"/>
                  </a:lnTo>
                  <a:lnTo>
                    <a:pt x="508544" y="66181"/>
                  </a:lnTo>
                  <a:lnTo>
                    <a:pt x="512052" y="66548"/>
                  </a:lnTo>
                  <a:lnTo>
                    <a:pt x="515559" y="66913"/>
                  </a:lnTo>
                  <a:lnTo>
                    <a:pt x="519066" y="67278"/>
                  </a:lnTo>
                  <a:lnTo>
                    <a:pt x="522573" y="67641"/>
                  </a:lnTo>
                  <a:lnTo>
                    <a:pt x="526080" y="68004"/>
                  </a:lnTo>
                  <a:lnTo>
                    <a:pt x="529588" y="68365"/>
                  </a:lnTo>
                  <a:lnTo>
                    <a:pt x="533095" y="68724"/>
                  </a:lnTo>
                  <a:lnTo>
                    <a:pt x="536602" y="69083"/>
                  </a:lnTo>
                  <a:lnTo>
                    <a:pt x="540109" y="69440"/>
                  </a:lnTo>
                  <a:lnTo>
                    <a:pt x="543616" y="69797"/>
                  </a:lnTo>
                  <a:lnTo>
                    <a:pt x="547124" y="70152"/>
                  </a:lnTo>
                  <a:lnTo>
                    <a:pt x="550631" y="70506"/>
                  </a:lnTo>
                  <a:lnTo>
                    <a:pt x="554138" y="70858"/>
                  </a:lnTo>
                  <a:lnTo>
                    <a:pt x="557645" y="71210"/>
                  </a:lnTo>
                  <a:lnTo>
                    <a:pt x="561152" y="71560"/>
                  </a:lnTo>
                  <a:lnTo>
                    <a:pt x="564660" y="71910"/>
                  </a:lnTo>
                  <a:lnTo>
                    <a:pt x="568167" y="72258"/>
                  </a:lnTo>
                  <a:lnTo>
                    <a:pt x="571674" y="72605"/>
                  </a:lnTo>
                  <a:lnTo>
                    <a:pt x="575181" y="72951"/>
                  </a:lnTo>
                  <a:lnTo>
                    <a:pt x="578688" y="73295"/>
                  </a:lnTo>
                  <a:lnTo>
                    <a:pt x="582196" y="73639"/>
                  </a:lnTo>
                  <a:lnTo>
                    <a:pt x="585703" y="73981"/>
                  </a:lnTo>
                  <a:lnTo>
                    <a:pt x="589210" y="74322"/>
                  </a:lnTo>
                  <a:lnTo>
                    <a:pt x="592717" y="74662"/>
                  </a:lnTo>
                  <a:lnTo>
                    <a:pt x="596224" y="75001"/>
                  </a:lnTo>
                  <a:lnTo>
                    <a:pt x="599732" y="75339"/>
                  </a:lnTo>
                  <a:lnTo>
                    <a:pt x="603239" y="75676"/>
                  </a:lnTo>
                  <a:lnTo>
                    <a:pt x="606746" y="76011"/>
                  </a:lnTo>
                  <a:lnTo>
                    <a:pt x="610253" y="76345"/>
                  </a:lnTo>
                  <a:lnTo>
                    <a:pt x="613761" y="76679"/>
                  </a:lnTo>
                  <a:lnTo>
                    <a:pt x="617268" y="77011"/>
                  </a:lnTo>
                  <a:lnTo>
                    <a:pt x="620775" y="77342"/>
                  </a:lnTo>
                  <a:lnTo>
                    <a:pt x="624282" y="77671"/>
                  </a:lnTo>
                  <a:lnTo>
                    <a:pt x="627789" y="78000"/>
                  </a:lnTo>
                  <a:lnTo>
                    <a:pt x="631297" y="78328"/>
                  </a:lnTo>
                  <a:lnTo>
                    <a:pt x="634804" y="78654"/>
                  </a:lnTo>
                  <a:lnTo>
                    <a:pt x="638311" y="78980"/>
                  </a:lnTo>
                  <a:lnTo>
                    <a:pt x="641818" y="79304"/>
                  </a:lnTo>
                  <a:lnTo>
                    <a:pt x="645325" y="79627"/>
                  </a:lnTo>
                  <a:lnTo>
                    <a:pt x="648833" y="79949"/>
                  </a:lnTo>
                  <a:lnTo>
                    <a:pt x="652340" y="80270"/>
                  </a:lnTo>
                  <a:lnTo>
                    <a:pt x="655847" y="80590"/>
                  </a:lnTo>
                  <a:lnTo>
                    <a:pt x="659354" y="80909"/>
                  </a:lnTo>
                  <a:lnTo>
                    <a:pt x="662861" y="81226"/>
                  </a:lnTo>
                  <a:lnTo>
                    <a:pt x="666369" y="81543"/>
                  </a:lnTo>
                  <a:lnTo>
                    <a:pt x="669876" y="81858"/>
                  </a:lnTo>
                  <a:lnTo>
                    <a:pt x="673383" y="82173"/>
                  </a:lnTo>
                  <a:lnTo>
                    <a:pt x="676890" y="82486"/>
                  </a:lnTo>
                  <a:lnTo>
                    <a:pt x="680397" y="82798"/>
                  </a:lnTo>
                  <a:lnTo>
                    <a:pt x="683905" y="83109"/>
                  </a:lnTo>
                  <a:lnTo>
                    <a:pt x="687412" y="83419"/>
                  </a:lnTo>
                  <a:lnTo>
                    <a:pt x="690919" y="83728"/>
                  </a:lnTo>
                  <a:lnTo>
                    <a:pt x="694426" y="84036"/>
                  </a:lnTo>
                  <a:lnTo>
                    <a:pt x="697933" y="84343"/>
                  </a:lnTo>
                  <a:lnTo>
                    <a:pt x="701441" y="84648"/>
                  </a:lnTo>
                  <a:lnTo>
                    <a:pt x="704948" y="84953"/>
                  </a:lnTo>
                  <a:lnTo>
                    <a:pt x="708455" y="85257"/>
                  </a:lnTo>
                  <a:lnTo>
                    <a:pt x="711962" y="85559"/>
                  </a:lnTo>
                  <a:lnTo>
                    <a:pt x="715469" y="85861"/>
                  </a:lnTo>
                  <a:lnTo>
                    <a:pt x="718977" y="86161"/>
                  </a:lnTo>
                  <a:lnTo>
                    <a:pt x="722484" y="86460"/>
                  </a:lnTo>
                  <a:lnTo>
                    <a:pt x="725991" y="86759"/>
                  </a:lnTo>
                  <a:lnTo>
                    <a:pt x="729498" y="87056"/>
                  </a:lnTo>
                  <a:lnTo>
                    <a:pt x="733006" y="87352"/>
                  </a:lnTo>
                  <a:lnTo>
                    <a:pt x="736513" y="87647"/>
                  </a:lnTo>
                  <a:lnTo>
                    <a:pt x="740020" y="87941"/>
                  </a:lnTo>
                  <a:lnTo>
                    <a:pt x="743527" y="88234"/>
                  </a:lnTo>
                  <a:lnTo>
                    <a:pt x="747034" y="88527"/>
                  </a:lnTo>
                  <a:lnTo>
                    <a:pt x="750542" y="88818"/>
                  </a:lnTo>
                  <a:lnTo>
                    <a:pt x="754049" y="89108"/>
                  </a:lnTo>
                  <a:lnTo>
                    <a:pt x="757556" y="89396"/>
                  </a:lnTo>
                  <a:lnTo>
                    <a:pt x="761063" y="89684"/>
                  </a:lnTo>
                  <a:lnTo>
                    <a:pt x="764570" y="89971"/>
                  </a:lnTo>
                  <a:lnTo>
                    <a:pt x="768078" y="90257"/>
                  </a:lnTo>
                  <a:lnTo>
                    <a:pt x="771585" y="90542"/>
                  </a:lnTo>
                  <a:lnTo>
                    <a:pt x="775092" y="90826"/>
                  </a:lnTo>
                  <a:lnTo>
                    <a:pt x="778599" y="91109"/>
                  </a:lnTo>
                  <a:lnTo>
                    <a:pt x="782106" y="91391"/>
                  </a:lnTo>
                  <a:lnTo>
                    <a:pt x="785614" y="91671"/>
                  </a:lnTo>
                  <a:lnTo>
                    <a:pt x="789121" y="91951"/>
                  </a:lnTo>
                  <a:lnTo>
                    <a:pt x="792628" y="92230"/>
                  </a:lnTo>
                  <a:lnTo>
                    <a:pt x="796135" y="92508"/>
                  </a:lnTo>
                  <a:lnTo>
                    <a:pt x="799642" y="92785"/>
                  </a:lnTo>
                  <a:lnTo>
                    <a:pt x="803150" y="93061"/>
                  </a:lnTo>
                  <a:lnTo>
                    <a:pt x="806657" y="93335"/>
                  </a:lnTo>
                  <a:lnTo>
                    <a:pt x="810164" y="93609"/>
                  </a:lnTo>
                  <a:lnTo>
                    <a:pt x="813671" y="93882"/>
                  </a:lnTo>
                  <a:lnTo>
                    <a:pt x="817178" y="94154"/>
                  </a:lnTo>
                  <a:lnTo>
                    <a:pt x="820686" y="94425"/>
                  </a:lnTo>
                  <a:lnTo>
                    <a:pt x="824193" y="94695"/>
                  </a:lnTo>
                  <a:lnTo>
                    <a:pt x="827700" y="94964"/>
                  </a:lnTo>
                  <a:lnTo>
                    <a:pt x="831207" y="95232"/>
                  </a:lnTo>
                  <a:lnTo>
                    <a:pt x="834714" y="95499"/>
                  </a:lnTo>
                  <a:lnTo>
                    <a:pt x="838222" y="95765"/>
                  </a:lnTo>
                </a:path>
              </a:pathLst>
            </a:custGeom>
            <a:ln w="28456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648970" y="3225442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648970" y="3639043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5690881" y="4103646"/>
              <a:ext cx="838222" cy="258188"/>
            </a:xfrm>
            <a:custGeom>
              <a:avLst/>
              <a:pathLst>
                <a:path w="838222" h="258188">
                  <a:moveTo>
                    <a:pt x="0" y="0"/>
                  </a:moveTo>
                  <a:lnTo>
                    <a:pt x="3507" y="1735"/>
                  </a:lnTo>
                  <a:lnTo>
                    <a:pt x="7014" y="3464"/>
                  </a:lnTo>
                  <a:lnTo>
                    <a:pt x="10521" y="5165"/>
                  </a:lnTo>
                  <a:lnTo>
                    <a:pt x="14028" y="6709"/>
                  </a:lnTo>
                  <a:lnTo>
                    <a:pt x="17536" y="8451"/>
                  </a:lnTo>
                  <a:lnTo>
                    <a:pt x="21043" y="10070"/>
                  </a:lnTo>
                  <a:lnTo>
                    <a:pt x="24550" y="11634"/>
                  </a:lnTo>
                  <a:lnTo>
                    <a:pt x="28057" y="13171"/>
                  </a:lnTo>
                  <a:lnTo>
                    <a:pt x="31564" y="14700"/>
                  </a:lnTo>
                  <a:lnTo>
                    <a:pt x="35072" y="16502"/>
                  </a:lnTo>
                  <a:lnTo>
                    <a:pt x="38579" y="18251"/>
                  </a:lnTo>
                  <a:lnTo>
                    <a:pt x="42086" y="19882"/>
                  </a:lnTo>
                  <a:lnTo>
                    <a:pt x="45593" y="21549"/>
                  </a:lnTo>
                  <a:lnTo>
                    <a:pt x="49100" y="23184"/>
                  </a:lnTo>
                  <a:lnTo>
                    <a:pt x="52608" y="24747"/>
                  </a:lnTo>
                  <a:lnTo>
                    <a:pt x="56115" y="26137"/>
                  </a:lnTo>
                  <a:lnTo>
                    <a:pt x="59622" y="27602"/>
                  </a:lnTo>
                  <a:lnTo>
                    <a:pt x="63129" y="29076"/>
                  </a:lnTo>
                  <a:lnTo>
                    <a:pt x="66636" y="30442"/>
                  </a:lnTo>
                  <a:lnTo>
                    <a:pt x="70144" y="32042"/>
                  </a:lnTo>
                  <a:lnTo>
                    <a:pt x="73651" y="33753"/>
                  </a:lnTo>
                  <a:lnTo>
                    <a:pt x="77158" y="35266"/>
                  </a:lnTo>
                  <a:lnTo>
                    <a:pt x="80665" y="36483"/>
                  </a:lnTo>
                  <a:lnTo>
                    <a:pt x="84172" y="38004"/>
                  </a:lnTo>
                  <a:lnTo>
                    <a:pt x="87680" y="39382"/>
                  </a:lnTo>
                  <a:lnTo>
                    <a:pt x="91187" y="40684"/>
                  </a:lnTo>
                  <a:lnTo>
                    <a:pt x="94694" y="42113"/>
                  </a:lnTo>
                  <a:lnTo>
                    <a:pt x="98201" y="43468"/>
                  </a:lnTo>
                  <a:lnTo>
                    <a:pt x="101708" y="44768"/>
                  </a:lnTo>
                  <a:lnTo>
                    <a:pt x="105216" y="46070"/>
                  </a:lnTo>
                  <a:lnTo>
                    <a:pt x="108723" y="47578"/>
                  </a:lnTo>
                  <a:lnTo>
                    <a:pt x="112230" y="49130"/>
                  </a:lnTo>
                  <a:lnTo>
                    <a:pt x="115737" y="50673"/>
                  </a:lnTo>
                  <a:lnTo>
                    <a:pt x="119244" y="52043"/>
                  </a:lnTo>
                  <a:lnTo>
                    <a:pt x="122752" y="53453"/>
                  </a:lnTo>
                  <a:lnTo>
                    <a:pt x="126259" y="54846"/>
                  </a:lnTo>
                  <a:lnTo>
                    <a:pt x="129766" y="56613"/>
                  </a:lnTo>
                  <a:lnTo>
                    <a:pt x="133273" y="57740"/>
                  </a:lnTo>
                  <a:lnTo>
                    <a:pt x="136781" y="59013"/>
                  </a:lnTo>
                  <a:lnTo>
                    <a:pt x="140288" y="60229"/>
                  </a:lnTo>
                  <a:lnTo>
                    <a:pt x="143795" y="61851"/>
                  </a:lnTo>
                  <a:lnTo>
                    <a:pt x="147302" y="63469"/>
                  </a:lnTo>
                  <a:lnTo>
                    <a:pt x="150809" y="65151"/>
                  </a:lnTo>
                  <a:lnTo>
                    <a:pt x="154317" y="66906"/>
                  </a:lnTo>
                  <a:lnTo>
                    <a:pt x="157824" y="68287"/>
                  </a:lnTo>
                  <a:lnTo>
                    <a:pt x="161331" y="69567"/>
                  </a:lnTo>
                  <a:lnTo>
                    <a:pt x="164838" y="70700"/>
                  </a:lnTo>
                  <a:lnTo>
                    <a:pt x="168345" y="72049"/>
                  </a:lnTo>
                  <a:lnTo>
                    <a:pt x="171853" y="73196"/>
                  </a:lnTo>
                  <a:lnTo>
                    <a:pt x="175360" y="74045"/>
                  </a:lnTo>
                  <a:lnTo>
                    <a:pt x="178867" y="75154"/>
                  </a:lnTo>
                  <a:lnTo>
                    <a:pt x="182374" y="76527"/>
                  </a:lnTo>
                  <a:lnTo>
                    <a:pt x="185881" y="77984"/>
                  </a:lnTo>
                  <a:lnTo>
                    <a:pt x="189389" y="79366"/>
                  </a:lnTo>
                  <a:lnTo>
                    <a:pt x="192896" y="80549"/>
                  </a:lnTo>
                  <a:lnTo>
                    <a:pt x="196403" y="81542"/>
                  </a:lnTo>
                  <a:lnTo>
                    <a:pt x="199910" y="82920"/>
                  </a:lnTo>
                  <a:lnTo>
                    <a:pt x="203417" y="84191"/>
                  </a:lnTo>
                  <a:lnTo>
                    <a:pt x="206925" y="85325"/>
                  </a:lnTo>
                  <a:lnTo>
                    <a:pt x="210432" y="86478"/>
                  </a:lnTo>
                  <a:lnTo>
                    <a:pt x="213939" y="87414"/>
                  </a:lnTo>
                  <a:lnTo>
                    <a:pt x="217446" y="88450"/>
                  </a:lnTo>
                  <a:lnTo>
                    <a:pt x="220953" y="89343"/>
                  </a:lnTo>
                  <a:lnTo>
                    <a:pt x="224461" y="90257"/>
                  </a:lnTo>
                  <a:lnTo>
                    <a:pt x="227968" y="91176"/>
                  </a:lnTo>
                  <a:lnTo>
                    <a:pt x="231475" y="92156"/>
                  </a:lnTo>
                  <a:lnTo>
                    <a:pt x="234982" y="93111"/>
                  </a:lnTo>
                  <a:lnTo>
                    <a:pt x="238489" y="93904"/>
                  </a:lnTo>
                  <a:lnTo>
                    <a:pt x="241997" y="94736"/>
                  </a:lnTo>
                  <a:lnTo>
                    <a:pt x="245504" y="95583"/>
                  </a:lnTo>
                  <a:lnTo>
                    <a:pt x="249011" y="96303"/>
                  </a:lnTo>
                  <a:lnTo>
                    <a:pt x="252518" y="97259"/>
                  </a:lnTo>
                  <a:lnTo>
                    <a:pt x="256026" y="98052"/>
                  </a:lnTo>
                  <a:lnTo>
                    <a:pt x="259533" y="98801"/>
                  </a:lnTo>
                  <a:lnTo>
                    <a:pt x="263040" y="99555"/>
                  </a:lnTo>
                  <a:lnTo>
                    <a:pt x="266547" y="100041"/>
                  </a:lnTo>
                  <a:lnTo>
                    <a:pt x="270054" y="100595"/>
                  </a:lnTo>
                  <a:lnTo>
                    <a:pt x="273562" y="101054"/>
                  </a:lnTo>
                  <a:lnTo>
                    <a:pt x="277069" y="101704"/>
                  </a:lnTo>
                  <a:lnTo>
                    <a:pt x="280576" y="102111"/>
                  </a:lnTo>
                  <a:lnTo>
                    <a:pt x="284083" y="102880"/>
                  </a:lnTo>
                  <a:lnTo>
                    <a:pt x="287590" y="103478"/>
                  </a:lnTo>
                  <a:lnTo>
                    <a:pt x="291098" y="103671"/>
                  </a:lnTo>
                  <a:lnTo>
                    <a:pt x="294605" y="103929"/>
                  </a:lnTo>
                  <a:lnTo>
                    <a:pt x="298112" y="104081"/>
                  </a:lnTo>
                  <a:lnTo>
                    <a:pt x="301619" y="104401"/>
                  </a:lnTo>
                  <a:lnTo>
                    <a:pt x="305126" y="104554"/>
                  </a:lnTo>
                  <a:lnTo>
                    <a:pt x="308634" y="104664"/>
                  </a:lnTo>
                  <a:lnTo>
                    <a:pt x="312141" y="104699"/>
                  </a:lnTo>
                  <a:lnTo>
                    <a:pt x="315648" y="104790"/>
                  </a:lnTo>
                  <a:lnTo>
                    <a:pt x="319155" y="105015"/>
                  </a:lnTo>
                  <a:lnTo>
                    <a:pt x="322662" y="105041"/>
                  </a:lnTo>
                  <a:lnTo>
                    <a:pt x="326170" y="105285"/>
                  </a:lnTo>
                  <a:lnTo>
                    <a:pt x="329677" y="105378"/>
                  </a:lnTo>
                  <a:lnTo>
                    <a:pt x="333184" y="105461"/>
                  </a:lnTo>
                  <a:lnTo>
                    <a:pt x="336691" y="105658"/>
                  </a:lnTo>
                  <a:lnTo>
                    <a:pt x="340198" y="105726"/>
                  </a:lnTo>
                  <a:lnTo>
                    <a:pt x="343706" y="105865"/>
                  </a:lnTo>
                  <a:lnTo>
                    <a:pt x="347213" y="105806"/>
                  </a:lnTo>
                  <a:lnTo>
                    <a:pt x="350720" y="106085"/>
                  </a:lnTo>
                  <a:lnTo>
                    <a:pt x="354227" y="105900"/>
                  </a:lnTo>
                  <a:lnTo>
                    <a:pt x="357734" y="105973"/>
                  </a:lnTo>
                  <a:lnTo>
                    <a:pt x="361242" y="105794"/>
                  </a:lnTo>
                  <a:lnTo>
                    <a:pt x="364749" y="105604"/>
                  </a:lnTo>
                  <a:lnTo>
                    <a:pt x="368256" y="105430"/>
                  </a:lnTo>
                  <a:lnTo>
                    <a:pt x="371763" y="105217"/>
                  </a:lnTo>
                  <a:lnTo>
                    <a:pt x="375271" y="105112"/>
                  </a:lnTo>
                  <a:lnTo>
                    <a:pt x="378778" y="105016"/>
                  </a:lnTo>
                  <a:lnTo>
                    <a:pt x="382285" y="104886"/>
                  </a:lnTo>
                  <a:lnTo>
                    <a:pt x="385792" y="104685"/>
                  </a:lnTo>
                  <a:lnTo>
                    <a:pt x="389299" y="104630"/>
                  </a:lnTo>
                  <a:lnTo>
                    <a:pt x="392807" y="104422"/>
                  </a:lnTo>
                  <a:lnTo>
                    <a:pt x="396314" y="104322"/>
                  </a:lnTo>
                  <a:lnTo>
                    <a:pt x="399821" y="104208"/>
                  </a:lnTo>
                  <a:lnTo>
                    <a:pt x="403328" y="104107"/>
                  </a:lnTo>
                  <a:lnTo>
                    <a:pt x="406835" y="103921"/>
                  </a:lnTo>
                  <a:lnTo>
                    <a:pt x="410343" y="103414"/>
                  </a:lnTo>
                  <a:lnTo>
                    <a:pt x="413850" y="103316"/>
                  </a:lnTo>
                  <a:lnTo>
                    <a:pt x="417357" y="103250"/>
                  </a:lnTo>
                  <a:lnTo>
                    <a:pt x="420864" y="102935"/>
                  </a:lnTo>
                  <a:lnTo>
                    <a:pt x="424371" y="102703"/>
                  </a:lnTo>
                  <a:lnTo>
                    <a:pt x="427879" y="102313"/>
                  </a:lnTo>
                  <a:lnTo>
                    <a:pt x="431386" y="102101"/>
                  </a:lnTo>
                  <a:lnTo>
                    <a:pt x="434893" y="102040"/>
                  </a:lnTo>
                  <a:lnTo>
                    <a:pt x="438400" y="101758"/>
                  </a:lnTo>
                  <a:lnTo>
                    <a:pt x="441907" y="101310"/>
                  </a:lnTo>
                  <a:lnTo>
                    <a:pt x="445415" y="100990"/>
                  </a:lnTo>
                  <a:lnTo>
                    <a:pt x="448922" y="100835"/>
                  </a:lnTo>
                  <a:lnTo>
                    <a:pt x="452429" y="100669"/>
                  </a:lnTo>
                  <a:lnTo>
                    <a:pt x="455936" y="100490"/>
                  </a:lnTo>
                  <a:lnTo>
                    <a:pt x="459443" y="100324"/>
                  </a:lnTo>
                  <a:lnTo>
                    <a:pt x="462951" y="100127"/>
                  </a:lnTo>
                  <a:lnTo>
                    <a:pt x="466458" y="99927"/>
                  </a:lnTo>
                  <a:lnTo>
                    <a:pt x="469965" y="99732"/>
                  </a:lnTo>
                  <a:lnTo>
                    <a:pt x="473472" y="99537"/>
                  </a:lnTo>
                  <a:lnTo>
                    <a:pt x="476979" y="99342"/>
                  </a:lnTo>
                  <a:lnTo>
                    <a:pt x="480487" y="99201"/>
                  </a:lnTo>
                  <a:lnTo>
                    <a:pt x="483994" y="98946"/>
                  </a:lnTo>
                  <a:lnTo>
                    <a:pt x="487501" y="98632"/>
                  </a:lnTo>
                  <a:lnTo>
                    <a:pt x="491008" y="98310"/>
                  </a:lnTo>
                  <a:lnTo>
                    <a:pt x="494516" y="97990"/>
                  </a:lnTo>
                  <a:lnTo>
                    <a:pt x="498023" y="97685"/>
                  </a:lnTo>
                  <a:lnTo>
                    <a:pt x="501530" y="97355"/>
                  </a:lnTo>
                  <a:lnTo>
                    <a:pt x="505037" y="97035"/>
                  </a:lnTo>
                  <a:lnTo>
                    <a:pt x="508544" y="96970"/>
                  </a:lnTo>
                  <a:lnTo>
                    <a:pt x="512052" y="96440"/>
                  </a:lnTo>
                  <a:lnTo>
                    <a:pt x="515559" y="96066"/>
                  </a:lnTo>
                  <a:lnTo>
                    <a:pt x="519066" y="95685"/>
                  </a:lnTo>
                  <a:lnTo>
                    <a:pt x="522573" y="95179"/>
                  </a:lnTo>
                  <a:lnTo>
                    <a:pt x="526080" y="94854"/>
                  </a:lnTo>
                  <a:lnTo>
                    <a:pt x="529588" y="94534"/>
                  </a:lnTo>
                  <a:lnTo>
                    <a:pt x="533095" y="94291"/>
                  </a:lnTo>
                  <a:lnTo>
                    <a:pt x="536602" y="94123"/>
                  </a:lnTo>
                  <a:lnTo>
                    <a:pt x="540109" y="93807"/>
                  </a:lnTo>
                  <a:lnTo>
                    <a:pt x="543616" y="93484"/>
                  </a:lnTo>
                  <a:lnTo>
                    <a:pt x="547124" y="93162"/>
                  </a:lnTo>
                  <a:lnTo>
                    <a:pt x="550631" y="92863"/>
                  </a:lnTo>
                  <a:lnTo>
                    <a:pt x="554138" y="92644"/>
                  </a:lnTo>
                  <a:lnTo>
                    <a:pt x="557645" y="92333"/>
                  </a:lnTo>
                  <a:lnTo>
                    <a:pt x="561152" y="91913"/>
                  </a:lnTo>
                  <a:lnTo>
                    <a:pt x="564660" y="91625"/>
                  </a:lnTo>
                  <a:lnTo>
                    <a:pt x="568167" y="91268"/>
                  </a:lnTo>
                  <a:lnTo>
                    <a:pt x="571674" y="90910"/>
                  </a:lnTo>
                  <a:lnTo>
                    <a:pt x="575181" y="90558"/>
                  </a:lnTo>
                  <a:lnTo>
                    <a:pt x="578688" y="90216"/>
                  </a:lnTo>
                  <a:lnTo>
                    <a:pt x="582196" y="89830"/>
                  </a:lnTo>
                  <a:lnTo>
                    <a:pt x="585703" y="89474"/>
                  </a:lnTo>
                  <a:lnTo>
                    <a:pt x="589210" y="89111"/>
                  </a:lnTo>
                  <a:lnTo>
                    <a:pt x="592717" y="88750"/>
                  </a:lnTo>
                  <a:lnTo>
                    <a:pt x="596224" y="88389"/>
                  </a:lnTo>
                  <a:lnTo>
                    <a:pt x="599732" y="88030"/>
                  </a:lnTo>
                  <a:lnTo>
                    <a:pt x="603239" y="87774"/>
                  </a:lnTo>
                  <a:lnTo>
                    <a:pt x="606746" y="87538"/>
                  </a:lnTo>
                  <a:lnTo>
                    <a:pt x="610253" y="87264"/>
                  </a:lnTo>
                  <a:lnTo>
                    <a:pt x="613761" y="86934"/>
                  </a:lnTo>
                  <a:lnTo>
                    <a:pt x="617268" y="86604"/>
                  </a:lnTo>
                  <a:lnTo>
                    <a:pt x="620775" y="86280"/>
                  </a:lnTo>
                  <a:lnTo>
                    <a:pt x="624282" y="85995"/>
                  </a:lnTo>
                  <a:lnTo>
                    <a:pt x="627789" y="85656"/>
                  </a:lnTo>
                  <a:lnTo>
                    <a:pt x="631297" y="85317"/>
                  </a:lnTo>
                  <a:lnTo>
                    <a:pt x="634804" y="84977"/>
                  </a:lnTo>
                  <a:lnTo>
                    <a:pt x="638311" y="84638"/>
                  </a:lnTo>
                  <a:lnTo>
                    <a:pt x="641818" y="84298"/>
                  </a:lnTo>
                  <a:lnTo>
                    <a:pt x="645325" y="83957"/>
                  </a:lnTo>
                  <a:lnTo>
                    <a:pt x="648833" y="83622"/>
                  </a:lnTo>
                  <a:lnTo>
                    <a:pt x="652340" y="83288"/>
                  </a:lnTo>
                  <a:lnTo>
                    <a:pt x="655847" y="83087"/>
                  </a:lnTo>
                  <a:lnTo>
                    <a:pt x="659354" y="83036"/>
                  </a:lnTo>
                  <a:lnTo>
                    <a:pt x="662861" y="82986"/>
                  </a:lnTo>
                  <a:lnTo>
                    <a:pt x="666369" y="82736"/>
                  </a:lnTo>
                  <a:lnTo>
                    <a:pt x="669876" y="82307"/>
                  </a:lnTo>
                  <a:lnTo>
                    <a:pt x="673383" y="81878"/>
                  </a:lnTo>
                  <a:lnTo>
                    <a:pt x="676890" y="81408"/>
                  </a:lnTo>
                  <a:lnTo>
                    <a:pt x="680397" y="80857"/>
                  </a:lnTo>
                  <a:lnTo>
                    <a:pt x="683905" y="80306"/>
                  </a:lnTo>
                  <a:lnTo>
                    <a:pt x="687412" y="79968"/>
                  </a:lnTo>
                  <a:lnTo>
                    <a:pt x="690919" y="79673"/>
                  </a:lnTo>
                  <a:lnTo>
                    <a:pt x="694426" y="79290"/>
                  </a:lnTo>
                  <a:lnTo>
                    <a:pt x="697933" y="78966"/>
                  </a:lnTo>
                  <a:lnTo>
                    <a:pt x="701441" y="78703"/>
                  </a:lnTo>
                  <a:lnTo>
                    <a:pt x="704948" y="78440"/>
                  </a:lnTo>
                  <a:lnTo>
                    <a:pt x="708455" y="78087"/>
                  </a:lnTo>
                  <a:lnTo>
                    <a:pt x="711962" y="77639"/>
                  </a:lnTo>
                  <a:lnTo>
                    <a:pt x="715469" y="77271"/>
                  </a:lnTo>
                  <a:lnTo>
                    <a:pt x="718977" y="76888"/>
                  </a:lnTo>
                  <a:lnTo>
                    <a:pt x="722484" y="76546"/>
                  </a:lnTo>
                  <a:lnTo>
                    <a:pt x="725991" y="76204"/>
                  </a:lnTo>
                  <a:lnTo>
                    <a:pt x="729498" y="75863"/>
                  </a:lnTo>
                  <a:lnTo>
                    <a:pt x="733006" y="75433"/>
                  </a:lnTo>
                  <a:lnTo>
                    <a:pt x="736513" y="75006"/>
                  </a:lnTo>
                  <a:lnTo>
                    <a:pt x="740020" y="74656"/>
                  </a:lnTo>
                  <a:lnTo>
                    <a:pt x="743527" y="74274"/>
                  </a:lnTo>
                  <a:lnTo>
                    <a:pt x="747034" y="73849"/>
                  </a:lnTo>
                  <a:lnTo>
                    <a:pt x="750542" y="73423"/>
                  </a:lnTo>
                  <a:lnTo>
                    <a:pt x="754049" y="72995"/>
                  </a:lnTo>
                  <a:lnTo>
                    <a:pt x="757556" y="72702"/>
                  </a:lnTo>
                  <a:lnTo>
                    <a:pt x="761063" y="72401"/>
                  </a:lnTo>
                  <a:lnTo>
                    <a:pt x="764570" y="72058"/>
                  </a:lnTo>
                  <a:lnTo>
                    <a:pt x="768078" y="71715"/>
                  </a:lnTo>
                  <a:lnTo>
                    <a:pt x="771585" y="71412"/>
                  </a:lnTo>
                  <a:lnTo>
                    <a:pt x="775092" y="71141"/>
                  </a:lnTo>
                  <a:lnTo>
                    <a:pt x="778599" y="70809"/>
                  </a:lnTo>
                  <a:lnTo>
                    <a:pt x="782106" y="70458"/>
                  </a:lnTo>
                  <a:lnTo>
                    <a:pt x="785614" y="70084"/>
                  </a:lnTo>
                  <a:lnTo>
                    <a:pt x="789121" y="69704"/>
                  </a:lnTo>
                  <a:lnTo>
                    <a:pt x="792628" y="69330"/>
                  </a:lnTo>
                  <a:lnTo>
                    <a:pt x="796135" y="68949"/>
                  </a:lnTo>
                  <a:lnTo>
                    <a:pt x="799642" y="68602"/>
                  </a:lnTo>
                  <a:lnTo>
                    <a:pt x="803150" y="68180"/>
                  </a:lnTo>
                  <a:lnTo>
                    <a:pt x="806657" y="67794"/>
                  </a:lnTo>
                  <a:lnTo>
                    <a:pt x="810164" y="67410"/>
                  </a:lnTo>
                  <a:lnTo>
                    <a:pt x="813671" y="67026"/>
                  </a:lnTo>
                  <a:lnTo>
                    <a:pt x="817178" y="66644"/>
                  </a:lnTo>
                  <a:lnTo>
                    <a:pt x="820686" y="66263"/>
                  </a:lnTo>
                  <a:lnTo>
                    <a:pt x="824193" y="65882"/>
                  </a:lnTo>
                  <a:lnTo>
                    <a:pt x="827700" y="65581"/>
                  </a:lnTo>
                  <a:lnTo>
                    <a:pt x="831207" y="65297"/>
                  </a:lnTo>
                  <a:lnTo>
                    <a:pt x="834714" y="64919"/>
                  </a:lnTo>
                  <a:lnTo>
                    <a:pt x="838222" y="64520"/>
                  </a:lnTo>
                  <a:lnTo>
                    <a:pt x="838222" y="258188"/>
                  </a:lnTo>
                  <a:lnTo>
                    <a:pt x="834714" y="257687"/>
                  </a:lnTo>
                  <a:lnTo>
                    <a:pt x="831207" y="257183"/>
                  </a:lnTo>
                  <a:lnTo>
                    <a:pt x="827700" y="256675"/>
                  </a:lnTo>
                  <a:lnTo>
                    <a:pt x="824193" y="256165"/>
                  </a:lnTo>
                  <a:lnTo>
                    <a:pt x="820686" y="255671"/>
                  </a:lnTo>
                  <a:lnTo>
                    <a:pt x="817178" y="255178"/>
                  </a:lnTo>
                  <a:lnTo>
                    <a:pt x="813671" y="254664"/>
                  </a:lnTo>
                  <a:lnTo>
                    <a:pt x="810164" y="254105"/>
                  </a:lnTo>
                  <a:lnTo>
                    <a:pt x="806657" y="253565"/>
                  </a:lnTo>
                  <a:lnTo>
                    <a:pt x="803150" y="253035"/>
                  </a:lnTo>
                  <a:lnTo>
                    <a:pt x="799642" y="252462"/>
                  </a:lnTo>
                  <a:lnTo>
                    <a:pt x="796135" y="251893"/>
                  </a:lnTo>
                  <a:lnTo>
                    <a:pt x="792628" y="251374"/>
                  </a:lnTo>
                  <a:lnTo>
                    <a:pt x="789121" y="250820"/>
                  </a:lnTo>
                  <a:lnTo>
                    <a:pt x="785614" y="250235"/>
                  </a:lnTo>
                  <a:lnTo>
                    <a:pt x="782106" y="249658"/>
                  </a:lnTo>
                  <a:lnTo>
                    <a:pt x="778599" y="249106"/>
                  </a:lnTo>
                  <a:lnTo>
                    <a:pt x="775092" y="248551"/>
                  </a:lnTo>
                  <a:lnTo>
                    <a:pt x="771585" y="247991"/>
                  </a:lnTo>
                  <a:lnTo>
                    <a:pt x="768078" y="247428"/>
                  </a:lnTo>
                  <a:lnTo>
                    <a:pt x="764570" y="246861"/>
                  </a:lnTo>
                  <a:lnTo>
                    <a:pt x="761063" y="246280"/>
                  </a:lnTo>
                  <a:lnTo>
                    <a:pt x="757556" y="245713"/>
                  </a:lnTo>
                  <a:lnTo>
                    <a:pt x="754049" y="245143"/>
                  </a:lnTo>
                  <a:lnTo>
                    <a:pt x="750542" y="244566"/>
                  </a:lnTo>
                  <a:lnTo>
                    <a:pt x="747034" y="243984"/>
                  </a:lnTo>
                  <a:lnTo>
                    <a:pt x="743527" y="243398"/>
                  </a:lnTo>
                  <a:lnTo>
                    <a:pt x="740020" y="242809"/>
                  </a:lnTo>
                  <a:lnTo>
                    <a:pt x="736513" y="242216"/>
                  </a:lnTo>
                  <a:lnTo>
                    <a:pt x="733006" y="241633"/>
                  </a:lnTo>
                  <a:lnTo>
                    <a:pt x="729498" y="241056"/>
                  </a:lnTo>
                  <a:lnTo>
                    <a:pt x="725991" y="240459"/>
                  </a:lnTo>
                  <a:lnTo>
                    <a:pt x="722484" y="239857"/>
                  </a:lnTo>
                  <a:lnTo>
                    <a:pt x="718977" y="239293"/>
                  </a:lnTo>
                  <a:lnTo>
                    <a:pt x="715469" y="238710"/>
                  </a:lnTo>
                  <a:lnTo>
                    <a:pt x="711962" y="238091"/>
                  </a:lnTo>
                  <a:lnTo>
                    <a:pt x="708455" y="237468"/>
                  </a:lnTo>
                  <a:lnTo>
                    <a:pt x="704948" y="236812"/>
                  </a:lnTo>
                  <a:lnTo>
                    <a:pt x="701441" y="236176"/>
                  </a:lnTo>
                  <a:lnTo>
                    <a:pt x="697933" y="235550"/>
                  </a:lnTo>
                  <a:lnTo>
                    <a:pt x="694426" y="234920"/>
                  </a:lnTo>
                  <a:lnTo>
                    <a:pt x="690919" y="234287"/>
                  </a:lnTo>
                  <a:lnTo>
                    <a:pt x="687412" y="233590"/>
                  </a:lnTo>
                  <a:lnTo>
                    <a:pt x="683905" y="232901"/>
                  </a:lnTo>
                  <a:lnTo>
                    <a:pt x="680397" y="232251"/>
                  </a:lnTo>
                  <a:lnTo>
                    <a:pt x="676890" y="231597"/>
                  </a:lnTo>
                  <a:lnTo>
                    <a:pt x="673383" y="230940"/>
                  </a:lnTo>
                  <a:lnTo>
                    <a:pt x="669876" y="230278"/>
                  </a:lnTo>
                  <a:lnTo>
                    <a:pt x="666369" y="229612"/>
                  </a:lnTo>
                  <a:lnTo>
                    <a:pt x="662861" y="228942"/>
                  </a:lnTo>
                  <a:lnTo>
                    <a:pt x="659354" y="228198"/>
                  </a:lnTo>
                  <a:lnTo>
                    <a:pt x="655847" y="227568"/>
                  </a:lnTo>
                  <a:lnTo>
                    <a:pt x="652340" y="226914"/>
                  </a:lnTo>
                  <a:lnTo>
                    <a:pt x="648833" y="226224"/>
                  </a:lnTo>
                  <a:lnTo>
                    <a:pt x="645325" y="225427"/>
                  </a:lnTo>
                  <a:lnTo>
                    <a:pt x="641818" y="224625"/>
                  </a:lnTo>
                  <a:lnTo>
                    <a:pt x="638311" y="223817"/>
                  </a:lnTo>
                  <a:lnTo>
                    <a:pt x="634804" y="223089"/>
                  </a:lnTo>
                  <a:lnTo>
                    <a:pt x="631297" y="222374"/>
                  </a:lnTo>
                  <a:lnTo>
                    <a:pt x="627789" y="221596"/>
                  </a:lnTo>
                  <a:lnTo>
                    <a:pt x="624282" y="220818"/>
                  </a:lnTo>
                  <a:lnTo>
                    <a:pt x="620775" y="220108"/>
                  </a:lnTo>
                  <a:lnTo>
                    <a:pt x="617268" y="219371"/>
                  </a:lnTo>
                  <a:lnTo>
                    <a:pt x="613761" y="218676"/>
                  </a:lnTo>
                  <a:lnTo>
                    <a:pt x="610253" y="217963"/>
                  </a:lnTo>
                  <a:lnTo>
                    <a:pt x="606746" y="217240"/>
                  </a:lnTo>
                  <a:lnTo>
                    <a:pt x="603239" y="216513"/>
                  </a:lnTo>
                  <a:lnTo>
                    <a:pt x="599732" y="215755"/>
                  </a:lnTo>
                  <a:lnTo>
                    <a:pt x="596224" y="214856"/>
                  </a:lnTo>
                  <a:lnTo>
                    <a:pt x="592717" y="213876"/>
                  </a:lnTo>
                  <a:lnTo>
                    <a:pt x="589210" y="212946"/>
                  </a:lnTo>
                  <a:lnTo>
                    <a:pt x="585703" y="212213"/>
                  </a:lnTo>
                  <a:lnTo>
                    <a:pt x="582196" y="211481"/>
                  </a:lnTo>
                  <a:lnTo>
                    <a:pt x="578688" y="210690"/>
                  </a:lnTo>
                  <a:lnTo>
                    <a:pt x="575181" y="209792"/>
                  </a:lnTo>
                  <a:lnTo>
                    <a:pt x="571674" y="208889"/>
                  </a:lnTo>
                  <a:lnTo>
                    <a:pt x="568167" y="208038"/>
                  </a:lnTo>
                  <a:lnTo>
                    <a:pt x="564660" y="207228"/>
                  </a:lnTo>
                  <a:lnTo>
                    <a:pt x="561152" y="206414"/>
                  </a:lnTo>
                  <a:lnTo>
                    <a:pt x="557645" y="205648"/>
                  </a:lnTo>
                  <a:lnTo>
                    <a:pt x="554138" y="204845"/>
                  </a:lnTo>
                  <a:lnTo>
                    <a:pt x="550631" y="204112"/>
                  </a:lnTo>
                  <a:lnTo>
                    <a:pt x="547124" y="203182"/>
                  </a:lnTo>
                  <a:lnTo>
                    <a:pt x="543616" y="202408"/>
                  </a:lnTo>
                  <a:lnTo>
                    <a:pt x="540109" y="201603"/>
                  </a:lnTo>
                  <a:lnTo>
                    <a:pt x="536602" y="200841"/>
                  </a:lnTo>
                  <a:lnTo>
                    <a:pt x="533095" y="199865"/>
                  </a:lnTo>
                  <a:lnTo>
                    <a:pt x="529588" y="199102"/>
                  </a:lnTo>
                  <a:lnTo>
                    <a:pt x="526080" y="198263"/>
                  </a:lnTo>
                  <a:lnTo>
                    <a:pt x="522573" y="197444"/>
                  </a:lnTo>
                  <a:lnTo>
                    <a:pt x="519066" y="196566"/>
                  </a:lnTo>
                  <a:lnTo>
                    <a:pt x="515559" y="195808"/>
                  </a:lnTo>
                  <a:lnTo>
                    <a:pt x="512052" y="194962"/>
                  </a:lnTo>
                  <a:lnTo>
                    <a:pt x="508544" y="194218"/>
                  </a:lnTo>
                  <a:lnTo>
                    <a:pt x="505037" y="193382"/>
                  </a:lnTo>
                  <a:lnTo>
                    <a:pt x="501530" y="192627"/>
                  </a:lnTo>
                  <a:lnTo>
                    <a:pt x="498023" y="191868"/>
                  </a:lnTo>
                  <a:lnTo>
                    <a:pt x="494516" y="191106"/>
                  </a:lnTo>
                  <a:lnTo>
                    <a:pt x="491008" y="190233"/>
                  </a:lnTo>
                  <a:lnTo>
                    <a:pt x="487501" y="189215"/>
                  </a:lnTo>
                  <a:lnTo>
                    <a:pt x="483994" y="188416"/>
                  </a:lnTo>
                  <a:lnTo>
                    <a:pt x="480487" y="187614"/>
                  </a:lnTo>
                  <a:lnTo>
                    <a:pt x="476979" y="186626"/>
                  </a:lnTo>
                  <a:lnTo>
                    <a:pt x="473472" y="185810"/>
                  </a:lnTo>
                  <a:lnTo>
                    <a:pt x="469965" y="184841"/>
                  </a:lnTo>
                  <a:lnTo>
                    <a:pt x="466458" y="183780"/>
                  </a:lnTo>
                  <a:lnTo>
                    <a:pt x="462951" y="182720"/>
                  </a:lnTo>
                  <a:lnTo>
                    <a:pt x="459443" y="181744"/>
                  </a:lnTo>
                  <a:lnTo>
                    <a:pt x="455936" y="180936"/>
                  </a:lnTo>
                  <a:lnTo>
                    <a:pt x="452429" y="180150"/>
                  </a:lnTo>
                  <a:lnTo>
                    <a:pt x="448922" y="179207"/>
                  </a:lnTo>
                  <a:lnTo>
                    <a:pt x="445415" y="178261"/>
                  </a:lnTo>
                  <a:lnTo>
                    <a:pt x="441907" y="177374"/>
                  </a:lnTo>
                  <a:lnTo>
                    <a:pt x="438400" y="176488"/>
                  </a:lnTo>
                  <a:lnTo>
                    <a:pt x="434893" y="175536"/>
                  </a:lnTo>
                  <a:lnTo>
                    <a:pt x="431386" y="174704"/>
                  </a:lnTo>
                  <a:lnTo>
                    <a:pt x="427879" y="173808"/>
                  </a:lnTo>
                  <a:lnTo>
                    <a:pt x="424371" y="172906"/>
                  </a:lnTo>
                  <a:lnTo>
                    <a:pt x="420864" y="171904"/>
                  </a:lnTo>
                  <a:lnTo>
                    <a:pt x="417357" y="170862"/>
                  </a:lnTo>
                  <a:lnTo>
                    <a:pt x="413850" y="170002"/>
                  </a:lnTo>
                  <a:lnTo>
                    <a:pt x="410343" y="168972"/>
                  </a:lnTo>
                  <a:lnTo>
                    <a:pt x="406835" y="168083"/>
                  </a:lnTo>
                  <a:lnTo>
                    <a:pt x="403328" y="167129"/>
                  </a:lnTo>
                  <a:lnTo>
                    <a:pt x="399821" y="166152"/>
                  </a:lnTo>
                  <a:lnTo>
                    <a:pt x="396314" y="165229"/>
                  </a:lnTo>
                  <a:lnTo>
                    <a:pt x="392807" y="164323"/>
                  </a:lnTo>
                  <a:lnTo>
                    <a:pt x="389299" y="163389"/>
                  </a:lnTo>
                  <a:lnTo>
                    <a:pt x="385792" y="162456"/>
                  </a:lnTo>
                  <a:lnTo>
                    <a:pt x="382285" y="161520"/>
                  </a:lnTo>
                  <a:lnTo>
                    <a:pt x="378778" y="160552"/>
                  </a:lnTo>
                  <a:lnTo>
                    <a:pt x="375271" y="159636"/>
                  </a:lnTo>
                  <a:lnTo>
                    <a:pt x="371763" y="158832"/>
                  </a:lnTo>
                  <a:lnTo>
                    <a:pt x="368256" y="157929"/>
                  </a:lnTo>
                  <a:lnTo>
                    <a:pt x="364749" y="157064"/>
                  </a:lnTo>
                  <a:lnTo>
                    <a:pt x="361242" y="156050"/>
                  </a:lnTo>
                  <a:lnTo>
                    <a:pt x="357734" y="155127"/>
                  </a:lnTo>
                  <a:lnTo>
                    <a:pt x="354227" y="154141"/>
                  </a:lnTo>
                  <a:lnTo>
                    <a:pt x="350720" y="153395"/>
                  </a:lnTo>
                  <a:lnTo>
                    <a:pt x="347213" y="152615"/>
                  </a:lnTo>
                  <a:lnTo>
                    <a:pt x="343706" y="151709"/>
                  </a:lnTo>
                  <a:lnTo>
                    <a:pt x="340198" y="150648"/>
                  </a:lnTo>
                  <a:lnTo>
                    <a:pt x="336691" y="150024"/>
                  </a:lnTo>
                  <a:lnTo>
                    <a:pt x="333184" y="149156"/>
                  </a:lnTo>
                  <a:lnTo>
                    <a:pt x="329677" y="148381"/>
                  </a:lnTo>
                  <a:lnTo>
                    <a:pt x="326170" y="147691"/>
                  </a:lnTo>
                  <a:lnTo>
                    <a:pt x="322662" y="146975"/>
                  </a:lnTo>
                  <a:lnTo>
                    <a:pt x="319155" y="146264"/>
                  </a:lnTo>
                  <a:lnTo>
                    <a:pt x="315648" y="145604"/>
                  </a:lnTo>
                  <a:lnTo>
                    <a:pt x="312141" y="145001"/>
                  </a:lnTo>
                  <a:lnTo>
                    <a:pt x="308634" y="144230"/>
                  </a:lnTo>
                  <a:lnTo>
                    <a:pt x="305126" y="143509"/>
                  </a:lnTo>
                  <a:lnTo>
                    <a:pt x="301619" y="142840"/>
                  </a:lnTo>
                  <a:lnTo>
                    <a:pt x="298112" y="142176"/>
                  </a:lnTo>
                  <a:lnTo>
                    <a:pt x="294605" y="141596"/>
                  </a:lnTo>
                  <a:lnTo>
                    <a:pt x="291098" y="141073"/>
                  </a:lnTo>
                  <a:lnTo>
                    <a:pt x="287590" y="140529"/>
                  </a:lnTo>
                  <a:lnTo>
                    <a:pt x="284083" y="140002"/>
                  </a:lnTo>
                  <a:lnTo>
                    <a:pt x="280576" y="139620"/>
                  </a:lnTo>
                  <a:lnTo>
                    <a:pt x="277069" y="139341"/>
                  </a:lnTo>
                  <a:lnTo>
                    <a:pt x="273562" y="139219"/>
                  </a:lnTo>
                  <a:lnTo>
                    <a:pt x="270054" y="138788"/>
                  </a:lnTo>
                  <a:lnTo>
                    <a:pt x="266547" y="138229"/>
                  </a:lnTo>
                  <a:lnTo>
                    <a:pt x="263040" y="137706"/>
                  </a:lnTo>
                  <a:lnTo>
                    <a:pt x="259533" y="137292"/>
                  </a:lnTo>
                  <a:lnTo>
                    <a:pt x="256026" y="137197"/>
                  </a:lnTo>
                  <a:lnTo>
                    <a:pt x="252518" y="137077"/>
                  </a:lnTo>
                  <a:lnTo>
                    <a:pt x="249011" y="136800"/>
                  </a:lnTo>
                  <a:lnTo>
                    <a:pt x="245504" y="136758"/>
                  </a:lnTo>
                  <a:lnTo>
                    <a:pt x="241997" y="136770"/>
                  </a:lnTo>
                  <a:lnTo>
                    <a:pt x="238489" y="136738"/>
                  </a:lnTo>
                  <a:lnTo>
                    <a:pt x="234982" y="136522"/>
                  </a:lnTo>
                  <a:lnTo>
                    <a:pt x="231475" y="136543"/>
                  </a:lnTo>
                  <a:lnTo>
                    <a:pt x="227968" y="136455"/>
                  </a:lnTo>
                  <a:lnTo>
                    <a:pt x="224461" y="136562"/>
                  </a:lnTo>
                  <a:lnTo>
                    <a:pt x="220953" y="136547"/>
                  </a:lnTo>
                  <a:lnTo>
                    <a:pt x="217446" y="136365"/>
                  </a:lnTo>
                  <a:lnTo>
                    <a:pt x="213939" y="136458"/>
                  </a:lnTo>
                  <a:lnTo>
                    <a:pt x="210432" y="136616"/>
                  </a:lnTo>
                  <a:lnTo>
                    <a:pt x="206925" y="136908"/>
                  </a:lnTo>
                  <a:lnTo>
                    <a:pt x="203417" y="136911"/>
                  </a:lnTo>
                  <a:lnTo>
                    <a:pt x="199910" y="136935"/>
                  </a:lnTo>
                  <a:lnTo>
                    <a:pt x="196403" y="136961"/>
                  </a:lnTo>
                  <a:lnTo>
                    <a:pt x="192896" y="137010"/>
                  </a:lnTo>
                  <a:lnTo>
                    <a:pt x="189389" y="137088"/>
                  </a:lnTo>
                  <a:lnTo>
                    <a:pt x="185881" y="137285"/>
                  </a:lnTo>
                  <a:lnTo>
                    <a:pt x="182374" y="137512"/>
                  </a:lnTo>
                  <a:lnTo>
                    <a:pt x="178867" y="137622"/>
                  </a:lnTo>
                  <a:lnTo>
                    <a:pt x="175360" y="137856"/>
                  </a:lnTo>
                  <a:lnTo>
                    <a:pt x="171853" y="138087"/>
                  </a:lnTo>
                  <a:lnTo>
                    <a:pt x="168345" y="138271"/>
                  </a:lnTo>
                  <a:lnTo>
                    <a:pt x="164838" y="138299"/>
                  </a:lnTo>
                  <a:lnTo>
                    <a:pt x="161331" y="138356"/>
                  </a:lnTo>
                  <a:lnTo>
                    <a:pt x="157824" y="138582"/>
                  </a:lnTo>
                  <a:lnTo>
                    <a:pt x="154317" y="138754"/>
                  </a:lnTo>
                  <a:lnTo>
                    <a:pt x="150809" y="138826"/>
                  </a:lnTo>
                  <a:lnTo>
                    <a:pt x="147302" y="139206"/>
                  </a:lnTo>
                  <a:lnTo>
                    <a:pt x="143795" y="139543"/>
                  </a:lnTo>
                  <a:lnTo>
                    <a:pt x="140288" y="139648"/>
                  </a:lnTo>
                  <a:lnTo>
                    <a:pt x="136781" y="139850"/>
                  </a:lnTo>
                  <a:lnTo>
                    <a:pt x="133273" y="140045"/>
                  </a:lnTo>
                  <a:lnTo>
                    <a:pt x="129766" y="140126"/>
                  </a:lnTo>
                  <a:lnTo>
                    <a:pt x="126259" y="140212"/>
                  </a:lnTo>
                  <a:lnTo>
                    <a:pt x="122752" y="140480"/>
                  </a:lnTo>
                  <a:lnTo>
                    <a:pt x="119244" y="140830"/>
                  </a:lnTo>
                  <a:lnTo>
                    <a:pt x="115737" y="141064"/>
                  </a:lnTo>
                  <a:lnTo>
                    <a:pt x="112230" y="141288"/>
                  </a:lnTo>
                  <a:lnTo>
                    <a:pt x="108723" y="141526"/>
                  </a:lnTo>
                  <a:lnTo>
                    <a:pt x="105216" y="141762"/>
                  </a:lnTo>
                  <a:lnTo>
                    <a:pt x="101708" y="142085"/>
                  </a:lnTo>
                  <a:lnTo>
                    <a:pt x="98201" y="142412"/>
                  </a:lnTo>
                  <a:lnTo>
                    <a:pt x="94694" y="142713"/>
                  </a:lnTo>
                  <a:lnTo>
                    <a:pt x="91187" y="142988"/>
                  </a:lnTo>
                  <a:lnTo>
                    <a:pt x="87680" y="143240"/>
                  </a:lnTo>
                  <a:lnTo>
                    <a:pt x="84172" y="143512"/>
                  </a:lnTo>
                  <a:lnTo>
                    <a:pt x="80665" y="143594"/>
                  </a:lnTo>
                  <a:lnTo>
                    <a:pt x="77158" y="143903"/>
                  </a:lnTo>
                  <a:lnTo>
                    <a:pt x="73651" y="144315"/>
                  </a:lnTo>
                  <a:lnTo>
                    <a:pt x="70144" y="144726"/>
                  </a:lnTo>
                  <a:lnTo>
                    <a:pt x="66636" y="145137"/>
                  </a:lnTo>
                  <a:lnTo>
                    <a:pt x="63129" y="145364"/>
                  </a:lnTo>
                  <a:lnTo>
                    <a:pt x="59622" y="145566"/>
                  </a:lnTo>
                  <a:lnTo>
                    <a:pt x="56115" y="145766"/>
                  </a:lnTo>
                  <a:lnTo>
                    <a:pt x="52608" y="145968"/>
                  </a:lnTo>
                  <a:lnTo>
                    <a:pt x="49100" y="146173"/>
                  </a:lnTo>
                  <a:lnTo>
                    <a:pt x="45593" y="146370"/>
                  </a:lnTo>
                  <a:lnTo>
                    <a:pt x="42086" y="146571"/>
                  </a:lnTo>
                  <a:lnTo>
                    <a:pt x="38579" y="146780"/>
                  </a:lnTo>
                  <a:lnTo>
                    <a:pt x="35072" y="146983"/>
                  </a:lnTo>
                  <a:lnTo>
                    <a:pt x="31564" y="147185"/>
                  </a:lnTo>
                  <a:lnTo>
                    <a:pt x="28057" y="147387"/>
                  </a:lnTo>
                  <a:lnTo>
                    <a:pt x="24550" y="147586"/>
                  </a:lnTo>
                  <a:lnTo>
                    <a:pt x="21043" y="147980"/>
                  </a:lnTo>
                  <a:lnTo>
                    <a:pt x="17536" y="148311"/>
                  </a:lnTo>
                  <a:lnTo>
                    <a:pt x="14028" y="148452"/>
                  </a:lnTo>
                  <a:lnTo>
                    <a:pt x="10521" y="148808"/>
                  </a:lnTo>
                  <a:lnTo>
                    <a:pt x="7014" y="148965"/>
                  </a:lnTo>
                  <a:lnTo>
                    <a:pt x="3507" y="149122"/>
                  </a:lnTo>
                  <a:lnTo>
                    <a:pt x="0" y="149319"/>
                  </a:lnTo>
                  <a:close/>
                </a:path>
              </a:pathLst>
            </a:custGeom>
            <a:solidFill>
              <a:srgbClr val="CC79A7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690881" y="4103646"/>
              <a:ext cx="838222" cy="106085"/>
            </a:xfrm>
            <a:custGeom>
              <a:avLst/>
              <a:pathLst>
                <a:path w="838222" h="106085">
                  <a:moveTo>
                    <a:pt x="0" y="0"/>
                  </a:moveTo>
                  <a:lnTo>
                    <a:pt x="3507" y="1735"/>
                  </a:lnTo>
                  <a:lnTo>
                    <a:pt x="7014" y="3464"/>
                  </a:lnTo>
                  <a:lnTo>
                    <a:pt x="10521" y="5165"/>
                  </a:lnTo>
                  <a:lnTo>
                    <a:pt x="14028" y="6709"/>
                  </a:lnTo>
                  <a:lnTo>
                    <a:pt x="17536" y="8451"/>
                  </a:lnTo>
                  <a:lnTo>
                    <a:pt x="21043" y="10070"/>
                  </a:lnTo>
                  <a:lnTo>
                    <a:pt x="24550" y="11634"/>
                  </a:lnTo>
                  <a:lnTo>
                    <a:pt x="28057" y="13171"/>
                  </a:lnTo>
                  <a:lnTo>
                    <a:pt x="31564" y="14700"/>
                  </a:lnTo>
                  <a:lnTo>
                    <a:pt x="35072" y="16502"/>
                  </a:lnTo>
                  <a:lnTo>
                    <a:pt x="38579" y="18251"/>
                  </a:lnTo>
                  <a:lnTo>
                    <a:pt x="42086" y="19882"/>
                  </a:lnTo>
                  <a:lnTo>
                    <a:pt x="45593" y="21549"/>
                  </a:lnTo>
                  <a:lnTo>
                    <a:pt x="49100" y="23184"/>
                  </a:lnTo>
                  <a:lnTo>
                    <a:pt x="52608" y="24747"/>
                  </a:lnTo>
                  <a:lnTo>
                    <a:pt x="56115" y="26137"/>
                  </a:lnTo>
                  <a:lnTo>
                    <a:pt x="59622" y="27602"/>
                  </a:lnTo>
                  <a:lnTo>
                    <a:pt x="63129" y="29076"/>
                  </a:lnTo>
                  <a:lnTo>
                    <a:pt x="66636" y="30442"/>
                  </a:lnTo>
                  <a:lnTo>
                    <a:pt x="70144" y="32042"/>
                  </a:lnTo>
                  <a:lnTo>
                    <a:pt x="73651" y="33753"/>
                  </a:lnTo>
                  <a:lnTo>
                    <a:pt x="77158" y="35266"/>
                  </a:lnTo>
                  <a:lnTo>
                    <a:pt x="80665" y="36483"/>
                  </a:lnTo>
                  <a:lnTo>
                    <a:pt x="84172" y="38004"/>
                  </a:lnTo>
                  <a:lnTo>
                    <a:pt x="87680" y="39382"/>
                  </a:lnTo>
                  <a:lnTo>
                    <a:pt x="91187" y="40684"/>
                  </a:lnTo>
                  <a:lnTo>
                    <a:pt x="94694" y="42113"/>
                  </a:lnTo>
                  <a:lnTo>
                    <a:pt x="98201" y="43468"/>
                  </a:lnTo>
                  <a:lnTo>
                    <a:pt x="101708" y="44768"/>
                  </a:lnTo>
                  <a:lnTo>
                    <a:pt x="105216" y="46070"/>
                  </a:lnTo>
                  <a:lnTo>
                    <a:pt x="108723" y="47578"/>
                  </a:lnTo>
                  <a:lnTo>
                    <a:pt x="112230" y="49130"/>
                  </a:lnTo>
                  <a:lnTo>
                    <a:pt x="115737" y="50673"/>
                  </a:lnTo>
                  <a:lnTo>
                    <a:pt x="119244" y="52043"/>
                  </a:lnTo>
                  <a:lnTo>
                    <a:pt x="122752" y="53453"/>
                  </a:lnTo>
                  <a:lnTo>
                    <a:pt x="126259" y="54846"/>
                  </a:lnTo>
                  <a:lnTo>
                    <a:pt x="129766" y="56613"/>
                  </a:lnTo>
                  <a:lnTo>
                    <a:pt x="133273" y="57740"/>
                  </a:lnTo>
                  <a:lnTo>
                    <a:pt x="136781" y="59013"/>
                  </a:lnTo>
                  <a:lnTo>
                    <a:pt x="140288" y="60229"/>
                  </a:lnTo>
                  <a:lnTo>
                    <a:pt x="143795" y="61851"/>
                  </a:lnTo>
                  <a:lnTo>
                    <a:pt x="147302" y="63469"/>
                  </a:lnTo>
                  <a:lnTo>
                    <a:pt x="150809" y="65151"/>
                  </a:lnTo>
                  <a:lnTo>
                    <a:pt x="154317" y="66906"/>
                  </a:lnTo>
                  <a:lnTo>
                    <a:pt x="157824" y="68287"/>
                  </a:lnTo>
                  <a:lnTo>
                    <a:pt x="161331" y="69567"/>
                  </a:lnTo>
                  <a:lnTo>
                    <a:pt x="164838" y="70700"/>
                  </a:lnTo>
                  <a:lnTo>
                    <a:pt x="168345" y="72049"/>
                  </a:lnTo>
                  <a:lnTo>
                    <a:pt x="171853" y="73196"/>
                  </a:lnTo>
                  <a:lnTo>
                    <a:pt x="175360" y="74045"/>
                  </a:lnTo>
                  <a:lnTo>
                    <a:pt x="178867" y="75154"/>
                  </a:lnTo>
                  <a:lnTo>
                    <a:pt x="182374" y="76527"/>
                  </a:lnTo>
                  <a:lnTo>
                    <a:pt x="185881" y="77984"/>
                  </a:lnTo>
                  <a:lnTo>
                    <a:pt x="189389" y="79366"/>
                  </a:lnTo>
                  <a:lnTo>
                    <a:pt x="192896" y="80549"/>
                  </a:lnTo>
                  <a:lnTo>
                    <a:pt x="196403" y="81542"/>
                  </a:lnTo>
                  <a:lnTo>
                    <a:pt x="199910" y="82920"/>
                  </a:lnTo>
                  <a:lnTo>
                    <a:pt x="203417" y="84191"/>
                  </a:lnTo>
                  <a:lnTo>
                    <a:pt x="206925" y="85325"/>
                  </a:lnTo>
                  <a:lnTo>
                    <a:pt x="210432" y="86478"/>
                  </a:lnTo>
                  <a:lnTo>
                    <a:pt x="213939" y="87414"/>
                  </a:lnTo>
                  <a:lnTo>
                    <a:pt x="217446" y="88450"/>
                  </a:lnTo>
                  <a:lnTo>
                    <a:pt x="220953" y="89343"/>
                  </a:lnTo>
                  <a:lnTo>
                    <a:pt x="224461" y="90257"/>
                  </a:lnTo>
                  <a:lnTo>
                    <a:pt x="227968" y="91176"/>
                  </a:lnTo>
                  <a:lnTo>
                    <a:pt x="231475" y="92156"/>
                  </a:lnTo>
                  <a:lnTo>
                    <a:pt x="234982" y="93111"/>
                  </a:lnTo>
                  <a:lnTo>
                    <a:pt x="238489" y="93904"/>
                  </a:lnTo>
                  <a:lnTo>
                    <a:pt x="241997" y="94736"/>
                  </a:lnTo>
                  <a:lnTo>
                    <a:pt x="245504" y="95583"/>
                  </a:lnTo>
                  <a:lnTo>
                    <a:pt x="249011" y="96303"/>
                  </a:lnTo>
                  <a:lnTo>
                    <a:pt x="252518" y="97259"/>
                  </a:lnTo>
                  <a:lnTo>
                    <a:pt x="256026" y="98052"/>
                  </a:lnTo>
                  <a:lnTo>
                    <a:pt x="259533" y="98801"/>
                  </a:lnTo>
                  <a:lnTo>
                    <a:pt x="263040" y="99555"/>
                  </a:lnTo>
                  <a:lnTo>
                    <a:pt x="266547" y="100041"/>
                  </a:lnTo>
                  <a:lnTo>
                    <a:pt x="270054" y="100595"/>
                  </a:lnTo>
                  <a:lnTo>
                    <a:pt x="273562" y="101054"/>
                  </a:lnTo>
                  <a:lnTo>
                    <a:pt x="277069" y="101704"/>
                  </a:lnTo>
                  <a:lnTo>
                    <a:pt x="280576" y="102111"/>
                  </a:lnTo>
                  <a:lnTo>
                    <a:pt x="284083" y="102880"/>
                  </a:lnTo>
                  <a:lnTo>
                    <a:pt x="287590" y="103478"/>
                  </a:lnTo>
                  <a:lnTo>
                    <a:pt x="291098" y="103671"/>
                  </a:lnTo>
                  <a:lnTo>
                    <a:pt x="294605" y="103929"/>
                  </a:lnTo>
                  <a:lnTo>
                    <a:pt x="298112" y="104081"/>
                  </a:lnTo>
                  <a:lnTo>
                    <a:pt x="301619" y="104401"/>
                  </a:lnTo>
                  <a:lnTo>
                    <a:pt x="305126" y="104554"/>
                  </a:lnTo>
                  <a:lnTo>
                    <a:pt x="308634" y="104664"/>
                  </a:lnTo>
                  <a:lnTo>
                    <a:pt x="312141" y="104699"/>
                  </a:lnTo>
                  <a:lnTo>
                    <a:pt x="315648" y="104790"/>
                  </a:lnTo>
                  <a:lnTo>
                    <a:pt x="319155" y="105015"/>
                  </a:lnTo>
                  <a:lnTo>
                    <a:pt x="322662" y="105041"/>
                  </a:lnTo>
                  <a:lnTo>
                    <a:pt x="326170" y="105285"/>
                  </a:lnTo>
                  <a:lnTo>
                    <a:pt x="329677" y="105378"/>
                  </a:lnTo>
                  <a:lnTo>
                    <a:pt x="333184" y="105461"/>
                  </a:lnTo>
                  <a:lnTo>
                    <a:pt x="336691" y="105658"/>
                  </a:lnTo>
                  <a:lnTo>
                    <a:pt x="340198" y="105726"/>
                  </a:lnTo>
                  <a:lnTo>
                    <a:pt x="343706" y="105865"/>
                  </a:lnTo>
                  <a:lnTo>
                    <a:pt x="347213" y="105806"/>
                  </a:lnTo>
                  <a:lnTo>
                    <a:pt x="350720" y="106085"/>
                  </a:lnTo>
                  <a:lnTo>
                    <a:pt x="354227" y="105900"/>
                  </a:lnTo>
                  <a:lnTo>
                    <a:pt x="357734" y="105973"/>
                  </a:lnTo>
                  <a:lnTo>
                    <a:pt x="361242" y="105794"/>
                  </a:lnTo>
                  <a:lnTo>
                    <a:pt x="364749" y="105604"/>
                  </a:lnTo>
                  <a:lnTo>
                    <a:pt x="368256" y="105430"/>
                  </a:lnTo>
                  <a:lnTo>
                    <a:pt x="371763" y="105217"/>
                  </a:lnTo>
                  <a:lnTo>
                    <a:pt x="375271" y="105112"/>
                  </a:lnTo>
                  <a:lnTo>
                    <a:pt x="378778" y="105016"/>
                  </a:lnTo>
                  <a:lnTo>
                    <a:pt x="382285" y="104886"/>
                  </a:lnTo>
                  <a:lnTo>
                    <a:pt x="385792" y="104685"/>
                  </a:lnTo>
                  <a:lnTo>
                    <a:pt x="389299" y="104630"/>
                  </a:lnTo>
                  <a:lnTo>
                    <a:pt x="392807" y="104422"/>
                  </a:lnTo>
                  <a:lnTo>
                    <a:pt x="396314" y="104322"/>
                  </a:lnTo>
                  <a:lnTo>
                    <a:pt x="399821" y="104208"/>
                  </a:lnTo>
                  <a:lnTo>
                    <a:pt x="403328" y="104107"/>
                  </a:lnTo>
                  <a:lnTo>
                    <a:pt x="406835" y="103921"/>
                  </a:lnTo>
                  <a:lnTo>
                    <a:pt x="410343" y="103414"/>
                  </a:lnTo>
                  <a:lnTo>
                    <a:pt x="413850" y="103316"/>
                  </a:lnTo>
                  <a:lnTo>
                    <a:pt x="417357" y="103250"/>
                  </a:lnTo>
                  <a:lnTo>
                    <a:pt x="420864" y="102935"/>
                  </a:lnTo>
                  <a:lnTo>
                    <a:pt x="424371" y="102703"/>
                  </a:lnTo>
                  <a:lnTo>
                    <a:pt x="427879" y="102313"/>
                  </a:lnTo>
                  <a:lnTo>
                    <a:pt x="431386" y="102101"/>
                  </a:lnTo>
                  <a:lnTo>
                    <a:pt x="434893" y="102040"/>
                  </a:lnTo>
                  <a:lnTo>
                    <a:pt x="438400" y="101758"/>
                  </a:lnTo>
                  <a:lnTo>
                    <a:pt x="441907" y="101310"/>
                  </a:lnTo>
                  <a:lnTo>
                    <a:pt x="445415" y="100990"/>
                  </a:lnTo>
                  <a:lnTo>
                    <a:pt x="448922" y="100835"/>
                  </a:lnTo>
                  <a:lnTo>
                    <a:pt x="452429" y="100669"/>
                  </a:lnTo>
                  <a:lnTo>
                    <a:pt x="455936" y="100490"/>
                  </a:lnTo>
                  <a:lnTo>
                    <a:pt x="459443" y="100324"/>
                  </a:lnTo>
                  <a:lnTo>
                    <a:pt x="462951" y="100127"/>
                  </a:lnTo>
                  <a:lnTo>
                    <a:pt x="466458" y="99927"/>
                  </a:lnTo>
                  <a:lnTo>
                    <a:pt x="469965" y="99732"/>
                  </a:lnTo>
                  <a:lnTo>
                    <a:pt x="473472" y="99537"/>
                  </a:lnTo>
                  <a:lnTo>
                    <a:pt x="476979" y="99342"/>
                  </a:lnTo>
                  <a:lnTo>
                    <a:pt x="480487" y="99201"/>
                  </a:lnTo>
                  <a:lnTo>
                    <a:pt x="483994" y="98946"/>
                  </a:lnTo>
                  <a:lnTo>
                    <a:pt x="487501" y="98632"/>
                  </a:lnTo>
                  <a:lnTo>
                    <a:pt x="491008" y="98310"/>
                  </a:lnTo>
                  <a:lnTo>
                    <a:pt x="494516" y="97990"/>
                  </a:lnTo>
                  <a:lnTo>
                    <a:pt x="498023" y="97685"/>
                  </a:lnTo>
                  <a:lnTo>
                    <a:pt x="501530" y="97355"/>
                  </a:lnTo>
                  <a:lnTo>
                    <a:pt x="505037" y="97035"/>
                  </a:lnTo>
                  <a:lnTo>
                    <a:pt x="508544" y="96970"/>
                  </a:lnTo>
                  <a:lnTo>
                    <a:pt x="512052" y="96440"/>
                  </a:lnTo>
                  <a:lnTo>
                    <a:pt x="515559" y="96066"/>
                  </a:lnTo>
                  <a:lnTo>
                    <a:pt x="519066" y="95685"/>
                  </a:lnTo>
                  <a:lnTo>
                    <a:pt x="522573" y="95179"/>
                  </a:lnTo>
                  <a:lnTo>
                    <a:pt x="526080" y="94854"/>
                  </a:lnTo>
                  <a:lnTo>
                    <a:pt x="529588" y="94534"/>
                  </a:lnTo>
                  <a:lnTo>
                    <a:pt x="533095" y="94291"/>
                  </a:lnTo>
                  <a:lnTo>
                    <a:pt x="536602" y="94123"/>
                  </a:lnTo>
                  <a:lnTo>
                    <a:pt x="540109" y="93807"/>
                  </a:lnTo>
                  <a:lnTo>
                    <a:pt x="543616" y="93484"/>
                  </a:lnTo>
                  <a:lnTo>
                    <a:pt x="547124" y="93162"/>
                  </a:lnTo>
                  <a:lnTo>
                    <a:pt x="550631" y="92863"/>
                  </a:lnTo>
                  <a:lnTo>
                    <a:pt x="554138" y="92644"/>
                  </a:lnTo>
                  <a:lnTo>
                    <a:pt x="557645" y="92333"/>
                  </a:lnTo>
                  <a:lnTo>
                    <a:pt x="561152" y="91913"/>
                  </a:lnTo>
                  <a:lnTo>
                    <a:pt x="564660" y="91625"/>
                  </a:lnTo>
                  <a:lnTo>
                    <a:pt x="568167" y="91268"/>
                  </a:lnTo>
                  <a:lnTo>
                    <a:pt x="571674" y="90910"/>
                  </a:lnTo>
                  <a:lnTo>
                    <a:pt x="575181" y="90558"/>
                  </a:lnTo>
                  <a:lnTo>
                    <a:pt x="578688" y="90216"/>
                  </a:lnTo>
                  <a:lnTo>
                    <a:pt x="582196" y="89830"/>
                  </a:lnTo>
                  <a:lnTo>
                    <a:pt x="585703" y="89474"/>
                  </a:lnTo>
                  <a:lnTo>
                    <a:pt x="589210" y="89111"/>
                  </a:lnTo>
                  <a:lnTo>
                    <a:pt x="592717" y="88750"/>
                  </a:lnTo>
                  <a:lnTo>
                    <a:pt x="596224" y="88389"/>
                  </a:lnTo>
                  <a:lnTo>
                    <a:pt x="599732" y="88030"/>
                  </a:lnTo>
                  <a:lnTo>
                    <a:pt x="603239" y="87774"/>
                  </a:lnTo>
                  <a:lnTo>
                    <a:pt x="606746" y="87538"/>
                  </a:lnTo>
                  <a:lnTo>
                    <a:pt x="610253" y="87264"/>
                  </a:lnTo>
                  <a:lnTo>
                    <a:pt x="613761" y="86934"/>
                  </a:lnTo>
                  <a:lnTo>
                    <a:pt x="617268" y="86604"/>
                  </a:lnTo>
                  <a:lnTo>
                    <a:pt x="620775" y="86280"/>
                  </a:lnTo>
                  <a:lnTo>
                    <a:pt x="624282" y="85995"/>
                  </a:lnTo>
                  <a:lnTo>
                    <a:pt x="627789" y="85656"/>
                  </a:lnTo>
                  <a:lnTo>
                    <a:pt x="631297" y="85317"/>
                  </a:lnTo>
                  <a:lnTo>
                    <a:pt x="634804" y="84977"/>
                  </a:lnTo>
                  <a:lnTo>
                    <a:pt x="638311" y="84638"/>
                  </a:lnTo>
                  <a:lnTo>
                    <a:pt x="641818" y="84298"/>
                  </a:lnTo>
                  <a:lnTo>
                    <a:pt x="645325" y="83957"/>
                  </a:lnTo>
                  <a:lnTo>
                    <a:pt x="648833" y="83622"/>
                  </a:lnTo>
                  <a:lnTo>
                    <a:pt x="652340" y="83288"/>
                  </a:lnTo>
                  <a:lnTo>
                    <a:pt x="655847" y="83087"/>
                  </a:lnTo>
                  <a:lnTo>
                    <a:pt x="659354" y="83036"/>
                  </a:lnTo>
                  <a:lnTo>
                    <a:pt x="662861" y="82986"/>
                  </a:lnTo>
                  <a:lnTo>
                    <a:pt x="666369" y="82736"/>
                  </a:lnTo>
                  <a:lnTo>
                    <a:pt x="669876" y="82307"/>
                  </a:lnTo>
                  <a:lnTo>
                    <a:pt x="673383" y="81878"/>
                  </a:lnTo>
                  <a:lnTo>
                    <a:pt x="676890" y="81408"/>
                  </a:lnTo>
                  <a:lnTo>
                    <a:pt x="680397" y="80857"/>
                  </a:lnTo>
                  <a:lnTo>
                    <a:pt x="683905" y="80306"/>
                  </a:lnTo>
                  <a:lnTo>
                    <a:pt x="687412" y="79968"/>
                  </a:lnTo>
                  <a:lnTo>
                    <a:pt x="690919" y="79673"/>
                  </a:lnTo>
                  <a:lnTo>
                    <a:pt x="694426" y="79290"/>
                  </a:lnTo>
                  <a:lnTo>
                    <a:pt x="697933" y="78966"/>
                  </a:lnTo>
                  <a:lnTo>
                    <a:pt x="701441" y="78703"/>
                  </a:lnTo>
                  <a:lnTo>
                    <a:pt x="704948" y="78440"/>
                  </a:lnTo>
                  <a:lnTo>
                    <a:pt x="708455" y="78087"/>
                  </a:lnTo>
                  <a:lnTo>
                    <a:pt x="711962" y="77639"/>
                  </a:lnTo>
                  <a:lnTo>
                    <a:pt x="715469" y="77271"/>
                  </a:lnTo>
                  <a:lnTo>
                    <a:pt x="718977" y="76888"/>
                  </a:lnTo>
                  <a:lnTo>
                    <a:pt x="722484" y="76546"/>
                  </a:lnTo>
                  <a:lnTo>
                    <a:pt x="725991" y="76204"/>
                  </a:lnTo>
                  <a:lnTo>
                    <a:pt x="729498" y="75863"/>
                  </a:lnTo>
                  <a:lnTo>
                    <a:pt x="733006" y="75433"/>
                  </a:lnTo>
                  <a:lnTo>
                    <a:pt x="736513" y="75006"/>
                  </a:lnTo>
                  <a:lnTo>
                    <a:pt x="740020" y="74656"/>
                  </a:lnTo>
                  <a:lnTo>
                    <a:pt x="743527" y="74274"/>
                  </a:lnTo>
                  <a:lnTo>
                    <a:pt x="747034" y="73849"/>
                  </a:lnTo>
                  <a:lnTo>
                    <a:pt x="750542" y="73423"/>
                  </a:lnTo>
                  <a:lnTo>
                    <a:pt x="754049" y="72995"/>
                  </a:lnTo>
                  <a:lnTo>
                    <a:pt x="757556" y="72702"/>
                  </a:lnTo>
                  <a:lnTo>
                    <a:pt x="761063" y="72401"/>
                  </a:lnTo>
                  <a:lnTo>
                    <a:pt x="764570" y="72058"/>
                  </a:lnTo>
                  <a:lnTo>
                    <a:pt x="768078" y="71715"/>
                  </a:lnTo>
                  <a:lnTo>
                    <a:pt x="771585" y="71412"/>
                  </a:lnTo>
                  <a:lnTo>
                    <a:pt x="775092" y="71141"/>
                  </a:lnTo>
                  <a:lnTo>
                    <a:pt x="778599" y="70809"/>
                  </a:lnTo>
                  <a:lnTo>
                    <a:pt x="782106" y="70458"/>
                  </a:lnTo>
                  <a:lnTo>
                    <a:pt x="785614" y="70084"/>
                  </a:lnTo>
                  <a:lnTo>
                    <a:pt x="789121" y="69704"/>
                  </a:lnTo>
                  <a:lnTo>
                    <a:pt x="792628" y="69330"/>
                  </a:lnTo>
                  <a:lnTo>
                    <a:pt x="796135" y="68949"/>
                  </a:lnTo>
                  <a:lnTo>
                    <a:pt x="799642" y="68602"/>
                  </a:lnTo>
                  <a:lnTo>
                    <a:pt x="803150" y="68180"/>
                  </a:lnTo>
                  <a:lnTo>
                    <a:pt x="806657" y="67794"/>
                  </a:lnTo>
                  <a:lnTo>
                    <a:pt x="810164" y="67410"/>
                  </a:lnTo>
                  <a:lnTo>
                    <a:pt x="813671" y="67026"/>
                  </a:lnTo>
                  <a:lnTo>
                    <a:pt x="817178" y="66644"/>
                  </a:lnTo>
                  <a:lnTo>
                    <a:pt x="820686" y="66263"/>
                  </a:lnTo>
                  <a:lnTo>
                    <a:pt x="824193" y="65882"/>
                  </a:lnTo>
                  <a:lnTo>
                    <a:pt x="827700" y="65581"/>
                  </a:lnTo>
                  <a:lnTo>
                    <a:pt x="831207" y="65297"/>
                  </a:lnTo>
                  <a:lnTo>
                    <a:pt x="834714" y="64919"/>
                  </a:lnTo>
                  <a:lnTo>
                    <a:pt x="838222" y="645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90881" y="4240012"/>
              <a:ext cx="838222" cy="121822"/>
            </a:xfrm>
            <a:custGeom>
              <a:avLst/>
              <a:pathLst>
                <a:path w="838222" h="121822">
                  <a:moveTo>
                    <a:pt x="838222" y="121822"/>
                  </a:moveTo>
                  <a:lnTo>
                    <a:pt x="834714" y="121321"/>
                  </a:lnTo>
                  <a:lnTo>
                    <a:pt x="831207" y="120817"/>
                  </a:lnTo>
                  <a:lnTo>
                    <a:pt x="827700" y="120309"/>
                  </a:lnTo>
                  <a:lnTo>
                    <a:pt x="824193" y="119799"/>
                  </a:lnTo>
                  <a:lnTo>
                    <a:pt x="820686" y="119305"/>
                  </a:lnTo>
                  <a:lnTo>
                    <a:pt x="817178" y="118812"/>
                  </a:lnTo>
                  <a:lnTo>
                    <a:pt x="813671" y="118298"/>
                  </a:lnTo>
                  <a:lnTo>
                    <a:pt x="810164" y="117739"/>
                  </a:lnTo>
                  <a:lnTo>
                    <a:pt x="806657" y="117199"/>
                  </a:lnTo>
                  <a:lnTo>
                    <a:pt x="803150" y="116669"/>
                  </a:lnTo>
                  <a:lnTo>
                    <a:pt x="799642" y="116097"/>
                  </a:lnTo>
                  <a:lnTo>
                    <a:pt x="796135" y="115528"/>
                  </a:lnTo>
                  <a:lnTo>
                    <a:pt x="792628" y="115008"/>
                  </a:lnTo>
                  <a:lnTo>
                    <a:pt x="789121" y="114454"/>
                  </a:lnTo>
                  <a:lnTo>
                    <a:pt x="785614" y="113870"/>
                  </a:lnTo>
                  <a:lnTo>
                    <a:pt x="782106" y="113292"/>
                  </a:lnTo>
                  <a:lnTo>
                    <a:pt x="778599" y="112740"/>
                  </a:lnTo>
                  <a:lnTo>
                    <a:pt x="775092" y="112185"/>
                  </a:lnTo>
                  <a:lnTo>
                    <a:pt x="771585" y="111625"/>
                  </a:lnTo>
                  <a:lnTo>
                    <a:pt x="768078" y="111062"/>
                  </a:lnTo>
                  <a:lnTo>
                    <a:pt x="764570" y="110496"/>
                  </a:lnTo>
                  <a:lnTo>
                    <a:pt x="761063" y="109914"/>
                  </a:lnTo>
                  <a:lnTo>
                    <a:pt x="757556" y="109347"/>
                  </a:lnTo>
                  <a:lnTo>
                    <a:pt x="754049" y="108777"/>
                  </a:lnTo>
                  <a:lnTo>
                    <a:pt x="750542" y="108200"/>
                  </a:lnTo>
                  <a:lnTo>
                    <a:pt x="747034" y="107618"/>
                  </a:lnTo>
                  <a:lnTo>
                    <a:pt x="743527" y="107032"/>
                  </a:lnTo>
                  <a:lnTo>
                    <a:pt x="740020" y="106443"/>
                  </a:lnTo>
                  <a:lnTo>
                    <a:pt x="736513" y="105851"/>
                  </a:lnTo>
                  <a:lnTo>
                    <a:pt x="733006" y="105267"/>
                  </a:lnTo>
                  <a:lnTo>
                    <a:pt x="729498" y="104690"/>
                  </a:lnTo>
                  <a:lnTo>
                    <a:pt x="725991" y="104093"/>
                  </a:lnTo>
                  <a:lnTo>
                    <a:pt x="722484" y="103492"/>
                  </a:lnTo>
                  <a:lnTo>
                    <a:pt x="718977" y="102927"/>
                  </a:lnTo>
                  <a:lnTo>
                    <a:pt x="715469" y="102344"/>
                  </a:lnTo>
                  <a:lnTo>
                    <a:pt x="711962" y="101726"/>
                  </a:lnTo>
                  <a:lnTo>
                    <a:pt x="708455" y="101102"/>
                  </a:lnTo>
                  <a:lnTo>
                    <a:pt x="704948" y="100447"/>
                  </a:lnTo>
                  <a:lnTo>
                    <a:pt x="701441" y="99811"/>
                  </a:lnTo>
                  <a:lnTo>
                    <a:pt x="697933" y="99184"/>
                  </a:lnTo>
                  <a:lnTo>
                    <a:pt x="694426" y="98554"/>
                  </a:lnTo>
                  <a:lnTo>
                    <a:pt x="690919" y="97921"/>
                  </a:lnTo>
                  <a:lnTo>
                    <a:pt x="687412" y="97225"/>
                  </a:lnTo>
                  <a:lnTo>
                    <a:pt x="683905" y="96536"/>
                  </a:lnTo>
                  <a:lnTo>
                    <a:pt x="680397" y="95885"/>
                  </a:lnTo>
                  <a:lnTo>
                    <a:pt x="676890" y="95231"/>
                  </a:lnTo>
                  <a:lnTo>
                    <a:pt x="673383" y="94574"/>
                  </a:lnTo>
                  <a:lnTo>
                    <a:pt x="669876" y="93912"/>
                  </a:lnTo>
                  <a:lnTo>
                    <a:pt x="666369" y="93247"/>
                  </a:lnTo>
                  <a:lnTo>
                    <a:pt x="662861" y="92576"/>
                  </a:lnTo>
                  <a:lnTo>
                    <a:pt x="659354" y="91832"/>
                  </a:lnTo>
                  <a:lnTo>
                    <a:pt x="655847" y="91202"/>
                  </a:lnTo>
                  <a:lnTo>
                    <a:pt x="652340" y="90548"/>
                  </a:lnTo>
                  <a:lnTo>
                    <a:pt x="648833" y="89858"/>
                  </a:lnTo>
                  <a:lnTo>
                    <a:pt x="645325" y="89061"/>
                  </a:lnTo>
                  <a:lnTo>
                    <a:pt x="641818" y="88259"/>
                  </a:lnTo>
                  <a:lnTo>
                    <a:pt x="638311" y="87451"/>
                  </a:lnTo>
                  <a:lnTo>
                    <a:pt x="634804" y="86723"/>
                  </a:lnTo>
                  <a:lnTo>
                    <a:pt x="631297" y="86008"/>
                  </a:lnTo>
                  <a:lnTo>
                    <a:pt x="627789" y="85230"/>
                  </a:lnTo>
                  <a:lnTo>
                    <a:pt x="624282" y="84452"/>
                  </a:lnTo>
                  <a:lnTo>
                    <a:pt x="620775" y="83742"/>
                  </a:lnTo>
                  <a:lnTo>
                    <a:pt x="617268" y="83005"/>
                  </a:lnTo>
                  <a:lnTo>
                    <a:pt x="613761" y="82310"/>
                  </a:lnTo>
                  <a:lnTo>
                    <a:pt x="610253" y="81597"/>
                  </a:lnTo>
                  <a:lnTo>
                    <a:pt x="606746" y="80874"/>
                  </a:lnTo>
                  <a:lnTo>
                    <a:pt x="603239" y="80147"/>
                  </a:lnTo>
                  <a:lnTo>
                    <a:pt x="599732" y="79389"/>
                  </a:lnTo>
                  <a:lnTo>
                    <a:pt x="596224" y="78490"/>
                  </a:lnTo>
                  <a:lnTo>
                    <a:pt x="592717" y="77510"/>
                  </a:lnTo>
                  <a:lnTo>
                    <a:pt x="589210" y="76580"/>
                  </a:lnTo>
                  <a:lnTo>
                    <a:pt x="585703" y="75847"/>
                  </a:lnTo>
                  <a:lnTo>
                    <a:pt x="582196" y="75115"/>
                  </a:lnTo>
                  <a:lnTo>
                    <a:pt x="578688" y="74324"/>
                  </a:lnTo>
                  <a:lnTo>
                    <a:pt x="575181" y="73427"/>
                  </a:lnTo>
                  <a:lnTo>
                    <a:pt x="571674" y="72523"/>
                  </a:lnTo>
                  <a:lnTo>
                    <a:pt x="568167" y="71672"/>
                  </a:lnTo>
                  <a:lnTo>
                    <a:pt x="564660" y="70862"/>
                  </a:lnTo>
                  <a:lnTo>
                    <a:pt x="561152" y="70049"/>
                  </a:lnTo>
                  <a:lnTo>
                    <a:pt x="557645" y="69282"/>
                  </a:lnTo>
                  <a:lnTo>
                    <a:pt x="554138" y="68480"/>
                  </a:lnTo>
                  <a:lnTo>
                    <a:pt x="550631" y="67746"/>
                  </a:lnTo>
                  <a:lnTo>
                    <a:pt x="547124" y="66816"/>
                  </a:lnTo>
                  <a:lnTo>
                    <a:pt x="543616" y="66042"/>
                  </a:lnTo>
                  <a:lnTo>
                    <a:pt x="540109" y="65237"/>
                  </a:lnTo>
                  <a:lnTo>
                    <a:pt x="536602" y="64475"/>
                  </a:lnTo>
                  <a:lnTo>
                    <a:pt x="533095" y="63499"/>
                  </a:lnTo>
                  <a:lnTo>
                    <a:pt x="529588" y="62736"/>
                  </a:lnTo>
                  <a:lnTo>
                    <a:pt x="526080" y="61897"/>
                  </a:lnTo>
                  <a:lnTo>
                    <a:pt x="522573" y="61078"/>
                  </a:lnTo>
                  <a:lnTo>
                    <a:pt x="519066" y="60200"/>
                  </a:lnTo>
                  <a:lnTo>
                    <a:pt x="515559" y="59442"/>
                  </a:lnTo>
                  <a:lnTo>
                    <a:pt x="512052" y="58596"/>
                  </a:lnTo>
                  <a:lnTo>
                    <a:pt x="508544" y="57852"/>
                  </a:lnTo>
                  <a:lnTo>
                    <a:pt x="505037" y="57016"/>
                  </a:lnTo>
                  <a:lnTo>
                    <a:pt x="501530" y="56261"/>
                  </a:lnTo>
                  <a:lnTo>
                    <a:pt x="498023" y="55502"/>
                  </a:lnTo>
                  <a:lnTo>
                    <a:pt x="494516" y="54740"/>
                  </a:lnTo>
                  <a:lnTo>
                    <a:pt x="491008" y="53868"/>
                  </a:lnTo>
                  <a:lnTo>
                    <a:pt x="487501" y="52849"/>
                  </a:lnTo>
                  <a:lnTo>
                    <a:pt x="483994" y="52050"/>
                  </a:lnTo>
                  <a:lnTo>
                    <a:pt x="480487" y="51248"/>
                  </a:lnTo>
                  <a:lnTo>
                    <a:pt x="476979" y="50261"/>
                  </a:lnTo>
                  <a:lnTo>
                    <a:pt x="473472" y="49444"/>
                  </a:lnTo>
                  <a:lnTo>
                    <a:pt x="469965" y="48475"/>
                  </a:lnTo>
                  <a:lnTo>
                    <a:pt x="466458" y="47414"/>
                  </a:lnTo>
                  <a:lnTo>
                    <a:pt x="462951" y="46354"/>
                  </a:lnTo>
                  <a:lnTo>
                    <a:pt x="459443" y="45378"/>
                  </a:lnTo>
                  <a:lnTo>
                    <a:pt x="455936" y="44570"/>
                  </a:lnTo>
                  <a:lnTo>
                    <a:pt x="452429" y="43784"/>
                  </a:lnTo>
                  <a:lnTo>
                    <a:pt x="448922" y="42841"/>
                  </a:lnTo>
                  <a:lnTo>
                    <a:pt x="445415" y="41895"/>
                  </a:lnTo>
                  <a:lnTo>
                    <a:pt x="441907" y="41008"/>
                  </a:lnTo>
                  <a:lnTo>
                    <a:pt x="438400" y="40122"/>
                  </a:lnTo>
                  <a:lnTo>
                    <a:pt x="434893" y="39170"/>
                  </a:lnTo>
                  <a:lnTo>
                    <a:pt x="431386" y="38338"/>
                  </a:lnTo>
                  <a:lnTo>
                    <a:pt x="427879" y="37442"/>
                  </a:lnTo>
                  <a:lnTo>
                    <a:pt x="424371" y="36541"/>
                  </a:lnTo>
                  <a:lnTo>
                    <a:pt x="420864" y="35538"/>
                  </a:lnTo>
                  <a:lnTo>
                    <a:pt x="417357" y="34496"/>
                  </a:lnTo>
                  <a:lnTo>
                    <a:pt x="413850" y="33636"/>
                  </a:lnTo>
                  <a:lnTo>
                    <a:pt x="410343" y="32606"/>
                  </a:lnTo>
                  <a:lnTo>
                    <a:pt x="406835" y="31717"/>
                  </a:lnTo>
                  <a:lnTo>
                    <a:pt x="403328" y="30764"/>
                  </a:lnTo>
                  <a:lnTo>
                    <a:pt x="399821" y="29786"/>
                  </a:lnTo>
                  <a:lnTo>
                    <a:pt x="396314" y="28863"/>
                  </a:lnTo>
                  <a:lnTo>
                    <a:pt x="392807" y="27957"/>
                  </a:lnTo>
                  <a:lnTo>
                    <a:pt x="389299" y="27023"/>
                  </a:lnTo>
                  <a:lnTo>
                    <a:pt x="385792" y="26090"/>
                  </a:lnTo>
                  <a:lnTo>
                    <a:pt x="382285" y="25154"/>
                  </a:lnTo>
                  <a:lnTo>
                    <a:pt x="378778" y="24186"/>
                  </a:lnTo>
                  <a:lnTo>
                    <a:pt x="375271" y="23270"/>
                  </a:lnTo>
                  <a:lnTo>
                    <a:pt x="371763" y="22466"/>
                  </a:lnTo>
                  <a:lnTo>
                    <a:pt x="368256" y="21563"/>
                  </a:lnTo>
                  <a:lnTo>
                    <a:pt x="364749" y="20699"/>
                  </a:lnTo>
                  <a:lnTo>
                    <a:pt x="361242" y="19684"/>
                  </a:lnTo>
                  <a:lnTo>
                    <a:pt x="357734" y="18761"/>
                  </a:lnTo>
                  <a:lnTo>
                    <a:pt x="354227" y="17775"/>
                  </a:lnTo>
                  <a:lnTo>
                    <a:pt x="350720" y="17029"/>
                  </a:lnTo>
                  <a:lnTo>
                    <a:pt x="347213" y="16249"/>
                  </a:lnTo>
                  <a:lnTo>
                    <a:pt x="343706" y="15343"/>
                  </a:lnTo>
                  <a:lnTo>
                    <a:pt x="340198" y="14282"/>
                  </a:lnTo>
                  <a:lnTo>
                    <a:pt x="336691" y="13658"/>
                  </a:lnTo>
                  <a:lnTo>
                    <a:pt x="333184" y="12790"/>
                  </a:lnTo>
                  <a:lnTo>
                    <a:pt x="329677" y="12015"/>
                  </a:lnTo>
                  <a:lnTo>
                    <a:pt x="326170" y="11326"/>
                  </a:lnTo>
                  <a:lnTo>
                    <a:pt x="322662" y="10609"/>
                  </a:lnTo>
                  <a:lnTo>
                    <a:pt x="319155" y="9898"/>
                  </a:lnTo>
                  <a:lnTo>
                    <a:pt x="315648" y="9238"/>
                  </a:lnTo>
                  <a:lnTo>
                    <a:pt x="312141" y="8635"/>
                  </a:lnTo>
                  <a:lnTo>
                    <a:pt x="308634" y="7864"/>
                  </a:lnTo>
                  <a:lnTo>
                    <a:pt x="305126" y="7143"/>
                  </a:lnTo>
                  <a:lnTo>
                    <a:pt x="301619" y="6474"/>
                  </a:lnTo>
                  <a:lnTo>
                    <a:pt x="298112" y="5810"/>
                  </a:lnTo>
                  <a:lnTo>
                    <a:pt x="294605" y="5230"/>
                  </a:lnTo>
                  <a:lnTo>
                    <a:pt x="291098" y="4707"/>
                  </a:lnTo>
                  <a:lnTo>
                    <a:pt x="287590" y="4163"/>
                  </a:lnTo>
                  <a:lnTo>
                    <a:pt x="284083" y="3636"/>
                  </a:lnTo>
                  <a:lnTo>
                    <a:pt x="280576" y="3254"/>
                  </a:lnTo>
                  <a:lnTo>
                    <a:pt x="277069" y="2975"/>
                  </a:lnTo>
                  <a:lnTo>
                    <a:pt x="273562" y="2853"/>
                  </a:lnTo>
                  <a:lnTo>
                    <a:pt x="270054" y="2422"/>
                  </a:lnTo>
                  <a:lnTo>
                    <a:pt x="266547" y="1863"/>
                  </a:lnTo>
                  <a:lnTo>
                    <a:pt x="263040" y="1340"/>
                  </a:lnTo>
                  <a:lnTo>
                    <a:pt x="259533" y="926"/>
                  </a:lnTo>
                  <a:lnTo>
                    <a:pt x="256026" y="831"/>
                  </a:lnTo>
                  <a:lnTo>
                    <a:pt x="252518" y="711"/>
                  </a:lnTo>
                  <a:lnTo>
                    <a:pt x="249011" y="434"/>
                  </a:lnTo>
                  <a:lnTo>
                    <a:pt x="245504" y="392"/>
                  </a:lnTo>
                  <a:lnTo>
                    <a:pt x="241997" y="404"/>
                  </a:lnTo>
                  <a:lnTo>
                    <a:pt x="238489" y="372"/>
                  </a:lnTo>
                  <a:lnTo>
                    <a:pt x="234982" y="156"/>
                  </a:lnTo>
                  <a:lnTo>
                    <a:pt x="231475" y="177"/>
                  </a:lnTo>
                  <a:lnTo>
                    <a:pt x="227968" y="89"/>
                  </a:lnTo>
                  <a:lnTo>
                    <a:pt x="224461" y="197"/>
                  </a:lnTo>
                  <a:lnTo>
                    <a:pt x="220953" y="181"/>
                  </a:lnTo>
                  <a:lnTo>
                    <a:pt x="217446" y="0"/>
                  </a:lnTo>
                  <a:lnTo>
                    <a:pt x="213939" y="92"/>
                  </a:lnTo>
                  <a:lnTo>
                    <a:pt x="210432" y="250"/>
                  </a:lnTo>
                  <a:lnTo>
                    <a:pt x="206925" y="542"/>
                  </a:lnTo>
                  <a:lnTo>
                    <a:pt x="203417" y="545"/>
                  </a:lnTo>
                  <a:lnTo>
                    <a:pt x="199910" y="569"/>
                  </a:lnTo>
                  <a:lnTo>
                    <a:pt x="196403" y="595"/>
                  </a:lnTo>
                  <a:lnTo>
                    <a:pt x="192896" y="645"/>
                  </a:lnTo>
                  <a:lnTo>
                    <a:pt x="189389" y="722"/>
                  </a:lnTo>
                  <a:lnTo>
                    <a:pt x="185881" y="920"/>
                  </a:lnTo>
                  <a:lnTo>
                    <a:pt x="182374" y="1146"/>
                  </a:lnTo>
                  <a:lnTo>
                    <a:pt x="178867" y="1256"/>
                  </a:lnTo>
                  <a:lnTo>
                    <a:pt x="175360" y="1490"/>
                  </a:lnTo>
                  <a:lnTo>
                    <a:pt x="171853" y="1721"/>
                  </a:lnTo>
                  <a:lnTo>
                    <a:pt x="168345" y="1905"/>
                  </a:lnTo>
                  <a:lnTo>
                    <a:pt x="164838" y="1933"/>
                  </a:lnTo>
                  <a:lnTo>
                    <a:pt x="161331" y="1990"/>
                  </a:lnTo>
                  <a:lnTo>
                    <a:pt x="157824" y="2216"/>
                  </a:lnTo>
                  <a:lnTo>
                    <a:pt x="154317" y="2388"/>
                  </a:lnTo>
                  <a:lnTo>
                    <a:pt x="150809" y="2460"/>
                  </a:lnTo>
                  <a:lnTo>
                    <a:pt x="147302" y="2840"/>
                  </a:lnTo>
                  <a:lnTo>
                    <a:pt x="143795" y="3177"/>
                  </a:lnTo>
                  <a:lnTo>
                    <a:pt x="140288" y="3282"/>
                  </a:lnTo>
                  <a:lnTo>
                    <a:pt x="136781" y="3485"/>
                  </a:lnTo>
                  <a:lnTo>
                    <a:pt x="133273" y="3679"/>
                  </a:lnTo>
                  <a:lnTo>
                    <a:pt x="129766" y="3760"/>
                  </a:lnTo>
                  <a:lnTo>
                    <a:pt x="126259" y="3846"/>
                  </a:lnTo>
                  <a:lnTo>
                    <a:pt x="122752" y="4114"/>
                  </a:lnTo>
                  <a:lnTo>
                    <a:pt x="119244" y="4465"/>
                  </a:lnTo>
                  <a:lnTo>
                    <a:pt x="115737" y="4698"/>
                  </a:lnTo>
                  <a:lnTo>
                    <a:pt x="112230" y="4922"/>
                  </a:lnTo>
                  <a:lnTo>
                    <a:pt x="108723" y="5160"/>
                  </a:lnTo>
                  <a:lnTo>
                    <a:pt x="105216" y="5396"/>
                  </a:lnTo>
                  <a:lnTo>
                    <a:pt x="101708" y="5719"/>
                  </a:lnTo>
                  <a:lnTo>
                    <a:pt x="98201" y="6046"/>
                  </a:lnTo>
                  <a:lnTo>
                    <a:pt x="94694" y="6347"/>
                  </a:lnTo>
                  <a:lnTo>
                    <a:pt x="91187" y="6622"/>
                  </a:lnTo>
                  <a:lnTo>
                    <a:pt x="87680" y="6874"/>
                  </a:lnTo>
                  <a:lnTo>
                    <a:pt x="84172" y="7146"/>
                  </a:lnTo>
                  <a:lnTo>
                    <a:pt x="80665" y="7228"/>
                  </a:lnTo>
                  <a:lnTo>
                    <a:pt x="77158" y="7537"/>
                  </a:lnTo>
                  <a:lnTo>
                    <a:pt x="73651" y="7949"/>
                  </a:lnTo>
                  <a:lnTo>
                    <a:pt x="70144" y="8360"/>
                  </a:lnTo>
                  <a:lnTo>
                    <a:pt x="66636" y="8771"/>
                  </a:lnTo>
                  <a:lnTo>
                    <a:pt x="63129" y="8998"/>
                  </a:lnTo>
                  <a:lnTo>
                    <a:pt x="59622" y="9200"/>
                  </a:lnTo>
                  <a:lnTo>
                    <a:pt x="56115" y="9400"/>
                  </a:lnTo>
                  <a:lnTo>
                    <a:pt x="52608" y="9602"/>
                  </a:lnTo>
                  <a:lnTo>
                    <a:pt x="49100" y="9807"/>
                  </a:lnTo>
                  <a:lnTo>
                    <a:pt x="45593" y="10004"/>
                  </a:lnTo>
                  <a:lnTo>
                    <a:pt x="42086" y="10205"/>
                  </a:lnTo>
                  <a:lnTo>
                    <a:pt x="38579" y="10414"/>
                  </a:lnTo>
                  <a:lnTo>
                    <a:pt x="35072" y="10617"/>
                  </a:lnTo>
                  <a:lnTo>
                    <a:pt x="31564" y="10819"/>
                  </a:lnTo>
                  <a:lnTo>
                    <a:pt x="28057" y="11021"/>
                  </a:lnTo>
                  <a:lnTo>
                    <a:pt x="24550" y="11220"/>
                  </a:lnTo>
                  <a:lnTo>
                    <a:pt x="21043" y="11614"/>
                  </a:lnTo>
                  <a:lnTo>
                    <a:pt x="17536" y="11945"/>
                  </a:lnTo>
                  <a:lnTo>
                    <a:pt x="14028" y="12086"/>
                  </a:lnTo>
                  <a:lnTo>
                    <a:pt x="10521" y="12443"/>
                  </a:lnTo>
                  <a:lnTo>
                    <a:pt x="7014" y="12599"/>
                  </a:lnTo>
                  <a:lnTo>
                    <a:pt x="3507" y="12756"/>
                  </a:lnTo>
                  <a:lnTo>
                    <a:pt x="0" y="129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90881" y="4185489"/>
              <a:ext cx="838222" cy="95765"/>
            </a:xfrm>
            <a:custGeom>
              <a:avLst/>
              <a:pathLst>
                <a:path w="838222" h="95765">
                  <a:moveTo>
                    <a:pt x="0" y="0"/>
                  </a:moveTo>
                  <a:lnTo>
                    <a:pt x="3507" y="542"/>
                  </a:lnTo>
                  <a:lnTo>
                    <a:pt x="7014" y="1083"/>
                  </a:lnTo>
                  <a:lnTo>
                    <a:pt x="10521" y="1623"/>
                  </a:lnTo>
                  <a:lnTo>
                    <a:pt x="14028" y="2162"/>
                  </a:lnTo>
                  <a:lnTo>
                    <a:pt x="17536" y="2700"/>
                  </a:lnTo>
                  <a:lnTo>
                    <a:pt x="21043" y="3237"/>
                  </a:lnTo>
                  <a:lnTo>
                    <a:pt x="24550" y="3773"/>
                  </a:lnTo>
                  <a:lnTo>
                    <a:pt x="28057" y="4307"/>
                  </a:lnTo>
                  <a:lnTo>
                    <a:pt x="31564" y="4841"/>
                  </a:lnTo>
                  <a:lnTo>
                    <a:pt x="35072" y="5373"/>
                  </a:lnTo>
                  <a:lnTo>
                    <a:pt x="38579" y="5905"/>
                  </a:lnTo>
                  <a:lnTo>
                    <a:pt x="42086" y="6435"/>
                  </a:lnTo>
                  <a:lnTo>
                    <a:pt x="45593" y="6964"/>
                  </a:lnTo>
                  <a:lnTo>
                    <a:pt x="49100" y="7492"/>
                  </a:lnTo>
                  <a:lnTo>
                    <a:pt x="52608" y="8019"/>
                  </a:lnTo>
                  <a:lnTo>
                    <a:pt x="56115" y="8544"/>
                  </a:lnTo>
                  <a:lnTo>
                    <a:pt x="59622" y="9069"/>
                  </a:lnTo>
                  <a:lnTo>
                    <a:pt x="63129" y="9592"/>
                  </a:lnTo>
                  <a:lnTo>
                    <a:pt x="66636" y="10114"/>
                  </a:lnTo>
                  <a:lnTo>
                    <a:pt x="70144" y="10635"/>
                  </a:lnTo>
                  <a:lnTo>
                    <a:pt x="73651" y="11155"/>
                  </a:lnTo>
                  <a:lnTo>
                    <a:pt x="77158" y="11674"/>
                  </a:lnTo>
                  <a:lnTo>
                    <a:pt x="80665" y="12192"/>
                  </a:lnTo>
                  <a:lnTo>
                    <a:pt x="84172" y="12708"/>
                  </a:lnTo>
                  <a:lnTo>
                    <a:pt x="87680" y="13224"/>
                  </a:lnTo>
                  <a:lnTo>
                    <a:pt x="91187" y="13738"/>
                  </a:lnTo>
                  <a:lnTo>
                    <a:pt x="94694" y="14251"/>
                  </a:lnTo>
                  <a:lnTo>
                    <a:pt x="98201" y="14763"/>
                  </a:lnTo>
                  <a:lnTo>
                    <a:pt x="101708" y="15273"/>
                  </a:lnTo>
                  <a:lnTo>
                    <a:pt x="105216" y="15783"/>
                  </a:lnTo>
                  <a:lnTo>
                    <a:pt x="108723" y="16291"/>
                  </a:lnTo>
                  <a:lnTo>
                    <a:pt x="112230" y="16798"/>
                  </a:lnTo>
                  <a:lnTo>
                    <a:pt x="115737" y="17304"/>
                  </a:lnTo>
                  <a:lnTo>
                    <a:pt x="119244" y="17809"/>
                  </a:lnTo>
                  <a:lnTo>
                    <a:pt x="122752" y="18312"/>
                  </a:lnTo>
                  <a:lnTo>
                    <a:pt x="126259" y="18815"/>
                  </a:lnTo>
                  <a:lnTo>
                    <a:pt x="129766" y="19316"/>
                  </a:lnTo>
                  <a:lnTo>
                    <a:pt x="133273" y="19816"/>
                  </a:lnTo>
                  <a:lnTo>
                    <a:pt x="136781" y="20314"/>
                  </a:lnTo>
                  <a:lnTo>
                    <a:pt x="140288" y="20812"/>
                  </a:lnTo>
                  <a:lnTo>
                    <a:pt x="143795" y="21308"/>
                  </a:lnTo>
                  <a:lnTo>
                    <a:pt x="147302" y="21804"/>
                  </a:lnTo>
                  <a:lnTo>
                    <a:pt x="150809" y="22297"/>
                  </a:lnTo>
                  <a:lnTo>
                    <a:pt x="154317" y="22790"/>
                  </a:lnTo>
                  <a:lnTo>
                    <a:pt x="157824" y="23282"/>
                  </a:lnTo>
                  <a:lnTo>
                    <a:pt x="161331" y="23772"/>
                  </a:lnTo>
                  <a:lnTo>
                    <a:pt x="164838" y="24261"/>
                  </a:lnTo>
                  <a:lnTo>
                    <a:pt x="168345" y="24749"/>
                  </a:lnTo>
                  <a:lnTo>
                    <a:pt x="171853" y="25236"/>
                  </a:lnTo>
                  <a:lnTo>
                    <a:pt x="175360" y="25721"/>
                  </a:lnTo>
                  <a:lnTo>
                    <a:pt x="178867" y="26205"/>
                  </a:lnTo>
                  <a:lnTo>
                    <a:pt x="182374" y="26688"/>
                  </a:lnTo>
                  <a:lnTo>
                    <a:pt x="185881" y="27170"/>
                  </a:lnTo>
                  <a:lnTo>
                    <a:pt x="189389" y="27651"/>
                  </a:lnTo>
                  <a:lnTo>
                    <a:pt x="192896" y="28130"/>
                  </a:lnTo>
                  <a:lnTo>
                    <a:pt x="196403" y="28608"/>
                  </a:lnTo>
                  <a:lnTo>
                    <a:pt x="199910" y="29085"/>
                  </a:lnTo>
                  <a:lnTo>
                    <a:pt x="203417" y="29560"/>
                  </a:lnTo>
                  <a:lnTo>
                    <a:pt x="206925" y="30035"/>
                  </a:lnTo>
                  <a:lnTo>
                    <a:pt x="210432" y="30508"/>
                  </a:lnTo>
                  <a:lnTo>
                    <a:pt x="213939" y="30980"/>
                  </a:lnTo>
                  <a:lnTo>
                    <a:pt x="217446" y="31450"/>
                  </a:lnTo>
                  <a:lnTo>
                    <a:pt x="220953" y="31920"/>
                  </a:lnTo>
                  <a:lnTo>
                    <a:pt x="224461" y="32388"/>
                  </a:lnTo>
                  <a:lnTo>
                    <a:pt x="227968" y="32855"/>
                  </a:lnTo>
                  <a:lnTo>
                    <a:pt x="231475" y="33321"/>
                  </a:lnTo>
                  <a:lnTo>
                    <a:pt x="234982" y="33785"/>
                  </a:lnTo>
                  <a:lnTo>
                    <a:pt x="238489" y="34248"/>
                  </a:lnTo>
                  <a:lnTo>
                    <a:pt x="241997" y="34710"/>
                  </a:lnTo>
                  <a:lnTo>
                    <a:pt x="245504" y="35171"/>
                  </a:lnTo>
                  <a:lnTo>
                    <a:pt x="249011" y="35631"/>
                  </a:lnTo>
                  <a:lnTo>
                    <a:pt x="252518" y="36089"/>
                  </a:lnTo>
                  <a:lnTo>
                    <a:pt x="256026" y="36546"/>
                  </a:lnTo>
                  <a:lnTo>
                    <a:pt x="259533" y="37002"/>
                  </a:lnTo>
                  <a:lnTo>
                    <a:pt x="263040" y="37456"/>
                  </a:lnTo>
                  <a:lnTo>
                    <a:pt x="266547" y="37909"/>
                  </a:lnTo>
                  <a:lnTo>
                    <a:pt x="270054" y="38361"/>
                  </a:lnTo>
                  <a:lnTo>
                    <a:pt x="273562" y="38812"/>
                  </a:lnTo>
                  <a:lnTo>
                    <a:pt x="277069" y="39262"/>
                  </a:lnTo>
                  <a:lnTo>
                    <a:pt x="280576" y="39710"/>
                  </a:lnTo>
                  <a:lnTo>
                    <a:pt x="284083" y="40157"/>
                  </a:lnTo>
                  <a:lnTo>
                    <a:pt x="287590" y="40603"/>
                  </a:lnTo>
                  <a:lnTo>
                    <a:pt x="291098" y="41047"/>
                  </a:lnTo>
                  <a:lnTo>
                    <a:pt x="294605" y="41490"/>
                  </a:lnTo>
                  <a:lnTo>
                    <a:pt x="298112" y="41932"/>
                  </a:lnTo>
                  <a:lnTo>
                    <a:pt x="301619" y="42373"/>
                  </a:lnTo>
                  <a:lnTo>
                    <a:pt x="305126" y="42813"/>
                  </a:lnTo>
                  <a:lnTo>
                    <a:pt x="308634" y="43251"/>
                  </a:lnTo>
                  <a:lnTo>
                    <a:pt x="312141" y="43688"/>
                  </a:lnTo>
                  <a:lnTo>
                    <a:pt x="315648" y="44124"/>
                  </a:lnTo>
                  <a:lnTo>
                    <a:pt x="319155" y="44558"/>
                  </a:lnTo>
                  <a:lnTo>
                    <a:pt x="322662" y="44991"/>
                  </a:lnTo>
                  <a:lnTo>
                    <a:pt x="326170" y="45423"/>
                  </a:lnTo>
                  <a:lnTo>
                    <a:pt x="329677" y="45854"/>
                  </a:lnTo>
                  <a:lnTo>
                    <a:pt x="333184" y="46284"/>
                  </a:lnTo>
                  <a:lnTo>
                    <a:pt x="336691" y="46712"/>
                  </a:lnTo>
                  <a:lnTo>
                    <a:pt x="340198" y="47139"/>
                  </a:lnTo>
                  <a:lnTo>
                    <a:pt x="343706" y="47565"/>
                  </a:lnTo>
                  <a:lnTo>
                    <a:pt x="347213" y="47989"/>
                  </a:lnTo>
                  <a:lnTo>
                    <a:pt x="350720" y="48412"/>
                  </a:lnTo>
                  <a:lnTo>
                    <a:pt x="354227" y="48834"/>
                  </a:lnTo>
                  <a:lnTo>
                    <a:pt x="357734" y="49255"/>
                  </a:lnTo>
                  <a:lnTo>
                    <a:pt x="361242" y="49674"/>
                  </a:lnTo>
                  <a:lnTo>
                    <a:pt x="364749" y="50093"/>
                  </a:lnTo>
                  <a:lnTo>
                    <a:pt x="368256" y="50510"/>
                  </a:lnTo>
                  <a:lnTo>
                    <a:pt x="371763" y="50926"/>
                  </a:lnTo>
                  <a:lnTo>
                    <a:pt x="375271" y="51340"/>
                  </a:lnTo>
                  <a:lnTo>
                    <a:pt x="378778" y="51753"/>
                  </a:lnTo>
                  <a:lnTo>
                    <a:pt x="382285" y="52165"/>
                  </a:lnTo>
                  <a:lnTo>
                    <a:pt x="385792" y="52576"/>
                  </a:lnTo>
                  <a:lnTo>
                    <a:pt x="389299" y="52986"/>
                  </a:lnTo>
                  <a:lnTo>
                    <a:pt x="392807" y="53394"/>
                  </a:lnTo>
                  <a:lnTo>
                    <a:pt x="396314" y="53801"/>
                  </a:lnTo>
                  <a:lnTo>
                    <a:pt x="399821" y="54207"/>
                  </a:lnTo>
                  <a:lnTo>
                    <a:pt x="403328" y="54612"/>
                  </a:lnTo>
                  <a:lnTo>
                    <a:pt x="406835" y="55015"/>
                  </a:lnTo>
                  <a:lnTo>
                    <a:pt x="410343" y="55417"/>
                  </a:lnTo>
                  <a:lnTo>
                    <a:pt x="413850" y="55818"/>
                  </a:lnTo>
                  <a:lnTo>
                    <a:pt x="417357" y="56218"/>
                  </a:lnTo>
                  <a:lnTo>
                    <a:pt x="420864" y="56616"/>
                  </a:lnTo>
                  <a:lnTo>
                    <a:pt x="424371" y="57013"/>
                  </a:lnTo>
                  <a:lnTo>
                    <a:pt x="427879" y="57409"/>
                  </a:lnTo>
                  <a:lnTo>
                    <a:pt x="431386" y="57804"/>
                  </a:lnTo>
                  <a:lnTo>
                    <a:pt x="434893" y="58198"/>
                  </a:lnTo>
                  <a:lnTo>
                    <a:pt x="438400" y="58590"/>
                  </a:lnTo>
                  <a:lnTo>
                    <a:pt x="441907" y="58981"/>
                  </a:lnTo>
                  <a:lnTo>
                    <a:pt x="445415" y="59371"/>
                  </a:lnTo>
                  <a:lnTo>
                    <a:pt x="448922" y="59759"/>
                  </a:lnTo>
                  <a:lnTo>
                    <a:pt x="452429" y="60147"/>
                  </a:lnTo>
                  <a:lnTo>
                    <a:pt x="455936" y="60533"/>
                  </a:lnTo>
                  <a:lnTo>
                    <a:pt x="459443" y="60918"/>
                  </a:lnTo>
                  <a:lnTo>
                    <a:pt x="462951" y="61302"/>
                  </a:lnTo>
                  <a:lnTo>
                    <a:pt x="466458" y="61684"/>
                  </a:lnTo>
                  <a:lnTo>
                    <a:pt x="469965" y="62066"/>
                  </a:lnTo>
                  <a:lnTo>
                    <a:pt x="473472" y="62446"/>
                  </a:lnTo>
                  <a:lnTo>
                    <a:pt x="476979" y="62825"/>
                  </a:lnTo>
                  <a:lnTo>
                    <a:pt x="480487" y="63202"/>
                  </a:lnTo>
                  <a:lnTo>
                    <a:pt x="483994" y="63579"/>
                  </a:lnTo>
                  <a:lnTo>
                    <a:pt x="487501" y="63954"/>
                  </a:lnTo>
                  <a:lnTo>
                    <a:pt x="491008" y="64328"/>
                  </a:lnTo>
                  <a:lnTo>
                    <a:pt x="494516" y="64701"/>
                  </a:lnTo>
                  <a:lnTo>
                    <a:pt x="498023" y="65073"/>
                  </a:lnTo>
                  <a:lnTo>
                    <a:pt x="501530" y="65443"/>
                  </a:lnTo>
                  <a:lnTo>
                    <a:pt x="505037" y="65813"/>
                  </a:lnTo>
                  <a:lnTo>
                    <a:pt x="508544" y="66181"/>
                  </a:lnTo>
                  <a:lnTo>
                    <a:pt x="512052" y="66548"/>
                  </a:lnTo>
                  <a:lnTo>
                    <a:pt x="515559" y="66913"/>
                  </a:lnTo>
                  <a:lnTo>
                    <a:pt x="519066" y="67278"/>
                  </a:lnTo>
                  <a:lnTo>
                    <a:pt x="522573" y="67641"/>
                  </a:lnTo>
                  <a:lnTo>
                    <a:pt x="526080" y="68004"/>
                  </a:lnTo>
                  <a:lnTo>
                    <a:pt x="529588" y="68365"/>
                  </a:lnTo>
                  <a:lnTo>
                    <a:pt x="533095" y="68724"/>
                  </a:lnTo>
                  <a:lnTo>
                    <a:pt x="536602" y="69083"/>
                  </a:lnTo>
                  <a:lnTo>
                    <a:pt x="540109" y="69440"/>
                  </a:lnTo>
                  <a:lnTo>
                    <a:pt x="543616" y="69797"/>
                  </a:lnTo>
                  <a:lnTo>
                    <a:pt x="547124" y="70152"/>
                  </a:lnTo>
                  <a:lnTo>
                    <a:pt x="550631" y="70506"/>
                  </a:lnTo>
                  <a:lnTo>
                    <a:pt x="554138" y="70858"/>
                  </a:lnTo>
                  <a:lnTo>
                    <a:pt x="557645" y="71210"/>
                  </a:lnTo>
                  <a:lnTo>
                    <a:pt x="561152" y="71560"/>
                  </a:lnTo>
                  <a:lnTo>
                    <a:pt x="564660" y="71910"/>
                  </a:lnTo>
                  <a:lnTo>
                    <a:pt x="568167" y="72258"/>
                  </a:lnTo>
                  <a:lnTo>
                    <a:pt x="571674" y="72605"/>
                  </a:lnTo>
                  <a:lnTo>
                    <a:pt x="575181" y="72951"/>
                  </a:lnTo>
                  <a:lnTo>
                    <a:pt x="578688" y="73295"/>
                  </a:lnTo>
                  <a:lnTo>
                    <a:pt x="582196" y="73639"/>
                  </a:lnTo>
                  <a:lnTo>
                    <a:pt x="585703" y="73981"/>
                  </a:lnTo>
                  <a:lnTo>
                    <a:pt x="589210" y="74322"/>
                  </a:lnTo>
                  <a:lnTo>
                    <a:pt x="592717" y="74662"/>
                  </a:lnTo>
                  <a:lnTo>
                    <a:pt x="596224" y="75001"/>
                  </a:lnTo>
                  <a:lnTo>
                    <a:pt x="599732" y="75339"/>
                  </a:lnTo>
                  <a:lnTo>
                    <a:pt x="603239" y="75676"/>
                  </a:lnTo>
                  <a:lnTo>
                    <a:pt x="606746" y="76011"/>
                  </a:lnTo>
                  <a:lnTo>
                    <a:pt x="610253" y="76345"/>
                  </a:lnTo>
                  <a:lnTo>
                    <a:pt x="613761" y="76679"/>
                  </a:lnTo>
                  <a:lnTo>
                    <a:pt x="617268" y="77011"/>
                  </a:lnTo>
                  <a:lnTo>
                    <a:pt x="620775" y="77342"/>
                  </a:lnTo>
                  <a:lnTo>
                    <a:pt x="624282" y="77671"/>
                  </a:lnTo>
                  <a:lnTo>
                    <a:pt x="627789" y="78000"/>
                  </a:lnTo>
                  <a:lnTo>
                    <a:pt x="631297" y="78328"/>
                  </a:lnTo>
                  <a:lnTo>
                    <a:pt x="634804" y="78654"/>
                  </a:lnTo>
                  <a:lnTo>
                    <a:pt x="638311" y="78980"/>
                  </a:lnTo>
                  <a:lnTo>
                    <a:pt x="641818" y="79304"/>
                  </a:lnTo>
                  <a:lnTo>
                    <a:pt x="645325" y="79627"/>
                  </a:lnTo>
                  <a:lnTo>
                    <a:pt x="648833" y="79949"/>
                  </a:lnTo>
                  <a:lnTo>
                    <a:pt x="652340" y="80270"/>
                  </a:lnTo>
                  <a:lnTo>
                    <a:pt x="655847" y="80590"/>
                  </a:lnTo>
                  <a:lnTo>
                    <a:pt x="659354" y="80909"/>
                  </a:lnTo>
                  <a:lnTo>
                    <a:pt x="662861" y="81226"/>
                  </a:lnTo>
                  <a:lnTo>
                    <a:pt x="666369" y="81543"/>
                  </a:lnTo>
                  <a:lnTo>
                    <a:pt x="669876" y="81858"/>
                  </a:lnTo>
                  <a:lnTo>
                    <a:pt x="673383" y="82173"/>
                  </a:lnTo>
                  <a:lnTo>
                    <a:pt x="676890" y="82486"/>
                  </a:lnTo>
                  <a:lnTo>
                    <a:pt x="680397" y="82798"/>
                  </a:lnTo>
                  <a:lnTo>
                    <a:pt x="683905" y="83109"/>
                  </a:lnTo>
                  <a:lnTo>
                    <a:pt x="687412" y="83419"/>
                  </a:lnTo>
                  <a:lnTo>
                    <a:pt x="690919" y="83728"/>
                  </a:lnTo>
                  <a:lnTo>
                    <a:pt x="694426" y="84036"/>
                  </a:lnTo>
                  <a:lnTo>
                    <a:pt x="697933" y="84343"/>
                  </a:lnTo>
                  <a:lnTo>
                    <a:pt x="701441" y="84648"/>
                  </a:lnTo>
                  <a:lnTo>
                    <a:pt x="704948" y="84953"/>
                  </a:lnTo>
                  <a:lnTo>
                    <a:pt x="708455" y="85257"/>
                  </a:lnTo>
                  <a:lnTo>
                    <a:pt x="711962" y="85559"/>
                  </a:lnTo>
                  <a:lnTo>
                    <a:pt x="715469" y="85861"/>
                  </a:lnTo>
                  <a:lnTo>
                    <a:pt x="718977" y="86161"/>
                  </a:lnTo>
                  <a:lnTo>
                    <a:pt x="722484" y="86460"/>
                  </a:lnTo>
                  <a:lnTo>
                    <a:pt x="725991" y="86759"/>
                  </a:lnTo>
                  <a:lnTo>
                    <a:pt x="729498" y="87056"/>
                  </a:lnTo>
                  <a:lnTo>
                    <a:pt x="733006" y="87352"/>
                  </a:lnTo>
                  <a:lnTo>
                    <a:pt x="736513" y="87647"/>
                  </a:lnTo>
                  <a:lnTo>
                    <a:pt x="740020" y="87941"/>
                  </a:lnTo>
                  <a:lnTo>
                    <a:pt x="743527" y="88234"/>
                  </a:lnTo>
                  <a:lnTo>
                    <a:pt x="747034" y="88527"/>
                  </a:lnTo>
                  <a:lnTo>
                    <a:pt x="750542" y="88818"/>
                  </a:lnTo>
                  <a:lnTo>
                    <a:pt x="754049" y="89108"/>
                  </a:lnTo>
                  <a:lnTo>
                    <a:pt x="757556" y="89396"/>
                  </a:lnTo>
                  <a:lnTo>
                    <a:pt x="761063" y="89684"/>
                  </a:lnTo>
                  <a:lnTo>
                    <a:pt x="764570" y="89971"/>
                  </a:lnTo>
                  <a:lnTo>
                    <a:pt x="768078" y="90257"/>
                  </a:lnTo>
                  <a:lnTo>
                    <a:pt x="771585" y="90542"/>
                  </a:lnTo>
                  <a:lnTo>
                    <a:pt x="775092" y="90826"/>
                  </a:lnTo>
                  <a:lnTo>
                    <a:pt x="778599" y="91109"/>
                  </a:lnTo>
                  <a:lnTo>
                    <a:pt x="782106" y="91391"/>
                  </a:lnTo>
                  <a:lnTo>
                    <a:pt x="785614" y="91671"/>
                  </a:lnTo>
                  <a:lnTo>
                    <a:pt x="789121" y="91951"/>
                  </a:lnTo>
                  <a:lnTo>
                    <a:pt x="792628" y="92230"/>
                  </a:lnTo>
                  <a:lnTo>
                    <a:pt x="796135" y="92508"/>
                  </a:lnTo>
                  <a:lnTo>
                    <a:pt x="799642" y="92785"/>
                  </a:lnTo>
                  <a:lnTo>
                    <a:pt x="803150" y="93061"/>
                  </a:lnTo>
                  <a:lnTo>
                    <a:pt x="806657" y="93335"/>
                  </a:lnTo>
                  <a:lnTo>
                    <a:pt x="810164" y="93609"/>
                  </a:lnTo>
                  <a:lnTo>
                    <a:pt x="813671" y="93882"/>
                  </a:lnTo>
                  <a:lnTo>
                    <a:pt x="817178" y="94154"/>
                  </a:lnTo>
                  <a:lnTo>
                    <a:pt x="820686" y="94425"/>
                  </a:lnTo>
                  <a:lnTo>
                    <a:pt x="824193" y="94695"/>
                  </a:lnTo>
                  <a:lnTo>
                    <a:pt x="827700" y="94964"/>
                  </a:lnTo>
                  <a:lnTo>
                    <a:pt x="831207" y="95232"/>
                  </a:lnTo>
                  <a:lnTo>
                    <a:pt x="834714" y="95499"/>
                  </a:lnTo>
                  <a:lnTo>
                    <a:pt x="838222" y="95765"/>
                  </a:lnTo>
                </a:path>
              </a:pathLst>
            </a:custGeom>
            <a:ln w="28456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648970" y="4219300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648970" y="4632901"/>
              <a:ext cx="922044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5690881" y="4669764"/>
              <a:ext cx="838222" cy="737252"/>
            </a:xfrm>
            <a:custGeom>
              <a:avLst/>
              <a:pathLst>
                <a:path w="838222" h="737252">
                  <a:moveTo>
                    <a:pt x="0" y="631896"/>
                  </a:moveTo>
                  <a:lnTo>
                    <a:pt x="3507" y="631148"/>
                  </a:lnTo>
                  <a:lnTo>
                    <a:pt x="7014" y="630413"/>
                  </a:lnTo>
                  <a:lnTo>
                    <a:pt x="10521" y="629787"/>
                  </a:lnTo>
                  <a:lnTo>
                    <a:pt x="14028" y="629262"/>
                  </a:lnTo>
                  <a:lnTo>
                    <a:pt x="17536" y="628555"/>
                  </a:lnTo>
                  <a:lnTo>
                    <a:pt x="21043" y="627845"/>
                  </a:lnTo>
                  <a:lnTo>
                    <a:pt x="24550" y="627180"/>
                  </a:lnTo>
                  <a:lnTo>
                    <a:pt x="28057" y="626524"/>
                  </a:lnTo>
                  <a:lnTo>
                    <a:pt x="31564" y="625865"/>
                  </a:lnTo>
                  <a:lnTo>
                    <a:pt x="35072" y="625172"/>
                  </a:lnTo>
                  <a:lnTo>
                    <a:pt x="38579" y="624237"/>
                  </a:lnTo>
                  <a:lnTo>
                    <a:pt x="42086" y="623340"/>
                  </a:lnTo>
                  <a:lnTo>
                    <a:pt x="45593" y="622341"/>
                  </a:lnTo>
                  <a:lnTo>
                    <a:pt x="49100" y="621532"/>
                  </a:lnTo>
                  <a:lnTo>
                    <a:pt x="52608" y="620662"/>
                  </a:lnTo>
                  <a:lnTo>
                    <a:pt x="56115" y="620067"/>
                  </a:lnTo>
                  <a:lnTo>
                    <a:pt x="59622" y="619544"/>
                  </a:lnTo>
                  <a:lnTo>
                    <a:pt x="63129" y="619022"/>
                  </a:lnTo>
                  <a:lnTo>
                    <a:pt x="66636" y="618287"/>
                  </a:lnTo>
                  <a:lnTo>
                    <a:pt x="70144" y="617536"/>
                  </a:lnTo>
                  <a:lnTo>
                    <a:pt x="73651" y="616784"/>
                  </a:lnTo>
                  <a:lnTo>
                    <a:pt x="77158" y="615986"/>
                  </a:lnTo>
                  <a:lnTo>
                    <a:pt x="80665" y="615123"/>
                  </a:lnTo>
                  <a:lnTo>
                    <a:pt x="84172" y="614274"/>
                  </a:lnTo>
                  <a:lnTo>
                    <a:pt x="87680" y="613364"/>
                  </a:lnTo>
                  <a:lnTo>
                    <a:pt x="91187" y="612428"/>
                  </a:lnTo>
                  <a:lnTo>
                    <a:pt x="94694" y="611807"/>
                  </a:lnTo>
                  <a:lnTo>
                    <a:pt x="98201" y="610980"/>
                  </a:lnTo>
                  <a:lnTo>
                    <a:pt x="101708" y="610419"/>
                  </a:lnTo>
                  <a:lnTo>
                    <a:pt x="105216" y="609974"/>
                  </a:lnTo>
                  <a:lnTo>
                    <a:pt x="108723" y="609486"/>
                  </a:lnTo>
                  <a:lnTo>
                    <a:pt x="112230" y="608683"/>
                  </a:lnTo>
                  <a:lnTo>
                    <a:pt x="115737" y="607877"/>
                  </a:lnTo>
                  <a:lnTo>
                    <a:pt x="119244" y="607070"/>
                  </a:lnTo>
                  <a:lnTo>
                    <a:pt x="122752" y="606263"/>
                  </a:lnTo>
                  <a:lnTo>
                    <a:pt x="126259" y="605648"/>
                  </a:lnTo>
                  <a:lnTo>
                    <a:pt x="129766" y="605097"/>
                  </a:lnTo>
                  <a:lnTo>
                    <a:pt x="133273" y="604262"/>
                  </a:lnTo>
                  <a:lnTo>
                    <a:pt x="136781" y="603476"/>
                  </a:lnTo>
                  <a:lnTo>
                    <a:pt x="140288" y="602471"/>
                  </a:lnTo>
                  <a:lnTo>
                    <a:pt x="143795" y="601467"/>
                  </a:lnTo>
                  <a:lnTo>
                    <a:pt x="147302" y="600718"/>
                  </a:lnTo>
                  <a:lnTo>
                    <a:pt x="150809" y="599908"/>
                  </a:lnTo>
                  <a:lnTo>
                    <a:pt x="154317" y="598785"/>
                  </a:lnTo>
                  <a:lnTo>
                    <a:pt x="157824" y="597937"/>
                  </a:lnTo>
                  <a:lnTo>
                    <a:pt x="161331" y="597318"/>
                  </a:lnTo>
                  <a:lnTo>
                    <a:pt x="164838" y="596228"/>
                  </a:lnTo>
                  <a:lnTo>
                    <a:pt x="168345" y="595382"/>
                  </a:lnTo>
                  <a:lnTo>
                    <a:pt x="171853" y="594508"/>
                  </a:lnTo>
                  <a:lnTo>
                    <a:pt x="175360" y="593642"/>
                  </a:lnTo>
                  <a:lnTo>
                    <a:pt x="178867" y="592760"/>
                  </a:lnTo>
                  <a:lnTo>
                    <a:pt x="182374" y="591791"/>
                  </a:lnTo>
                  <a:lnTo>
                    <a:pt x="185881" y="590821"/>
                  </a:lnTo>
                  <a:lnTo>
                    <a:pt x="189389" y="589902"/>
                  </a:lnTo>
                  <a:lnTo>
                    <a:pt x="192896" y="588988"/>
                  </a:lnTo>
                  <a:lnTo>
                    <a:pt x="196403" y="588089"/>
                  </a:lnTo>
                  <a:lnTo>
                    <a:pt x="199910" y="587085"/>
                  </a:lnTo>
                  <a:lnTo>
                    <a:pt x="203417" y="586089"/>
                  </a:lnTo>
                  <a:lnTo>
                    <a:pt x="206925" y="585293"/>
                  </a:lnTo>
                  <a:lnTo>
                    <a:pt x="210432" y="584469"/>
                  </a:lnTo>
                  <a:lnTo>
                    <a:pt x="213939" y="583450"/>
                  </a:lnTo>
                  <a:lnTo>
                    <a:pt x="217446" y="582377"/>
                  </a:lnTo>
                  <a:lnTo>
                    <a:pt x="220953" y="581228"/>
                  </a:lnTo>
                  <a:lnTo>
                    <a:pt x="224461" y="580158"/>
                  </a:lnTo>
                  <a:lnTo>
                    <a:pt x="227968" y="579057"/>
                  </a:lnTo>
                  <a:lnTo>
                    <a:pt x="231475" y="578213"/>
                  </a:lnTo>
                  <a:lnTo>
                    <a:pt x="234982" y="577224"/>
                  </a:lnTo>
                  <a:lnTo>
                    <a:pt x="238489" y="576351"/>
                  </a:lnTo>
                  <a:lnTo>
                    <a:pt x="241997" y="575663"/>
                  </a:lnTo>
                  <a:lnTo>
                    <a:pt x="245504" y="574808"/>
                  </a:lnTo>
                  <a:lnTo>
                    <a:pt x="249011" y="573748"/>
                  </a:lnTo>
                  <a:lnTo>
                    <a:pt x="252518" y="572558"/>
                  </a:lnTo>
                  <a:lnTo>
                    <a:pt x="256026" y="571621"/>
                  </a:lnTo>
                  <a:lnTo>
                    <a:pt x="259533" y="570304"/>
                  </a:lnTo>
                  <a:lnTo>
                    <a:pt x="263040" y="569265"/>
                  </a:lnTo>
                  <a:lnTo>
                    <a:pt x="266547" y="568110"/>
                  </a:lnTo>
                  <a:lnTo>
                    <a:pt x="270054" y="566868"/>
                  </a:lnTo>
                  <a:lnTo>
                    <a:pt x="273562" y="565496"/>
                  </a:lnTo>
                  <a:lnTo>
                    <a:pt x="277069" y="564539"/>
                  </a:lnTo>
                  <a:lnTo>
                    <a:pt x="280576" y="563340"/>
                  </a:lnTo>
                  <a:lnTo>
                    <a:pt x="284083" y="562019"/>
                  </a:lnTo>
                  <a:lnTo>
                    <a:pt x="287590" y="560895"/>
                  </a:lnTo>
                  <a:lnTo>
                    <a:pt x="291098" y="559704"/>
                  </a:lnTo>
                  <a:lnTo>
                    <a:pt x="294605" y="558480"/>
                  </a:lnTo>
                  <a:lnTo>
                    <a:pt x="298112" y="557213"/>
                  </a:lnTo>
                  <a:lnTo>
                    <a:pt x="301619" y="556016"/>
                  </a:lnTo>
                  <a:lnTo>
                    <a:pt x="305126" y="554796"/>
                  </a:lnTo>
                  <a:lnTo>
                    <a:pt x="308634" y="553206"/>
                  </a:lnTo>
                  <a:lnTo>
                    <a:pt x="312141" y="551705"/>
                  </a:lnTo>
                  <a:lnTo>
                    <a:pt x="315648" y="550038"/>
                  </a:lnTo>
                  <a:lnTo>
                    <a:pt x="319155" y="548162"/>
                  </a:lnTo>
                  <a:lnTo>
                    <a:pt x="322662" y="546254"/>
                  </a:lnTo>
                  <a:lnTo>
                    <a:pt x="326170" y="544898"/>
                  </a:lnTo>
                  <a:lnTo>
                    <a:pt x="329677" y="543228"/>
                  </a:lnTo>
                  <a:lnTo>
                    <a:pt x="333184" y="541255"/>
                  </a:lnTo>
                  <a:lnTo>
                    <a:pt x="336691" y="539798"/>
                  </a:lnTo>
                  <a:lnTo>
                    <a:pt x="340198" y="538736"/>
                  </a:lnTo>
                  <a:lnTo>
                    <a:pt x="343706" y="537084"/>
                  </a:lnTo>
                  <a:lnTo>
                    <a:pt x="347213" y="535125"/>
                  </a:lnTo>
                  <a:lnTo>
                    <a:pt x="350720" y="533138"/>
                  </a:lnTo>
                  <a:lnTo>
                    <a:pt x="354227" y="531402"/>
                  </a:lnTo>
                  <a:lnTo>
                    <a:pt x="357734" y="529596"/>
                  </a:lnTo>
                  <a:lnTo>
                    <a:pt x="361242" y="527216"/>
                  </a:lnTo>
                  <a:lnTo>
                    <a:pt x="364749" y="525384"/>
                  </a:lnTo>
                  <a:lnTo>
                    <a:pt x="368256" y="523623"/>
                  </a:lnTo>
                  <a:lnTo>
                    <a:pt x="371763" y="521702"/>
                  </a:lnTo>
                  <a:lnTo>
                    <a:pt x="375271" y="519780"/>
                  </a:lnTo>
                  <a:lnTo>
                    <a:pt x="378778" y="517571"/>
                  </a:lnTo>
                  <a:lnTo>
                    <a:pt x="382285" y="515950"/>
                  </a:lnTo>
                  <a:lnTo>
                    <a:pt x="385792" y="513818"/>
                  </a:lnTo>
                  <a:lnTo>
                    <a:pt x="389299" y="511577"/>
                  </a:lnTo>
                  <a:lnTo>
                    <a:pt x="392807" y="509658"/>
                  </a:lnTo>
                  <a:lnTo>
                    <a:pt x="396314" y="507146"/>
                  </a:lnTo>
                  <a:lnTo>
                    <a:pt x="399821" y="504550"/>
                  </a:lnTo>
                  <a:lnTo>
                    <a:pt x="403328" y="502525"/>
                  </a:lnTo>
                  <a:lnTo>
                    <a:pt x="406835" y="500321"/>
                  </a:lnTo>
                  <a:lnTo>
                    <a:pt x="410343" y="497825"/>
                  </a:lnTo>
                  <a:lnTo>
                    <a:pt x="413850" y="495610"/>
                  </a:lnTo>
                  <a:lnTo>
                    <a:pt x="417357" y="493027"/>
                  </a:lnTo>
                  <a:lnTo>
                    <a:pt x="420864" y="490510"/>
                  </a:lnTo>
                  <a:lnTo>
                    <a:pt x="424371" y="488097"/>
                  </a:lnTo>
                  <a:lnTo>
                    <a:pt x="427879" y="485442"/>
                  </a:lnTo>
                  <a:lnTo>
                    <a:pt x="431386" y="482356"/>
                  </a:lnTo>
                  <a:lnTo>
                    <a:pt x="434893" y="479790"/>
                  </a:lnTo>
                  <a:lnTo>
                    <a:pt x="438400" y="477115"/>
                  </a:lnTo>
                  <a:lnTo>
                    <a:pt x="441907" y="474514"/>
                  </a:lnTo>
                  <a:lnTo>
                    <a:pt x="445415" y="471854"/>
                  </a:lnTo>
                  <a:lnTo>
                    <a:pt x="448922" y="469092"/>
                  </a:lnTo>
                  <a:lnTo>
                    <a:pt x="452429" y="466632"/>
                  </a:lnTo>
                  <a:lnTo>
                    <a:pt x="455936" y="463593"/>
                  </a:lnTo>
                  <a:lnTo>
                    <a:pt x="459443" y="461163"/>
                  </a:lnTo>
                  <a:lnTo>
                    <a:pt x="462951" y="458520"/>
                  </a:lnTo>
                  <a:lnTo>
                    <a:pt x="466458" y="455449"/>
                  </a:lnTo>
                  <a:lnTo>
                    <a:pt x="469965" y="452531"/>
                  </a:lnTo>
                  <a:lnTo>
                    <a:pt x="473472" y="448974"/>
                  </a:lnTo>
                  <a:lnTo>
                    <a:pt x="476979" y="446001"/>
                  </a:lnTo>
                  <a:lnTo>
                    <a:pt x="480487" y="442574"/>
                  </a:lnTo>
                  <a:lnTo>
                    <a:pt x="483994" y="439686"/>
                  </a:lnTo>
                  <a:lnTo>
                    <a:pt x="487501" y="436003"/>
                  </a:lnTo>
                  <a:lnTo>
                    <a:pt x="491008" y="432422"/>
                  </a:lnTo>
                  <a:lnTo>
                    <a:pt x="494516" y="428972"/>
                  </a:lnTo>
                  <a:lnTo>
                    <a:pt x="498023" y="425493"/>
                  </a:lnTo>
                  <a:lnTo>
                    <a:pt x="501530" y="421827"/>
                  </a:lnTo>
                  <a:lnTo>
                    <a:pt x="505037" y="418498"/>
                  </a:lnTo>
                  <a:lnTo>
                    <a:pt x="508544" y="414967"/>
                  </a:lnTo>
                  <a:lnTo>
                    <a:pt x="512052" y="411410"/>
                  </a:lnTo>
                  <a:lnTo>
                    <a:pt x="515559" y="407835"/>
                  </a:lnTo>
                  <a:lnTo>
                    <a:pt x="519066" y="404350"/>
                  </a:lnTo>
                  <a:lnTo>
                    <a:pt x="522573" y="401249"/>
                  </a:lnTo>
                  <a:lnTo>
                    <a:pt x="526080" y="397452"/>
                  </a:lnTo>
                  <a:lnTo>
                    <a:pt x="529588" y="393363"/>
                  </a:lnTo>
                  <a:lnTo>
                    <a:pt x="533095" y="389334"/>
                  </a:lnTo>
                  <a:lnTo>
                    <a:pt x="536602" y="385091"/>
                  </a:lnTo>
                  <a:lnTo>
                    <a:pt x="540109" y="380988"/>
                  </a:lnTo>
                  <a:lnTo>
                    <a:pt x="543616" y="377403"/>
                  </a:lnTo>
                  <a:lnTo>
                    <a:pt x="547124" y="373950"/>
                  </a:lnTo>
                  <a:lnTo>
                    <a:pt x="550631" y="369822"/>
                  </a:lnTo>
                  <a:lnTo>
                    <a:pt x="554138" y="365170"/>
                  </a:lnTo>
                  <a:lnTo>
                    <a:pt x="557645" y="361275"/>
                  </a:lnTo>
                  <a:lnTo>
                    <a:pt x="561152" y="357097"/>
                  </a:lnTo>
                  <a:lnTo>
                    <a:pt x="564660" y="353493"/>
                  </a:lnTo>
                  <a:lnTo>
                    <a:pt x="568167" y="349858"/>
                  </a:lnTo>
                  <a:lnTo>
                    <a:pt x="571674" y="345669"/>
                  </a:lnTo>
                  <a:lnTo>
                    <a:pt x="575181" y="341227"/>
                  </a:lnTo>
                  <a:lnTo>
                    <a:pt x="578688" y="337025"/>
                  </a:lnTo>
                  <a:lnTo>
                    <a:pt x="582196" y="332613"/>
                  </a:lnTo>
                  <a:lnTo>
                    <a:pt x="585703" y="328831"/>
                  </a:lnTo>
                  <a:lnTo>
                    <a:pt x="589210" y="324773"/>
                  </a:lnTo>
                  <a:lnTo>
                    <a:pt x="592717" y="320500"/>
                  </a:lnTo>
                  <a:lnTo>
                    <a:pt x="596224" y="315773"/>
                  </a:lnTo>
                  <a:lnTo>
                    <a:pt x="599732" y="311246"/>
                  </a:lnTo>
                  <a:lnTo>
                    <a:pt x="603239" y="306444"/>
                  </a:lnTo>
                  <a:lnTo>
                    <a:pt x="606746" y="301724"/>
                  </a:lnTo>
                  <a:lnTo>
                    <a:pt x="610253" y="297557"/>
                  </a:lnTo>
                  <a:lnTo>
                    <a:pt x="613761" y="292947"/>
                  </a:lnTo>
                  <a:lnTo>
                    <a:pt x="617268" y="287595"/>
                  </a:lnTo>
                  <a:lnTo>
                    <a:pt x="620775" y="282888"/>
                  </a:lnTo>
                  <a:lnTo>
                    <a:pt x="624282" y="278708"/>
                  </a:lnTo>
                  <a:lnTo>
                    <a:pt x="627789" y="273665"/>
                  </a:lnTo>
                  <a:lnTo>
                    <a:pt x="631297" y="268796"/>
                  </a:lnTo>
                  <a:lnTo>
                    <a:pt x="634804" y="264444"/>
                  </a:lnTo>
                  <a:lnTo>
                    <a:pt x="638311" y="260303"/>
                  </a:lnTo>
                  <a:lnTo>
                    <a:pt x="641818" y="255306"/>
                  </a:lnTo>
                  <a:lnTo>
                    <a:pt x="645325" y="250206"/>
                  </a:lnTo>
                  <a:lnTo>
                    <a:pt x="648833" y="245421"/>
                  </a:lnTo>
                  <a:lnTo>
                    <a:pt x="652340" y="240783"/>
                  </a:lnTo>
                  <a:lnTo>
                    <a:pt x="655847" y="236146"/>
                  </a:lnTo>
                  <a:lnTo>
                    <a:pt x="659354" y="231522"/>
                  </a:lnTo>
                  <a:lnTo>
                    <a:pt x="662861" y="226815"/>
                  </a:lnTo>
                  <a:lnTo>
                    <a:pt x="666369" y="222017"/>
                  </a:lnTo>
                  <a:lnTo>
                    <a:pt x="669876" y="217237"/>
                  </a:lnTo>
                  <a:lnTo>
                    <a:pt x="673383" y="212490"/>
                  </a:lnTo>
                  <a:lnTo>
                    <a:pt x="676890" y="207761"/>
                  </a:lnTo>
                  <a:lnTo>
                    <a:pt x="680397" y="203729"/>
                  </a:lnTo>
                  <a:lnTo>
                    <a:pt x="683905" y="199051"/>
                  </a:lnTo>
                  <a:lnTo>
                    <a:pt x="687412" y="194287"/>
                  </a:lnTo>
                  <a:lnTo>
                    <a:pt x="690919" y="189802"/>
                  </a:lnTo>
                  <a:lnTo>
                    <a:pt x="694426" y="185172"/>
                  </a:lnTo>
                  <a:lnTo>
                    <a:pt x="697933" y="180861"/>
                  </a:lnTo>
                  <a:lnTo>
                    <a:pt x="701441" y="176780"/>
                  </a:lnTo>
                  <a:lnTo>
                    <a:pt x="704948" y="171618"/>
                  </a:lnTo>
                  <a:lnTo>
                    <a:pt x="708455" y="167005"/>
                  </a:lnTo>
                  <a:lnTo>
                    <a:pt x="711962" y="162614"/>
                  </a:lnTo>
                  <a:lnTo>
                    <a:pt x="715469" y="157818"/>
                  </a:lnTo>
                  <a:lnTo>
                    <a:pt x="718977" y="152939"/>
                  </a:lnTo>
                  <a:lnTo>
                    <a:pt x="722484" y="148227"/>
                  </a:lnTo>
                  <a:lnTo>
                    <a:pt x="725991" y="143689"/>
                  </a:lnTo>
                  <a:lnTo>
                    <a:pt x="729498" y="139054"/>
                  </a:lnTo>
                  <a:lnTo>
                    <a:pt x="733006" y="134328"/>
                  </a:lnTo>
                  <a:lnTo>
                    <a:pt x="736513" y="129623"/>
                  </a:lnTo>
                  <a:lnTo>
                    <a:pt x="740020" y="125135"/>
                  </a:lnTo>
                  <a:lnTo>
                    <a:pt x="743527" y="120578"/>
                  </a:lnTo>
                  <a:lnTo>
                    <a:pt x="747034" y="115827"/>
                  </a:lnTo>
                  <a:lnTo>
                    <a:pt x="750542" y="110814"/>
                  </a:lnTo>
                  <a:lnTo>
                    <a:pt x="754049" y="106292"/>
                  </a:lnTo>
                  <a:lnTo>
                    <a:pt x="757556" y="101915"/>
                  </a:lnTo>
                  <a:lnTo>
                    <a:pt x="761063" y="97856"/>
                  </a:lnTo>
                  <a:lnTo>
                    <a:pt x="764570" y="93156"/>
                  </a:lnTo>
                  <a:lnTo>
                    <a:pt x="768078" y="87955"/>
                  </a:lnTo>
                  <a:lnTo>
                    <a:pt x="771585" y="83418"/>
                  </a:lnTo>
                  <a:lnTo>
                    <a:pt x="775092" y="78208"/>
                  </a:lnTo>
                  <a:lnTo>
                    <a:pt x="778599" y="73957"/>
                  </a:lnTo>
                  <a:lnTo>
                    <a:pt x="782106" y="69494"/>
                  </a:lnTo>
                  <a:lnTo>
                    <a:pt x="785614" y="64685"/>
                  </a:lnTo>
                  <a:lnTo>
                    <a:pt x="789121" y="60050"/>
                  </a:lnTo>
                  <a:lnTo>
                    <a:pt x="792628" y="55818"/>
                  </a:lnTo>
                  <a:lnTo>
                    <a:pt x="796135" y="51761"/>
                  </a:lnTo>
                  <a:lnTo>
                    <a:pt x="799642" y="47334"/>
                  </a:lnTo>
                  <a:lnTo>
                    <a:pt x="803150" y="42888"/>
                  </a:lnTo>
                  <a:lnTo>
                    <a:pt x="806657" y="38670"/>
                  </a:lnTo>
                  <a:lnTo>
                    <a:pt x="810164" y="34338"/>
                  </a:lnTo>
                  <a:lnTo>
                    <a:pt x="813671" y="29669"/>
                  </a:lnTo>
                  <a:lnTo>
                    <a:pt x="817178" y="25410"/>
                  </a:lnTo>
                  <a:lnTo>
                    <a:pt x="820686" y="21182"/>
                  </a:lnTo>
                  <a:lnTo>
                    <a:pt x="824193" y="16985"/>
                  </a:lnTo>
                  <a:lnTo>
                    <a:pt x="827700" y="12639"/>
                  </a:lnTo>
                  <a:lnTo>
                    <a:pt x="831207" y="8668"/>
                  </a:lnTo>
                  <a:lnTo>
                    <a:pt x="834714" y="4205"/>
                  </a:lnTo>
                  <a:lnTo>
                    <a:pt x="838222" y="0"/>
                  </a:lnTo>
                  <a:lnTo>
                    <a:pt x="838222" y="440220"/>
                  </a:lnTo>
                  <a:lnTo>
                    <a:pt x="834714" y="441357"/>
                  </a:lnTo>
                  <a:lnTo>
                    <a:pt x="831207" y="442599"/>
                  </a:lnTo>
                  <a:lnTo>
                    <a:pt x="827700" y="443778"/>
                  </a:lnTo>
                  <a:lnTo>
                    <a:pt x="824193" y="444954"/>
                  </a:lnTo>
                  <a:lnTo>
                    <a:pt x="820686" y="446128"/>
                  </a:lnTo>
                  <a:lnTo>
                    <a:pt x="817178" y="447300"/>
                  </a:lnTo>
                  <a:lnTo>
                    <a:pt x="813671" y="448469"/>
                  </a:lnTo>
                  <a:lnTo>
                    <a:pt x="810164" y="449910"/>
                  </a:lnTo>
                  <a:lnTo>
                    <a:pt x="806657" y="451215"/>
                  </a:lnTo>
                  <a:lnTo>
                    <a:pt x="803150" y="452355"/>
                  </a:lnTo>
                  <a:lnTo>
                    <a:pt x="799642" y="453486"/>
                  </a:lnTo>
                  <a:lnTo>
                    <a:pt x="796135" y="454782"/>
                  </a:lnTo>
                  <a:lnTo>
                    <a:pt x="792628" y="456186"/>
                  </a:lnTo>
                  <a:lnTo>
                    <a:pt x="789121" y="457324"/>
                  </a:lnTo>
                  <a:lnTo>
                    <a:pt x="785614" y="458447"/>
                  </a:lnTo>
                  <a:lnTo>
                    <a:pt x="782106" y="459590"/>
                  </a:lnTo>
                  <a:lnTo>
                    <a:pt x="778599" y="460721"/>
                  </a:lnTo>
                  <a:lnTo>
                    <a:pt x="775092" y="461846"/>
                  </a:lnTo>
                  <a:lnTo>
                    <a:pt x="771585" y="463468"/>
                  </a:lnTo>
                  <a:lnTo>
                    <a:pt x="768078" y="465287"/>
                  </a:lnTo>
                  <a:lnTo>
                    <a:pt x="764570" y="467098"/>
                  </a:lnTo>
                  <a:lnTo>
                    <a:pt x="761063" y="468537"/>
                  </a:lnTo>
                  <a:lnTo>
                    <a:pt x="757556" y="469471"/>
                  </a:lnTo>
                  <a:lnTo>
                    <a:pt x="754049" y="470383"/>
                  </a:lnTo>
                  <a:lnTo>
                    <a:pt x="750542" y="471439"/>
                  </a:lnTo>
                  <a:lnTo>
                    <a:pt x="747034" y="472898"/>
                  </a:lnTo>
                  <a:lnTo>
                    <a:pt x="743527" y="474337"/>
                  </a:lnTo>
                  <a:lnTo>
                    <a:pt x="740020" y="475353"/>
                  </a:lnTo>
                  <a:lnTo>
                    <a:pt x="736513" y="476908"/>
                  </a:lnTo>
                  <a:lnTo>
                    <a:pt x="733006" y="478501"/>
                  </a:lnTo>
                  <a:lnTo>
                    <a:pt x="729498" y="479636"/>
                  </a:lnTo>
                  <a:lnTo>
                    <a:pt x="725991" y="481181"/>
                  </a:lnTo>
                  <a:lnTo>
                    <a:pt x="722484" y="483070"/>
                  </a:lnTo>
                  <a:lnTo>
                    <a:pt x="718977" y="484263"/>
                  </a:lnTo>
                  <a:lnTo>
                    <a:pt x="715469" y="485376"/>
                  </a:lnTo>
                  <a:lnTo>
                    <a:pt x="711962" y="486478"/>
                  </a:lnTo>
                  <a:lnTo>
                    <a:pt x="708455" y="487793"/>
                  </a:lnTo>
                  <a:lnTo>
                    <a:pt x="704948" y="488989"/>
                  </a:lnTo>
                  <a:lnTo>
                    <a:pt x="701441" y="490129"/>
                  </a:lnTo>
                  <a:lnTo>
                    <a:pt x="697933" y="491513"/>
                  </a:lnTo>
                  <a:lnTo>
                    <a:pt x="694426" y="492891"/>
                  </a:lnTo>
                  <a:lnTo>
                    <a:pt x="690919" y="494679"/>
                  </a:lnTo>
                  <a:lnTo>
                    <a:pt x="687412" y="495613"/>
                  </a:lnTo>
                  <a:lnTo>
                    <a:pt x="683905" y="497011"/>
                  </a:lnTo>
                  <a:lnTo>
                    <a:pt x="680397" y="498125"/>
                  </a:lnTo>
                  <a:lnTo>
                    <a:pt x="676890" y="499415"/>
                  </a:lnTo>
                  <a:lnTo>
                    <a:pt x="673383" y="500853"/>
                  </a:lnTo>
                  <a:lnTo>
                    <a:pt x="669876" y="502331"/>
                  </a:lnTo>
                  <a:lnTo>
                    <a:pt x="666369" y="503711"/>
                  </a:lnTo>
                  <a:lnTo>
                    <a:pt x="662861" y="505099"/>
                  </a:lnTo>
                  <a:lnTo>
                    <a:pt x="659354" y="506767"/>
                  </a:lnTo>
                  <a:lnTo>
                    <a:pt x="655847" y="507974"/>
                  </a:lnTo>
                  <a:lnTo>
                    <a:pt x="652340" y="509176"/>
                  </a:lnTo>
                  <a:lnTo>
                    <a:pt x="648833" y="510460"/>
                  </a:lnTo>
                  <a:lnTo>
                    <a:pt x="645325" y="511842"/>
                  </a:lnTo>
                  <a:lnTo>
                    <a:pt x="641818" y="513012"/>
                  </a:lnTo>
                  <a:lnTo>
                    <a:pt x="638311" y="513921"/>
                  </a:lnTo>
                  <a:lnTo>
                    <a:pt x="634804" y="514741"/>
                  </a:lnTo>
                  <a:lnTo>
                    <a:pt x="631297" y="516041"/>
                  </a:lnTo>
                  <a:lnTo>
                    <a:pt x="627789" y="517348"/>
                  </a:lnTo>
                  <a:lnTo>
                    <a:pt x="624282" y="518647"/>
                  </a:lnTo>
                  <a:lnTo>
                    <a:pt x="620775" y="519714"/>
                  </a:lnTo>
                  <a:lnTo>
                    <a:pt x="617268" y="520856"/>
                  </a:lnTo>
                  <a:lnTo>
                    <a:pt x="613761" y="521861"/>
                  </a:lnTo>
                  <a:lnTo>
                    <a:pt x="610253" y="522803"/>
                  </a:lnTo>
                  <a:lnTo>
                    <a:pt x="606746" y="523471"/>
                  </a:lnTo>
                  <a:lnTo>
                    <a:pt x="603239" y="524699"/>
                  </a:lnTo>
                  <a:lnTo>
                    <a:pt x="599732" y="525974"/>
                  </a:lnTo>
                  <a:lnTo>
                    <a:pt x="596224" y="527815"/>
                  </a:lnTo>
                  <a:lnTo>
                    <a:pt x="592717" y="528894"/>
                  </a:lnTo>
                  <a:lnTo>
                    <a:pt x="589210" y="530420"/>
                  </a:lnTo>
                  <a:lnTo>
                    <a:pt x="585703" y="531700"/>
                  </a:lnTo>
                  <a:lnTo>
                    <a:pt x="582196" y="532990"/>
                  </a:lnTo>
                  <a:lnTo>
                    <a:pt x="578688" y="534254"/>
                  </a:lnTo>
                  <a:lnTo>
                    <a:pt x="575181" y="535669"/>
                  </a:lnTo>
                  <a:lnTo>
                    <a:pt x="571674" y="537364"/>
                  </a:lnTo>
                  <a:lnTo>
                    <a:pt x="568167" y="538908"/>
                  </a:lnTo>
                  <a:lnTo>
                    <a:pt x="564660" y="540424"/>
                  </a:lnTo>
                  <a:lnTo>
                    <a:pt x="561152" y="541938"/>
                  </a:lnTo>
                  <a:lnTo>
                    <a:pt x="557645" y="543144"/>
                  </a:lnTo>
                  <a:lnTo>
                    <a:pt x="554138" y="544344"/>
                  </a:lnTo>
                  <a:lnTo>
                    <a:pt x="550631" y="545740"/>
                  </a:lnTo>
                  <a:lnTo>
                    <a:pt x="547124" y="547078"/>
                  </a:lnTo>
                  <a:lnTo>
                    <a:pt x="543616" y="548318"/>
                  </a:lnTo>
                  <a:lnTo>
                    <a:pt x="540109" y="549797"/>
                  </a:lnTo>
                  <a:lnTo>
                    <a:pt x="536602" y="551272"/>
                  </a:lnTo>
                  <a:lnTo>
                    <a:pt x="533095" y="552371"/>
                  </a:lnTo>
                  <a:lnTo>
                    <a:pt x="529588" y="554191"/>
                  </a:lnTo>
                  <a:lnTo>
                    <a:pt x="526080" y="555511"/>
                  </a:lnTo>
                  <a:lnTo>
                    <a:pt x="522573" y="557072"/>
                  </a:lnTo>
                  <a:lnTo>
                    <a:pt x="519066" y="558383"/>
                  </a:lnTo>
                  <a:lnTo>
                    <a:pt x="515559" y="559764"/>
                  </a:lnTo>
                  <a:lnTo>
                    <a:pt x="512052" y="561106"/>
                  </a:lnTo>
                  <a:lnTo>
                    <a:pt x="508544" y="562452"/>
                  </a:lnTo>
                  <a:lnTo>
                    <a:pt x="505037" y="563877"/>
                  </a:lnTo>
                  <a:lnTo>
                    <a:pt x="501530" y="565232"/>
                  </a:lnTo>
                  <a:lnTo>
                    <a:pt x="498023" y="566740"/>
                  </a:lnTo>
                  <a:lnTo>
                    <a:pt x="494516" y="568365"/>
                  </a:lnTo>
                  <a:lnTo>
                    <a:pt x="491008" y="569806"/>
                  </a:lnTo>
                  <a:lnTo>
                    <a:pt x="487501" y="571286"/>
                  </a:lnTo>
                  <a:lnTo>
                    <a:pt x="483994" y="572605"/>
                  </a:lnTo>
                  <a:lnTo>
                    <a:pt x="480487" y="574127"/>
                  </a:lnTo>
                  <a:lnTo>
                    <a:pt x="476979" y="575598"/>
                  </a:lnTo>
                  <a:lnTo>
                    <a:pt x="473472" y="577214"/>
                  </a:lnTo>
                  <a:lnTo>
                    <a:pt x="469965" y="578791"/>
                  </a:lnTo>
                  <a:lnTo>
                    <a:pt x="466458" y="580011"/>
                  </a:lnTo>
                  <a:lnTo>
                    <a:pt x="462951" y="581538"/>
                  </a:lnTo>
                  <a:lnTo>
                    <a:pt x="459443" y="583122"/>
                  </a:lnTo>
                  <a:lnTo>
                    <a:pt x="455936" y="584596"/>
                  </a:lnTo>
                  <a:lnTo>
                    <a:pt x="452429" y="586358"/>
                  </a:lnTo>
                  <a:lnTo>
                    <a:pt x="448922" y="587982"/>
                  </a:lnTo>
                  <a:lnTo>
                    <a:pt x="445415" y="589713"/>
                  </a:lnTo>
                  <a:lnTo>
                    <a:pt x="441907" y="591320"/>
                  </a:lnTo>
                  <a:lnTo>
                    <a:pt x="438400" y="592968"/>
                  </a:lnTo>
                  <a:lnTo>
                    <a:pt x="434893" y="594573"/>
                  </a:lnTo>
                  <a:lnTo>
                    <a:pt x="431386" y="596180"/>
                  </a:lnTo>
                  <a:lnTo>
                    <a:pt x="427879" y="597963"/>
                  </a:lnTo>
                  <a:lnTo>
                    <a:pt x="424371" y="599696"/>
                  </a:lnTo>
                  <a:lnTo>
                    <a:pt x="420864" y="601462"/>
                  </a:lnTo>
                  <a:lnTo>
                    <a:pt x="417357" y="603278"/>
                  </a:lnTo>
                  <a:lnTo>
                    <a:pt x="413850" y="604936"/>
                  </a:lnTo>
                  <a:lnTo>
                    <a:pt x="410343" y="606183"/>
                  </a:lnTo>
                  <a:lnTo>
                    <a:pt x="406835" y="607997"/>
                  </a:lnTo>
                  <a:lnTo>
                    <a:pt x="403328" y="609649"/>
                  </a:lnTo>
                  <a:lnTo>
                    <a:pt x="399821" y="611201"/>
                  </a:lnTo>
                  <a:lnTo>
                    <a:pt x="396314" y="612964"/>
                  </a:lnTo>
                  <a:lnTo>
                    <a:pt x="392807" y="614892"/>
                  </a:lnTo>
                  <a:lnTo>
                    <a:pt x="389299" y="617007"/>
                  </a:lnTo>
                  <a:lnTo>
                    <a:pt x="385792" y="618523"/>
                  </a:lnTo>
                  <a:lnTo>
                    <a:pt x="382285" y="620559"/>
                  </a:lnTo>
                  <a:lnTo>
                    <a:pt x="378778" y="622264"/>
                  </a:lnTo>
                  <a:lnTo>
                    <a:pt x="375271" y="623781"/>
                  </a:lnTo>
                  <a:lnTo>
                    <a:pt x="371763" y="625348"/>
                  </a:lnTo>
                  <a:lnTo>
                    <a:pt x="368256" y="626996"/>
                  </a:lnTo>
                  <a:lnTo>
                    <a:pt x="364749" y="628871"/>
                  </a:lnTo>
                  <a:lnTo>
                    <a:pt x="361242" y="630537"/>
                  </a:lnTo>
                  <a:lnTo>
                    <a:pt x="357734" y="632255"/>
                  </a:lnTo>
                  <a:lnTo>
                    <a:pt x="354227" y="633937"/>
                  </a:lnTo>
                  <a:lnTo>
                    <a:pt x="350720" y="635649"/>
                  </a:lnTo>
                  <a:lnTo>
                    <a:pt x="347213" y="637786"/>
                  </a:lnTo>
                  <a:lnTo>
                    <a:pt x="343706" y="639488"/>
                  </a:lnTo>
                  <a:lnTo>
                    <a:pt x="340198" y="641301"/>
                  </a:lnTo>
                  <a:lnTo>
                    <a:pt x="336691" y="642772"/>
                  </a:lnTo>
                  <a:lnTo>
                    <a:pt x="333184" y="644447"/>
                  </a:lnTo>
                  <a:lnTo>
                    <a:pt x="329677" y="646108"/>
                  </a:lnTo>
                  <a:lnTo>
                    <a:pt x="326170" y="647744"/>
                  </a:lnTo>
                  <a:lnTo>
                    <a:pt x="322662" y="649361"/>
                  </a:lnTo>
                  <a:lnTo>
                    <a:pt x="319155" y="651173"/>
                  </a:lnTo>
                  <a:lnTo>
                    <a:pt x="315648" y="653062"/>
                  </a:lnTo>
                  <a:lnTo>
                    <a:pt x="312141" y="654680"/>
                  </a:lnTo>
                  <a:lnTo>
                    <a:pt x="308634" y="655771"/>
                  </a:lnTo>
                  <a:lnTo>
                    <a:pt x="305126" y="657439"/>
                  </a:lnTo>
                  <a:lnTo>
                    <a:pt x="301619" y="658932"/>
                  </a:lnTo>
                  <a:lnTo>
                    <a:pt x="298112" y="660283"/>
                  </a:lnTo>
                  <a:lnTo>
                    <a:pt x="294605" y="661792"/>
                  </a:lnTo>
                  <a:lnTo>
                    <a:pt x="291098" y="662967"/>
                  </a:lnTo>
                  <a:lnTo>
                    <a:pt x="287590" y="664378"/>
                  </a:lnTo>
                  <a:lnTo>
                    <a:pt x="284083" y="665643"/>
                  </a:lnTo>
                  <a:lnTo>
                    <a:pt x="280576" y="667090"/>
                  </a:lnTo>
                  <a:lnTo>
                    <a:pt x="277069" y="668532"/>
                  </a:lnTo>
                  <a:lnTo>
                    <a:pt x="273562" y="669983"/>
                  </a:lnTo>
                  <a:lnTo>
                    <a:pt x="270054" y="671523"/>
                  </a:lnTo>
                  <a:lnTo>
                    <a:pt x="266547" y="672915"/>
                  </a:lnTo>
                  <a:lnTo>
                    <a:pt x="263040" y="674218"/>
                  </a:lnTo>
                  <a:lnTo>
                    <a:pt x="259533" y="675596"/>
                  </a:lnTo>
                  <a:lnTo>
                    <a:pt x="256026" y="676938"/>
                  </a:lnTo>
                  <a:lnTo>
                    <a:pt x="252518" y="678270"/>
                  </a:lnTo>
                  <a:lnTo>
                    <a:pt x="249011" y="679652"/>
                  </a:lnTo>
                  <a:lnTo>
                    <a:pt x="245504" y="680919"/>
                  </a:lnTo>
                  <a:lnTo>
                    <a:pt x="241997" y="682202"/>
                  </a:lnTo>
                  <a:lnTo>
                    <a:pt x="238489" y="683473"/>
                  </a:lnTo>
                  <a:lnTo>
                    <a:pt x="234982" y="684808"/>
                  </a:lnTo>
                  <a:lnTo>
                    <a:pt x="231475" y="686180"/>
                  </a:lnTo>
                  <a:lnTo>
                    <a:pt x="227968" y="687463"/>
                  </a:lnTo>
                  <a:lnTo>
                    <a:pt x="224461" y="688632"/>
                  </a:lnTo>
                  <a:lnTo>
                    <a:pt x="220953" y="689753"/>
                  </a:lnTo>
                  <a:lnTo>
                    <a:pt x="217446" y="690926"/>
                  </a:lnTo>
                  <a:lnTo>
                    <a:pt x="213939" y="692224"/>
                  </a:lnTo>
                  <a:lnTo>
                    <a:pt x="210432" y="693309"/>
                  </a:lnTo>
                  <a:lnTo>
                    <a:pt x="206925" y="694492"/>
                  </a:lnTo>
                  <a:lnTo>
                    <a:pt x="203417" y="695626"/>
                  </a:lnTo>
                  <a:lnTo>
                    <a:pt x="199910" y="696714"/>
                  </a:lnTo>
                  <a:lnTo>
                    <a:pt x="196403" y="697798"/>
                  </a:lnTo>
                  <a:lnTo>
                    <a:pt x="192896" y="698887"/>
                  </a:lnTo>
                  <a:lnTo>
                    <a:pt x="189389" y="699969"/>
                  </a:lnTo>
                  <a:lnTo>
                    <a:pt x="185881" y="701011"/>
                  </a:lnTo>
                  <a:lnTo>
                    <a:pt x="182374" y="702082"/>
                  </a:lnTo>
                  <a:lnTo>
                    <a:pt x="178867" y="703067"/>
                  </a:lnTo>
                  <a:lnTo>
                    <a:pt x="175360" y="704100"/>
                  </a:lnTo>
                  <a:lnTo>
                    <a:pt x="171853" y="705058"/>
                  </a:lnTo>
                  <a:lnTo>
                    <a:pt x="168345" y="706004"/>
                  </a:lnTo>
                  <a:lnTo>
                    <a:pt x="164838" y="706985"/>
                  </a:lnTo>
                  <a:lnTo>
                    <a:pt x="161331" y="707884"/>
                  </a:lnTo>
                  <a:lnTo>
                    <a:pt x="157824" y="708766"/>
                  </a:lnTo>
                  <a:lnTo>
                    <a:pt x="154317" y="709774"/>
                  </a:lnTo>
                  <a:lnTo>
                    <a:pt x="150809" y="710754"/>
                  </a:lnTo>
                  <a:lnTo>
                    <a:pt x="147302" y="711640"/>
                  </a:lnTo>
                  <a:lnTo>
                    <a:pt x="143795" y="712479"/>
                  </a:lnTo>
                  <a:lnTo>
                    <a:pt x="140288" y="713198"/>
                  </a:lnTo>
                  <a:lnTo>
                    <a:pt x="136781" y="714080"/>
                  </a:lnTo>
                  <a:lnTo>
                    <a:pt x="133273" y="714927"/>
                  </a:lnTo>
                  <a:lnTo>
                    <a:pt x="129766" y="715703"/>
                  </a:lnTo>
                  <a:lnTo>
                    <a:pt x="126259" y="716430"/>
                  </a:lnTo>
                  <a:lnTo>
                    <a:pt x="122752" y="717177"/>
                  </a:lnTo>
                  <a:lnTo>
                    <a:pt x="119244" y="717852"/>
                  </a:lnTo>
                  <a:lnTo>
                    <a:pt x="115737" y="718609"/>
                  </a:lnTo>
                  <a:lnTo>
                    <a:pt x="112230" y="719357"/>
                  </a:lnTo>
                  <a:lnTo>
                    <a:pt x="108723" y="720077"/>
                  </a:lnTo>
                  <a:lnTo>
                    <a:pt x="105216" y="720756"/>
                  </a:lnTo>
                  <a:lnTo>
                    <a:pt x="101708" y="721450"/>
                  </a:lnTo>
                  <a:lnTo>
                    <a:pt x="98201" y="722133"/>
                  </a:lnTo>
                  <a:lnTo>
                    <a:pt x="94694" y="722796"/>
                  </a:lnTo>
                  <a:lnTo>
                    <a:pt x="91187" y="723350"/>
                  </a:lnTo>
                  <a:lnTo>
                    <a:pt x="87680" y="724041"/>
                  </a:lnTo>
                  <a:lnTo>
                    <a:pt x="84172" y="724749"/>
                  </a:lnTo>
                  <a:lnTo>
                    <a:pt x="80665" y="725354"/>
                  </a:lnTo>
                  <a:lnTo>
                    <a:pt x="77158" y="725916"/>
                  </a:lnTo>
                  <a:lnTo>
                    <a:pt x="73651" y="726499"/>
                  </a:lnTo>
                  <a:lnTo>
                    <a:pt x="70144" y="727154"/>
                  </a:lnTo>
                  <a:lnTo>
                    <a:pt x="66636" y="727772"/>
                  </a:lnTo>
                  <a:lnTo>
                    <a:pt x="63129" y="728345"/>
                  </a:lnTo>
                  <a:lnTo>
                    <a:pt x="59622" y="728908"/>
                  </a:lnTo>
                  <a:lnTo>
                    <a:pt x="56115" y="729461"/>
                  </a:lnTo>
                  <a:lnTo>
                    <a:pt x="52608" y="730005"/>
                  </a:lnTo>
                  <a:lnTo>
                    <a:pt x="49100" y="730538"/>
                  </a:lnTo>
                  <a:lnTo>
                    <a:pt x="45593" y="731082"/>
                  </a:lnTo>
                  <a:lnTo>
                    <a:pt x="42086" y="731618"/>
                  </a:lnTo>
                  <a:lnTo>
                    <a:pt x="38579" y="732137"/>
                  </a:lnTo>
                  <a:lnTo>
                    <a:pt x="35072" y="732653"/>
                  </a:lnTo>
                  <a:lnTo>
                    <a:pt x="31564" y="733152"/>
                  </a:lnTo>
                  <a:lnTo>
                    <a:pt x="28057" y="733622"/>
                  </a:lnTo>
                  <a:lnTo>
                    <a:pt x="24550" y="734107"/>
                  </a:lnTo>
                  <a:lnTo>
                    <a:pt x="21043" y="734547"/>
                  </a:lnTo>
                  <a:lnTo>
                    <a:pt x="17536" y="735004"/>
                  </a:lnTo>
                  <a:lnTo>
                    <a:pt x="14028" y="735452"/>
                  </a:lnTo>
                  <a:lnTo>
                    <a:pt x="10521" y="735897"/>
                  </a:lnTo>
                  <a:lnTo>
                    <a:pt x="7014" y="736358"/>
                  </a:lnTo>
                  <a:lnTo>
                    <a:pt x="3507" y="736811"/>
                  </a:lnTo>
                  <a:lnTo>
                    <a:pt x="0" y="737252"/>
                  </a:lnTo>
                  <a:close/>
                </a:path>
              </a:pathLst>
            </a:custGeom>
            <a:solidFill>
              <a:srgbClr val="CC79A7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690881" y="4669764"/>
              <a:ext cx="838222" cy="631896"/>
            </a:xfrm>
            <a:custGeom>
              <a:avLst/>
              <a:pathLst>
                <a:path w="838222" h="631896">
                  <a:moveTo>
                    <a:pt x="0" y="631896"/>
                  </a:moveTo>
                  <a:lnTo>
                    <a:pt x="3507" y="631148"/>
                  </a:lnTo>
                  <a:lnTo>
                    <a:pt x="7014" y="630413"/>
                  </a:lnTo>
                  <a:lnTo>
                    <a:pt x="10521" y="629787"/>
                  </a:lnTo>
                  <a:lnTo>
                    <a:pt x="14028" y="629262"/>
                  </a:lnTo>
                  <a:lnTo>
                    <a:pt x="17536" y="628555"/>
                  </a:lnTo>
                  <a:lnTo>
                    <a:pt x="21043" y="627845"/>
                  </a:lnTo>
                  <a:lnTo>
                    <a:pt x="24550" y="627180"/>
                  </a:lnTo>
                  <a:lnTo>
                    <a:pt x="28057" y="626524"/>
                  </a:lnTo>
                  <a:lnTo>
                    <a:pt x="31564" y="625865"/>
                  </a:lnTo>
                  <a:lnTo>
                    <a:pt x="35072" y="625172"/>
                  </a:lnTo>
                  <a:lnTo>
                    <a:pt x="38579" y="624237"/>
                  </a:lnTo>
                  <a:lnTo>
                    <a:pt x="42086" y="623340"/>
                  </a:lnTo>
                  <a:lnTo>
                    <a:pt x="45593" y="622341"/>
                  </a:lnTo>
                  <a:lnTo>
                    <a:pt x="49100" y="621532"/>
                  </a:lnTo>
                  <a:lnTo>
                    <a:pt x="52608" y="620662"/>
                  </a:lnTo>
                  <a:lnTo>
                    <a:pt x="56115" y="620067"/>
                  </a:lnTo>
                  <a:lnTo>
                    <a:pt x="59622" y="619544"/>
                  </a:lnTo>
                  <a:lnTo>
                    <a:pt x="63129" y="619022"/>
                  </a:lnTo>
                  <a:lnTo>
                    <a:pt x="66636" y="618287"/>
                  </a:lnTo>
                  <a:lnTo>
                    <a:pt x="70144" y="617536"/>
                  </a:lnTo>
                  <a:lnTo>
                    <a:pt x="73651" y="616784"/>
                  </a:lnTo>
                  <a:lnTo>
                    <a:pt x="77158" y="615986"/>
                  </a:lnTo>
                  <a:lnTo>
                    <a:pt x="80665" y="615123"/>
                  </a:lnTo>
                  <a:lnTo>
                    <a:pt x="84172" y="614274"/>
                  </a:lnTo>
                  <a:lnTo>
                    <a:pt x="87680" y="613364"/>
                  </a:lnTo>
                  <a:lnTo>
                    <a:pt x="91187" y="612428"/>
                  </a:lnTo>
                  <a:lnTo>
                    <a:pt x="94694" y="611807"/>
                  </a:lnTo>
                  <a:lnTo>
                    <a:pt x="98201" y="610980"/>
                  </a:lnTo>
                  <a:lnTo>
                    <a:pt x="101708" y="610419"/>
                  </a:lnTo>
                  <a:lnTo>
                    <a:pt x="105216" y="609974"/>
                  </a:lnTo>
                  <a:lnTo>
                    <a:pt x="108723" y="609486"/>
                  </a:lnTo>
                  <a:lnTo>
                    <a:pt x="112230" y="608683"/>
                  </a:lnTo>
                  <a:lnTo>
                    <a:pt x="115737" y="607877"/>
                  </a:lnTo>
                  <a:lnTo>
                    <a:pt x="119244" y="607070"/>
                  </a:lnTo>
                  <a:lnTo>
                    <a:pt x="122752" y="606263"/>
                  </a:lnTo>
                  <a:lnTo>
                    <a:pt x="126259" y="605648"/>
                  </a:lnTo>
                  <a:lnTo>
                    <a:pt x="129766" y="605097"/>
                  </a:lnTo>
                  <a:lnTo>
                    <a:pt x="133273" y="604262"/>
                  </a:lnTo>
                  <a:lnTo>
                    <a:pt x="136781" y="603476"/>
                  </a:lnTo>
                  <a:lnTo>
                    <a:pt x="140288" y="602471"/>
                  </a:lnTo>
                  <a:lnTo>
                    <a:pt x="143795" y="601467"/>
                  </a:lnTo>
                  <a:lnTo>
                    <a:pt x="147302" y="600718"/>
                  </a:lnTo>
                  <a:lnTo>
                    <a:pt x="150809" y="599908"/>
                  </a:lnTo>
                  <a:lnTo>
                    <a:pt x="154317" y="598785"/>
                  </a:lnTo>
                  <a:lnTo>
                    <a:pt x="157824" y="597937"/>
                  </a:lnTo>
                  <a:lnTo>
                    <a:pt x="161331" y="597318"/>
                  </a:lnTo>
                  <a:lnTo>
                    <a:pt x="164838" y="596228"/>
                  </a:lnTo>
                  <a:lnTo>
                    <a:pt x="168345" y="595382"/>
                  </a:lnTo>
                  <a:lnTo>
                    <a:pt x="171853" y="594508"/>
                  </a:lnTo>
                  <a:lnTo>
                    <a:pt x="175360" y="593642"/>
                  </a:lnTo>
                  <a:lnTo>
                    <a:pt x="178867" y="592760"/>
                  </a:lnTo>
                  <a:lnTo>
                    <a:pt x="182374" y="591791"/>
                  </a:lnTo>
                  <a:lnTo>
                    <a:pt x="185881" y="590821"/>
                  </a:lnTo>
                  <a:lnTo>
                    <a:pt x="189389" y="589902"/>
                  </a:lnTo>
                  <a:lnTo>
                    <a:pt x="192896" y="588988"/>
                  </a:lnTo>
                  <a:lnTo>
                    <a:pt x="196403" y="588089"/>
                  </a:lnTo>
                  <a:lnTo>
                    <a:pt x="199910" y="587085"/>
                  </a:lnTo>
                  <a:lnTo>
                    <a:pt x="203417" y="586089"/>
                  </a:lnTo>
                  <a:lnTo>
                    <a:pt x="206925" y="585293"/>
                  </a:lnTo>
                  <a:lnTo>
                    <a:pt x="210432" y="584469"/>
                  </a:lnTo>
                  <a:lnTo>
                    <a:pt x="213939" y="583450"/>
                  </a:lnTo>
                  <a:lnTo>
                    <a:pt x="217446" y="582377"/>
                  </a:lnTo>
                  <a:lnTo>
                    <a:pt x="220953" y="581228"/>
                  </a:lnTo>
                  <a:lnTo>
                    <a:pt x="224461" y="580158"/>
                  </a:lnTo>
                  <a:lnTo>
                    <a:pt x="227968" y="579057"/>
                  </a:lnTo>
                  <a:lnTo>
                    <a:pt x="231475" y="578213"/>
                  </a:lnTo>
                  <a:lnTo>
                    <a:pt x="234982" y="577224"/>
                  </a:lnTo>
                  <a:lnTo>
                    <a:pt x="238489" y="576351"/>
                  </a:lnTo>
                  <a:lnTo>
                    <a:pt x="241997" y="575663"/>
                  </a:lnTo>
                  <a:lnTo>
                    <a:pt x="245504" y="574808"/>
                  </a:lnTo>
                  <a:lnTo>
                    <a:pt x="249011" y="573748"/>
                  </a:lnTo>
                  <a:lnTo>
                    <a:pt x="252518" y="572558"/>
                  </a:lnTo>
                  <a:lnTo>
                    <a:pt x="256026" y="571621"/>
                  </a:lnTo>
                  <a:lnTo>
                    <a:pt x="259533" y="570304"/>
                  </a:lnTo>
                  <a:lnTo>
                    <a:pt x="263040" y="569265"/>
                  </a:lnTo>
                  <a:lnTo>
                    <a:pt x="266547" y="568110"/>
                  </a:lnTo>
                  <a:lnTo>
                    <a:pt x="270054" y="566868"/>
                  </a:lnTo>
                  <a:lnTo>
                    <a:pt x="273562" y="565496"/>
                  </a:lnTo>
                  <a:lnTo>
                    <a:pt x="277069" y="564539"/>
                  </a:lnTo>
                  <a:lnTo>
                    <a:pt x="280576" y="563340"/>
                  </a:lnTo>
                  <a:lnTo>
                    <a:pt x="284083" y="562019"/>
                  </a:lnTo>
                  <a:lnTo>
                    <a:pt x="287590" y="560895"/>
                  </a:lnTo>
                  <a:lnTo>
                    <a:pt x="291098" y="559704"/>
                  </a:lnTo>
                  <a:lnTo>
                    <a:pt x="294605" y="558480"/>
                  </a:lnTo>
                  <a:lnTo>
                    <a:pt x="298112" y="557213"/>
                  </a:lnTo>
                  <a:lnTo>
                    <a:pt x="301619" y="556016"/>
                  </a:lnTo>
                  <a:lnTo>
                    <a:pt x="305126" y="554796"/>
                  </a:lnTo>
                  <a:lnTo>
                    <a:pt x="308634" y="553206"/>
                  </a:lnTo>
                  <a:lnTo>
                    <a:pt x="312141" y="551705"/>
                  </a:lnTo>
                  <a:lnTo>
                    <a:pt x="315648" y="550038"/>
                  </a:lnTo>
                  <a:lnTo>
                    <a:pt x="319155" y="548162"/>
                  </a:lnTo>
                  <a:lnTo>
                    <a:pt x="322662" y="546254"/>
                  </a:lnTo>
                  <a:lnTo>
                    <a:pt x="326170" y="544898"/>
                  </a:lnTo>
                  <a:lnTo>
                    <a:pt x="329677" y="543228"/>
                  </a:lnTo>
                  <a:lnTo>
                    <a:pt x="333184" y="541255"/>
                  </a:lnTo>
                  <a:lnTo>
                    <a:pt x="336691" y="539798"/>
                  </a:lnTo>
                  <a:lnTo>
                    <a:pt x="340198" y="538736"/>
                  </a:lnTo>
                  <a:lnTo>
                    <a:pt x="343706" y="537084"/>
                  </a:lnTo>
                  <a:lnTo>
                    <a:pt x="347213" y="535125"/>
                  </a:lnTo>
                  <a:lnTo>
                    <a:pt x="350720" y="533138"/>
                  </a:lnTo>
                  <a:lnTo>
                    <a:pt x="354227" y="531402"/>
                  </a:lnTo>
                  <a:lnTo>
                    <a:pt x="357734" y="529596"/>
                  </a:lnTo>
                  <a:lnTo>
                    <a:pt x="361242" y="527216"/>
                  </a:lnTo>
                  <a:lnTo>
                    <a:pt x="364749" y="525384"/>
                  </a:lnTo>
                  <a:lnTo>
                    <a:pt x="368256" y="523623"/>
                  </a:lnTo>
                  <a:lnTo>
                    <a:pt x="371763" y="521702"/>
                  </a:lnTo>
                  <a:lnTo>
                    <a:pt x="375271" y="519780"/>
                  </a:lnTo>
                  <a:lnTo>
                    <a:pt x="378778" y="517571"/>
                  </a:lnTo>
                  <a:lnTo>
                    <a:pt x="382285" y="515950"/>
                  </a:lnTo>
                  <a:lnTo>
                    <a:pt x="385792" y="513818"/>
                  </a:lnTo>
                  <a:lnTo>
                    <a:pt x="389299" y="511577"/>
                  </a:lnTo>
                  <a:lnTo>
                    <a:pt x="392807" y="509658"/>
                  </a:lnTo>
                  <a:lnTo>
                    <a:pt x="396314" y="507146"/>
                  </a:lnTo>
                  <a:lnTo>
                    <a:pt x="399821" y="504550"/>
                  </a:lnTo>
                  <a:lnTo>
                    <a:pt x="403328" y="502525"/>
                  </a:lnTo>
                  <a:lnTo>
                    <a:pt x="406835" y="500321"/>
                  </a:lnTo>
                  <a:lnTo>
                    <a:pt x="410343" y="497825"/>
                  </a:lnTo>
                  <a:lnTo>
                    <a:pt x="413850" y="495610"/>
                  </a:lnTo>
                  <a:lnTo>
                    <a:pt x="417357" y="493027"/>
                  </a:lnTo>
                  <a:lnTo>
                    <a:pt x="420864" y="490510"/>
                  </a:lnTo>
                  <a:lnTo>
                    <a:pt x="424371" y="488097"/>
                  </a:lnTo>
                  <a:lnTo>
                    <a:pt x="427879" y="485442"/>
                  </a:lnTo>
                  <a:lnTo>
                    <a:pt x="431386" y="482356"/>
                  </a:lnTo>
                  <a:lnTo>
                    <a:pt x="434893" y="479790"/>
                  </a:lnTo>
                  <a:lnTo>
                    <a:pt x="438400" y="477115"/>
                  </a:lnTo>
                  <a:lnTo>
                    <a:pt x="441907" y="474514"/>
                  </a:lnTo>
                  <a:lnTo>
                    <a:pt x="445415" y="471854"/>
                  </a:lnTo>
                  <a:lnTo>
                    <a:pt x="448922" y="469092"/>
                  </a:lnTo>
                  <a:lnTo>
                    <a:pt x="452429" y="466632"/>
                  </a:lnTo>
                  <a:lnTo>
                    <a:pt x="455936" y="463593"/>
                  </a:lnTo>
                  <a:lnTo>
                    <a:pt x="459443" y="461163"/>
                  </a:lnTo>
                  <a:lnTo>
                    <a:pt x="462951" y="458520"/>
                  </a:lnTo>
                  <a:lnTo>
                    <a:pt x="466458" y="455449"/>
                  </a:lnTo>
                  <a:lnTo>
                    <a:pt x="469965" y="452531"/>
                  </a:lnTo>
                  <a:lnTo>
                    <a:pt x="473472" y="448974"/>
                  </a:lnTo>
                  <a:lnTo>
                    <a:pt x="476979" y="446001"/>
                  </a:lnTo>
                  <a:lnTo>
                    <a:pt x="480487" y="442574"/>
                  </a:lnTo>
                  <a:lnTo>
                    <a:pt x="483994" y="439686"/>
                  </a:lnTo>
                  <a:lnTo>
                    <a:pt x="487501" y="436003"/>
                  </a:lnTo>
                  <a:lnTo>
                    <a:pt x="491008" y="432422"/>
                  </a:lnTo>
                  <a:lnTo>
                    <a:pt x="494516" y="428972"/>
                  </a:lnTo>
                  <a:lnTo>
                    <a:pt x="498023" y="425493"/>
                  </a:lnTo>
                  <a:lnTo>
                    <a:pt x="501530" y="421827"/>
                  </a:lnTo>
                  <a:lnTo>
                    <a:pt x="505037" y="418498"/>
                  </a:lnTo>
                  <a:lnTo>
                    <a:pt x="508544" y="414967"/>
                  </a:lnTo>
                  <a:lnTo>
                    <a:pt x="512052" y="411410"/>
                  </a:lnTo>
                  <a:lnTo>
                    <a:pt x="515559" y="407835"/>
                  </a:lnTo>
                  <a:lnTo>
                    <a:pt x="519066" y="404350"/>
                  </a:lnTo>
                  <a:lnTo>
                    <a:pt x="522573" y="401249"/>
                  </a:lnTo>
                  <a:lnTo>
                    <a:pt x="526080" y="397452"/>
                  </a:lnTo>
                  <a:lnTo>
                    <a:pt x="529588" y="393363"/>
                  </a:lnTo>
                  <a:lnTo>
                    <a:pt x="533095" y="389334"/>
                  </a:lnTo>
                  <a:lnTo>
                    <a:pt x="536602" y="385091"/>
                  </a:lnTo>
                  <a:lnTo>
                    <a:pt x="540109" y="380988"/>
                  </a:lnTo>
                  <a:lnTo>
                    <a:pt x="543616" y="377403"/>
                  </a:lnTo>
                  <a:lnTo>
                    <a:pt x="547124" y="373950"/>
                  </a:lnTo>
                  <a:lnTo>
                    <a:pt x="550631" y="369822"/>
                  </a:lnTo>
                  <a:lnTo>
                    <a:pt x="554138" y="365170"/>
                  </a:lnTo>
                  <a:lnTo>
                    <a:pt x="557645" y="361275"/>
                  </a:lnTo>
                  <a:lnTo>
                    <a:pt x="561152" y="357097"/>
                  </a:lnTo>
                  <a:lnTo>
                    <a:pt x="564660" y="353493"/>
                  </a:lnTo>
                  <a:lnTo>
                    <a:pt x="568167" y="349858"/>
                  </a:lnTo>
                  <a:lnTo>
                    <a:pt x="571674" y="345669"/>
                  </a:lnTo>
                  <a:lnTo>
                    <a:pt x="575181" y="341227"/>
                  </a:lnTo>
                  <a:lnTo>
                    <a:pt x="578688" y="337025"/>
                  </a:lnTo>
                  <a:lnTo>
                    <a:pt x="582196" y="332613"/>
                  </a:lnTo>
                  <a:lnTo>
                    <a:pt x="585703" y="328831"/>
                  </a:lnTo>
                  <a:lnTo>
                    <a:pt x="589210" y="324773"/>
                  </a:lnTo>
                  <a:lnTo>
                    <a:pt x="592717" y="320500"/>
                  </a:lnTo>
                  <a:lnTo>
                    <a:pt x="596224" y="315773"/>
                  </a:lnTo>
                  <a:lnTo>
                    <a:pt x="599732" y="311246"/>
                  </a:lnTo>
                  <a:lnTo>
                    <a:pt x="603239" y="306444"/>
                  </a:lnTo>
                  <a:lnTo>
                    <a:pt x="606746" y="301724"/>
                  </a:lnTo>
                  <a:lnTo>
                    <a:pt x="610253" y="297557"/>
                  </a:lnTo>
                  <a:lnTo>
                    <a:pt x="613761" y="292947"/>
                  </a:lnTo>
                  <a:lnTo>
                    <a:pt x="617268" y="287595"/>
                  </a:lnTo>
                  <a:lnTo>
                    <a:pt x="620775" y="282888"/>
                  </a:lnTo>
                  <a:lnTo>
                    <a:pt x="624282" y="278708"/>
                  </a:lnTo>
                  <a:lnTo>
                    <a:pt x="627789" y="273665"/>
                  </a:lnTo>
                  <a:lnTo>
                    <a:pt x="631297" y="268796"/>
                  </a:lnTo>
                  <a:lnTo>
                    <a:pt x="634804" y="264444"/>
                  </a:lnTo>
                  <a:lnTo>
                    <a:pt x="638311" y="260303"/>
                  </a:lnTo>
                  <a:lnTo>
                    <a:pt x="641818" y="255306"/>
                  </a:lnTo>
                  <a:lnTo>
                    <a:pt x="645325" y="250206"/>
                  </a:lnTo>
                  <a:lnTo>
                    <a:pt x="648833" y="245421"/>
                  </a:lnTo>
                  <a:lnTo>
                    <a:pt x="652340" y="240783"/>
                  </a:lnTo>
                  <a:lnTo>
                    <a:pt x="655847" y="236146"/>
                  </a:lnTo>
                  <a:lnTo>
                    <a:pt x="659354" y="231522"/>
                  </a:lnTo>
                  <a:lnTo>
                    <a:pt x="662861" y="226815"/>
                  </a:lnTo>
                  <a:lnTo>
                    <a:pt x="666369" y="222017"/>
                  </a:lnTo>
                  <a:lnTo>
                    <a:pt x="669876" y="217237"/>
                  </a:lnTo>
                  <a:lnTo>
                    <a:pt x="673383" y="212490"/>
                  </a:lnTo>
                  <a:lnTo>
                    <a:pt x="676890" y="207761"/>
                  </a:lnTo>
                  <a:lnTo>
                    <a:pt x="680397" y="203729"/>
                  </a:lnTo>
                  <a:lnTo>
                    <a:pt x="683905" y="199051"/>
                  </a:lnTo>
                  <a:lnTo>
                    <a:pt x="687412" y="194287"/>
                  </a:lnTo>
                  <a:lnTo>
                    <a:pt x="690919" y="189802"/>
                  </a:lnTo>
                  <a:lnTo>
                    <a:pt x="694426" y="185172"/>
                  </a:lnTo>
                  <a:lnTo>
                    <a:pt x="697933" y="180861"/>
                  </a:lnTo>
                  <a:lnTo>
                    <a:pt x="701441" y="176780"/>
                  </a:lnTo>
                  <a:lnTo>
                    <a:pt x="704948" y="171618"/>
                  </a:lnTo>
                  <a:lnTo>
                    <a:pt x="708455" y="167005"/>
                  </a:lnTo>
                  <a:lnTo>
                    <a:pt x="711962" y="162614"/>
                  </a:lnTo>
                  <a:lnTo>
                    <a:pt x="715469" y="157818"/>
                  </a:lnTo>
                  <a:lnTo>
                    <a:pt x="718977" y="152939"/>
                  </a:lnTo>
                  <a:lnTo>
                    <a:pt x="722484" y="148227"/>
                  </a:lnTo>
                  <a:lnTo>
                    <a:pt x="725991" y="143689"/>
                  </a:lnTo>
                  <a:lnTo>
                    <a:pt x="729498" y="139054"/>
                  </a:lnTo>
                  <a:lnTo>
                    <a:pt x="733006" y="134328"/>
                  </a:lnTo>
                  <a:lnTo>
                    <a:pt x="736513" y="129623"/>
                  </a:lnTo>
                  <a:lnTo>
                    <a:pt x="740020" y="125135"/>
                  </a:lnTo>
                  <a:lnTo>
                    <a:pt x="743527" y="120578"/>
                  </a:lnTo>
                  <a:lnTo>
                    <a:pt x="747034" y="115827"/>
                  </a:lnTo>
                  <a:lnTo>
                    <a:pt x="750542" y="110814"/>
                  </a:lnTo>
                  <a:lnTo>
                    <a:pt x="754049" y="106292"/>
                  </a:lnTo>
                  <a:lnTo>
                    <a:pt x="757556" y="101915"/>
                  </a:lnTo>
                  <a:lnTo>
                    <a:pt x="761063" y="97856"/>
                  </a:lnTo>
                  <a:lnTo>
                    <a:pt x="764570" y="93156"/>
                  </a:lnTo>
                  <a:lnTo>
                    <a:pt x="768078" y="87955"/>
                  </a:lnTo>
                  <a:lnTo>
                    <a:pt x="771585" y="83418"/>
                  </a:lnTo>
                  <a:lnTo>
                    <a:pt x="775092" y="78208"/>
                  </a:lnTo>
                  <a:lnTo>
                    <a:pt x="778599" y="73957"/>
                  </a:lnTo>
                  <a:lnTo>
                    <a:pt x="782106" y="69494"/>
                  </a:lnTo>
                  <a:lnTo>
                    <a:pt x="785614" y="64685"/>
                  </a:lnTo>
                  <a:lnTo>
                    <a:pt x="789121" y="60050"/>
                  </a:lnTo>
                  <a:lnTo>
                    <a:pt x="792628" y="55818"/>
                  </a:lnTo>
                  <a:lnTo>
                    <a:pt x="796135" y="51761"/>
                  </a:lnTo>
                  <a:lnTo>
                    <a:pt x="799642" y="47334"/>
                  </a:lnTo>
                  <a:lnTo>
                    <a:pt x="803150" y="42888"/>
                  </a:lnTo>
                  <a:lnTo>
                    <a:pt x="806657" y="38670"/>
                  </a:lnTo>
                  <a:lnTo>
                    <a:pt x="810164" y="34338"/>
                  </a:lnTo>
                  <a:lnTo>
                    <a:pt x="813671" y="29669"/>
                  </a:lnTo>
                  <a:lnTo>
                    <a:pt x="817178" y="25410"/>
                  </a:lnTo>
                  <a:lnTo>
                    <a:pt x="820686" y="21182"/>
                  </a:lnTo>
                  <a:lnTo>
                    <a:pt x="824193" y="16985"/>
                  </a:lnTo>
                  <a:lnTo>
                    <a:pt x="827700" y="12639"/>
                  </a:lnTo>
                  <a:lnTo>
                    <a:pt x="831207" y="8668"/>
                  </a:lnTo>
                  <a:lnTo>
                    <a:pt x="834714" y="4205"/>
                  </a:lnTo>
                  <a:lnTo>
                    <a:pt x="83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690881" y="5109984"/>
              <a:ext cx="838222" cy="297032"/>
            </a:xfrm>
            <a:custGeom>
              <a:avLst/>
              <a:pathLst>
                <a:path w="838222" h="297032">
                  <a:moveTo>
                    <a:pt x="838222" y="0"/>
                  </a:moveTo>
                  <a:lnTo>
                    <a:pt x="834714" y="1136"/>
                  </a:lnTo>
                  <a:lnTo>
                    <a:pt x="831207" y="2379"/>
                  </a:lnTo>
                  <a:lnTo>
                    <a:pt x="827700" y="3557"/>
                  </a:lnTo>
                  <a:lnTo>
                    <a:pt x="824193" y="4733"/>
                  </a:lnTo>
                  <a:lnTo>
                    <a:pt x="820686" y="5907"/>
                  </a:lnTo>
                  <a:lnTo>
                    <a:pt x="817178" y="7079"/>
                  </a:lnTo>
                  <a:lnTo>
                    <a:pt x="813671" y="8248"/>
                  </a:lnTo>
                  <a:lnTo>
                    <a:pt x="810164" y="9689"/>
                  </a:lnTo>
                  <a:lnTo>
                    <a:pt x="806657" y="10995"/>
                  </a:lnTo>
                  <a:lnTo>
                    <a:pt x="803150" y="12134"/>
                  </a:lnTo>
                  <a:lnTo>
                    <a:pt x="799642" y="13266"/>
                  </a:lnTo>
                  <a:lnTo>
                    <a:pt x="796135" y="14562"/>
                  </a:lnTo>
                  <a:lnTo>
                    <a:pt x="792628" y="15965"/>
                  </a:lnTo>
                  <a:lnTo>
                    <a:pt x="789121" y="17103"/>
                  </a:lnTo>
                  <a:lnTo>
                    <a:pt x="785614" y="18227"/>
                  </a:lnTo>
                  <a:lnTo>
                    <a:pt x="782106" y="19369"/>
                  </a:lnTo>
                  <a:lnTo>
                    <a:pt x="778599" y="20500"/>
                  </a:lnTo>
                  <a:lnTo>
                    <a:pt x="775092" y="21625"/>
                  </a:lnTo>
                  <a:lnTo>
                    <a:pt x="771585" y="23248"/>
                  </a:lnTo>
                  <a:lnTo>
                    <a:pt x="768078" y="25066"/>
                  </a:lnTo>
                  <a:lnTo>
                    <a:pt x="764570" y="26877"/>
                  </a:lnTo>
                  <a:lnTo>
                    <a:pt x="761063" y="28317"/>
                  </a:lnTo>
                  <a:lnTo>
                    <a:pt x="757556" y="29250"/>
                  </a:lnTo>
                  <a:lnTo>
                    <a:pt x="754049" y="30162"/>
                  </a:lnTo>
                  <a:lnTo>
                    <a:pt x="750542" y="31218"/>
                  </a:lnTo>
                  <a:lnTo>
                    <a:pt x="747034" y="32677"/>
                  </a:lnTo>
                  <a:lnTo>
                    <a:pt x="743527" y="34116"/>
                  </a:lnTo>
                  <a:lnTo>
                    <a:pt x="740020" y="35132"/>
                  </a:lnTo>
                  <a:lnTo>
                    <a:pt x="736513" y="36688"/>
                  </a:lnTo>
                  <a:lnTo>
                    <a:pt x="733006" y="38281"/>
                  </a:lnTo>
                  <a:lnTo>
                    <a:pt x="729498" y="39416"/>
                  </a:lnTo>
                  <a:lnTo>
                    <a:pt x="725991" y="40961"/>
                  </a:lnTo>
                  <a:lnTo>
                    <a:pt x="722484" y="42850"/>
                  </a:lnTo>
                  <a:lnTo>
                    <a:pt x="718977" y="44042"/>
                  </a:lnTo>
                  <a:lnTo>
                    <a:pt x="715469" y="45155"/>
                  </a:lnTo>
                  <a:lnTo>
                    <a:pt x="711962" y="46258"/>
                  </a:lnTo>
                  <a:lnTo>
                    <a:pt x="708455" y="47572"/>
                  </a:lnTo>
                  <a:lnTo>
                    <a:pt x="704948" y="48768"/>
                  </a:lnTo>
                  <a:lnTo>
                    <a:pt x="701441" y="49908"/>
                  </a:lnTo>
                  <a:lnTo>
                    <a:pt x="697933" y="51293"/>
                  </a:lnTo>
                  <a:lnTo>
                    <a:pt x="694426" y="52671"/>
                  </a:lnTo>
                  <a:lnTo>
                    <a:pt x="690919" y="54459"/>
                  </a:lnTo>
                  <a:lnTo>
                    <a:pt x="687412" y="55393"/>
                  </a:lnTo>
                  <a:lnTo>
                    <a:pt x="683905" y="56790"/>
                  </a:lnTo>
                  <a:lnTo>
                    <a:pt x="680397" y="57905"/>
                  </a:lnTo>
                  <a:lnTo>
                    <a:pt x="676890" y="59194"/>
                  </a:lnTo>
                  <a:lnTo>
                    <a:pt x="673383" y="60632"/>
                  </a:lnTo>
                  <a:lnTo>
                    <a:pt x="669876" y="62110"/>
                  </a:lnTo>
                  <a:lnTo>
                    <a:pt x="666369" y="63490"/>
                  </a:lnTo>
                  <a:lnTo>
                    <a:pt x="662861" y="64879"/>
                  </a:lnTo>
                  <a:lnTo>
                    <a:pt x="659354" y="66546"/>
                  </a:lnTo>
                  <a:lnTo>
                    <a:pt x="655847" y="67753"/>
                  </a:lnTo>
                  <a:lnTo>
                    <a:pt x="652340" y="68955"/>
                  </a:lnTo>
                  <a:lnTo>
                    <a:pt x="648833" y="70240"/>
                  </a:lnTo>
                  <a:lnTo>
                    <a:pt x="645325" y="71622"/>
                  </a:lnTo>
                  <a:lnTo>
                    <a:pt x="641818" y="72791"/>
                  </a:lnTo>
                  <a:lnTo>
                    <a:pt x="638311" y="73700"/>
                  </a:lnTo>
                  <a:lnTo>
                    <a:pt x="634804" y="74520"/>
                  </a:lnTo>
                  <a:lnTo>
                    <a:pt x="631297" y="75820"/>
                  </a:lnTo>
                  <a:lnTo>
                    <a:pt x="627789" y="77127"/>
                  </a:lnTo>
                  <a:lnTo>
                    <a:pt x="624282" y="78427"/>
                  </a:lnTo>
                  <a:lnTo>
                    <a:pt x="620775" y="79494"/>
                  </a:lnTo>
                  <a:lnTo>
                    <a:pt x="617268" y="80635"/>
                  </a:lnTo>
                  <a:lnTo>
                    <a:pt x="613761" y="81640"/>
                  </a:lnTo>
                  <a:lnTo>
                    <a:pt x="610253" y="82582"/>
                  </a:lnTo>
                  <a:lnTo>
                    <a:pt x="606746" y="83250"/>
                  </a:lnTo>
                  <a:lnTo>
                    <a:pt x="603239" y="84479"/>
                  </a:lnTo>
                  <a:lnTo>
                    <a:pt x="599732" y="85753"/>
                  </a:lnTo>
                  <a:lnTo>
                    <a:pt x="596224" y="87594"/>
                  </a:lnTo>
                  <a:lnTo>
                    <a:pt x="592717" y="88674"/>
                  </a:lnTo>
                  <a:lnTo>
                    <a:pt x="589210" y="90200"/>
                  </a:lnTo>
                  <a:lnTo>
                    <a:pt x="585703" y="91479"/>
                  </a:lnTo>
                  <a:lnTo>
                    <a:pt x="582196" y="92769"/>
                  </a:lnTo>
                  <a:lnTo>
                    <a:pt x="578688" y="94034"/>
                  </a:lnTo>
                  <a:lnTo>
                    <a:pt x="575181" y="95449"/>
                  </a:lnTo>
                  <a:lnTo>
                    <a:pt x="571674" y="97143"/>
                  </a:lnTo>
                  <a:lnTo>
                    <a:pt x="568167" y="98688"/>
                  </a:lnTo>
                  <a:lnTo>
                    <a:pt x="564660" y="100204"/>
                  </a:lnTo>
                  <a:lnTo>
                    <a:pt x="561152" y="101717"/>
                  </a:lnTo>
                  <a:lnTo>
                    <a:pt x="557645" y="102924"/>
                  </a:lnTo>
                  <a:lnTo>
                    <a:pt x="554138" y="104124"/>
                  </a:lnTo>
                  <a:lnTo>
                    <a:pt x="550631" y="105520"/>
                  </a:lnTo>
                  <a:lnTo>
                    <a:pt x="547124" y="106857"/>
                  </a:lnTo>
                  <a:lnTo>
                    <a:pt x="543616" y="108098"/>
                  </a:lnTo>
                  <a:lnTo>
                    <a:pt x="540109" y="109576"/>
                  </a:lnTo>
                  <a:lnTo>
                    <a:pt x="536602" y="111052"/>
                  </a:lnTo>
                  <a:lnTo>
                    <a:pt x="533095" y="112150"/>
                  </a:lnTo>
                  <a:lnTo>
                    <a:pt x="529588" y="113971"/>
                  </a:lnTo>
                  <a:lnTo>
                    <a:pt x="526080" y="115291"/>
                  </a:lnTo>
                  <a:lnTo>
                    <a:pt x="522573" y="116851"/>
                  </a:lnTo>
                  <a:lnTo>
                    <a:pt x="519066" y="118163"/>
                  </a:lnTo>
                  <a:lnTo>
                    <a:pt x="515559" y="119543"/>
                  </a:lnTo>
                  <a:lnTo>
                    <a:pt x="512052" y="120885"/>
                  </a:lnTo>
                  <a:lnTo>
                    <a:pt x="508544" y="122232"/>
                  </a:lnTo>
                  <a:lnTo>
                    <a:pt x="505037" y="123656"/>
                  </a:lnTo>
                  <a:lnTo>
                    <a:pt x="501530" y="125011"/>
                  </a:lnTo>
                  <a:lnTo>
                    <a:pt x="498023" y="126520"/>
                  </a:lnTo>
                  <a:lnTo>
                    <a:pt x="494516" y="128144"/>
                  </a:lnTo>
                  <a:lnTo>
                    <a:pt x="491008" y="129585"/>
                  </a:lnTo>
                  <a:lnTo>
                    <a:pt x="487501" y="131065"/>
                  </a:lnTo>
                  <a:lnTo>
                    <a:pt x="483994" y="132384"/>
                  </a:lnTo>
                  <a:lnTo>
                    <a:pt x="480487" y="133907"/>
                  </a:lnTo>
                  <a:lnTo>
                    <a:pt x="476979" y="135378"/>
                  </a:lnTo>
                  <a:lnTo>
                    <a:pt x="473472" y="136993"/>
                  </a:lnTo>
                  <a:lnTo>
                    <a:pt x="469965" y="138570"/>
                  </a:lnTo>
                  <a:lnTo>
                    <a:pt x="466458" y="139791"/>
                  </a:lnTo>
                  <a:lnTo>
                    <a:pt x="462951" y="141317"/>
                  </a:lnTo>
                  <a:lnTo>
                    <a:pt x="459443" y="142902"/>
                  </a:lnTo>
                  <a:lnTo>
                    <a:pt x="455936" y="144375"/>
                  </a:lnTo>
                  <a:lnTo>
                    <a:pt x="452429" y="146137"/>
                  </a:lnTo>
                  <a:lnTo>
                    <a:pt x="448922" y="147761"/>
                  </a:lnTo>
                  <a:lnTo>
                    <a:pt x="445415" y="149493"/>
                  </a:lnTo>
                  <a:lnTo>
                    <a:pt x="441907" y="151100"/>
                  </a:lnTo>
                  <a:lnTo>
                    <a:pt x="438400" y="152748"/>
                  </a:lnTo>
                  <a:lnTo>
                    <a:pt x="434893" y="154352"/>
                  </a:lnTo>
                  <a:lnTo>
                    <a:pt x="431386" y="155960"/>
                  </a:lnTo>
                  <a:lnTo>
                    <a:pt x="427879" y="157743"/>
                  </a:lnTo>
                  <a:lnTo>
                    <a:pt x="424371" y="159475"/>
                  </a:lnTo>
                  <a:lnTo>
                    <a:pt x="420864" y="161242"/>
                  </a:lnTo>
                  <a:lnTo>
                    <a:pt x="417357" y="163058"/>
                  </a:lnTo>
                  <a:lnTo>
                    <a:pt x="413850" y="164715"/>
                  </a:lnTo>
                  <a:lnTo>
                    <a:pt x="410343" y="165962"/>
                  </a:lnTo>
                  <a:lnTo>
                    <a:pt x="406835" y="167776"/>
                  </a:lnTo>
                  <a:lnTo>
                    <a:pt x="403328" y="169429"/>
                  </a:lnTo>
                  <a:lnTo>
                    <a:pt x="399821" y="170981"/>
                  </a:lnTo>
                  <a:lnTo>
                    <a:pt x="396314" y="172744"/>
                  </a:lnTo>
                  <a:lnTo>
                    <a:pt x="392807" y="174671"/>
                  </a:lnTo>
                  <a:lnTo>
                    <a:pt x="389299" y="176787"/>
                  </a:lnTo>
                  <a:lnTo>
                    <a:pt x="385792" y="178303"/>
                  </a:lnTo>
                  <a:lnTo>
                    <a:pt x="382285" y="180338"/>
                  </a:lnTo>
                  <a:lnTo>
                    <a:pt x="378778" y="182044"/>
                  </a:lnTo>
                  <a:lnTo>
                    <a:pt x="375271" y="183561"/>
                  </a:lnTo>
                  <a:lnTo>
                    <a:pt x="371763" y="185127"/>
                  </a:lnTo>
                  <a:lnTo>
                    <a:pt x="368256" y="186775"/>
                  </a:lnTo>
                  <a:lnTo>
                    <a:pt x="364749" y="188650"/>
                  </a:lnTo>
                  <a:lnTo>
                    <a:pt x="361242" y="190317"/>
                  </a:lnTo>
                  <a:lnTo>
                    <a:pt x="357734" y="192035"/>
                  </a:lnTo>
                  <a:lnTo>
                    <a:pt x="354227" y="193716"/>
                  </a:lnTo>
                  <a:lnTo>
                    <a:pt x="350720" y="195429"/>
                  </a:lnTo>
                  <a:lnTo>
                    <a:pt x="347213" y="197566"/>
                  </a:lnTo>
                  <a:lnTo>
                    <a:pt x="343706" y="199268"/>
                  </a:lnTo>
                  <a:lnTo>
                    <a:pt x="340198" y="201080"/>
                  </a:lnTo>
                  <a:lnTo>
                    <a:pt x="336691" y="202551"/>
                  </a:lnTo>
                  <a:lnTo>
                    <a:pt x="333184" y="204226"/>
                  </a:lnTo>
                  <a:lnTo>
                    <a:pt x="329677" y="205888"/>
                  </a:lnTo>
                  <a:lnTo>
                    <a:pt x="326170" y="207523"/>
                  </a:lnTo>
                  <a:lnTo>
                    <a:pt x="322662" y="209141"/>
                  </a:lnTo>
                  <a:lnTo>
                    <a:pt x="319155" y="210952"/>
                  </a:lnTo>
                  <a:lnTo>
                    <a:pt x="315648" y="212841"/>
                  </a:lnTo>
                  <a:lnTo>
                    <a:pt x="312141" y="214459"/>
                  </a:lnTo>
                  <a:lnTo>
                    <a:pt x="308634" y="215550"/>
                  </a:lnTo>
                  <a:lnTo>
                    <a:pt x="305126" y="217218"/>
                  </a:lnTo>
                  <a:lnTo>
                    <a:pt x="301619" y="218711"/>
                  </a:lnTo>
                  <a:lnTo>
                    <a:pt x="298112" y="220062"/>
                  </a:lnTo>
                  <a:lnTo>
                    <a:pt x="294605" y="221571"/>
                  </a:lnTo>
                  <a:lnTo>
                    <a:pt x="291098" y="222746"/>
                  </a:lnTo>
                  <a:lnTo>
                    <a:pt x="287590" y="224158"/>
                  </a:lnTo>
                  <a:lnTo>
                    <a:pt x="284083" y="225422"/>
                  </a:lnTo>
                  <a:lnTo>
                    <a:pt x="280576" y="226869"/>
                  </a:lnTo>
                  <a:lnTo>
                    <a:pt x="277069" y="228311"/>
                  </a:lnTo>
                  <a:lnTo>
                    <a:pt x="273562" y="229763"/>
                  </a:lnTo>
                  <a:lnTo>
                    <a:pt x="270054" y="231303"/>
                  </a:lnTo>
                  <a:lnTo>
                    <a:pt x="266547" y="232694"/>
                  </a:lnTo>
                  <a:lnTo>
                    <a:pt x="263040" y="233997"/>
                  </a:lnTo>
                  <a:lnTo>
                    <a:pt x="259533" y="235375"/>
                  </a:lnTo>
                  <a:lnTo>
                    <a:pt x="256026" y="236718"/>
                  </a:lnTo>
                  <a:lnTo>
                    <a:pt x="252518" y="238050"/>
                  </a:lnTo>
                  <a:lnTo>
                    <a:pt x="249011" y="239432"/>
                  </a:lnTo>
                  <a:lnTo>
                    <a:pt x="245504" y="240699"/>
                  </a:lnTo>
                  <a:lnTo>
                    <a:pt x="241997" y="241982"/>
                  </a:lnTo>
                  <a:lnTo>
                    <a:pt x="238489" y="243253"/>
                  </a:lnTo>
                  <a:lnTo>
                    <a:pt x="234982" y="244588"/>
                  </a:lnTo>
                  <a:lnTo>
                    <a:pt x="231475" y="245959"/>
                  </a:lnTo>
                  <a:lnTo>
                    <a:pt x="227968" y="247242"/>
                  </a:lnTo>
                  <a:lnTo>
                    <a:pt x="224461" y="248412"/>
                  </a:lnTo>
                  <a:lnTo>
                    <a:pt x="220953" y="249533"/>
                  </a:lnTo>
                  <a:lnTo>
                    <a:pt x="217446" y="250705"/>
                  </a:lnTo>
                  <a:lnTo>
                    <a:pt x="213939" y="252003"/>
                  </a:lnTo>
                  <a:lnTo>
                    <a:pt x="210432" y="253089"/>
                  </a:lnTo>
                  <a:lnTo>
                    <a:pt x="206925" y="254272"/>
                  </a:lnTo>
                  <a:lnTo>
                    <a:pt x="203417" y="255405"/>
                  </a:lnTo>
                  <a:lnTo>
                    <a:pt x="199910" y="256494"/>
                  </a:lnTo>
                  <a:lnTo>
                    <a:pt x="196403" y="257577"/>
                  </a:lnTo>
                  <a:lnTo>
                    <a:pt x="192896" y="258666"/>
                  </a:lnTo>
                  <a:lnTo>
                    <a:pt x="189389" y="259748"/>
                  </a:lnTo>
                  <a:lnTo>
                    <a:pt x="185881" y="260791"/>
                  </a:lnTo>
                  <a:lnTo>
                    <a:pt x="182374" y="261861"/>
                  </a:lnTo>
                  <a:lnTo>
                    <a:pt x="178867" y="262846"/>
                  </a:lnTo>
                  <a:lnTo>
                    <a:pt x="175360" y="263880"/>
                  </a:lnTo>
                  <a:lnTo>
                    <a:pt x="171853" y="264837"/>
                  </a:lnTo>
                  <a:lnTo>
                    <a:pt x="168345" y="265784"/>
                  </a:lnTo>
                  <a:lnTo>
                    <a:pt x="164838" y="266764"/>
                  </a:lnTo>
                  <a:lnTo>
                    <a:pt x="161331" y="267664"/>
                  </a:lnTo>
                  <a:lnTo>
                    <a:pt x="157824" y="268545"/>
                  </a:lnTo>
                  <a:lnTo>
                    <a:pt x="154317" y="269554"/>
                  </a:lnTo>
                  <a:lnTo>
                    <a:pt x="150809" y="270534"/>
                  </a:lnTo>
                  <a:lnTo>
                    <a:pt x="147302" y="271419"/>
                  </a:lnTo>
                  <a:lnTo>
                    <a:pt x="143795" y="272259"/>
                  </a:lnTo>
                  <a:lnTo>
                    <a:pt x="140288" y="272977"/>
                  </a:lnTo>
                  <a:lnTo>
                    <a:pt x="136781" y="273860"/>
                  </a:lnTo>
                  <a:lnTo>
                    <a:pt x="133273" y="274706"/>
                  </a:lnTo>
                  <a:lnTo>
                    <a:pt x="129766" y="275483"/>
                  </a:lnTo>
                  <a:lnTo>
                    <a:pt x="126259" y="276209"/>
                  </a:lnTo>
                  <a:lnTo>
                    <a:pt x="122752" y="276956"/>
                  </a:lnTo>
                  <a:lnTo>
                    <a:pt x="119244" y="277632"/>
                  </a:lnTo>
                  <a:lnTo>
                    <a:pt x="115737" y="278388"/>
                  </a:lnTo>
                  <a:lnTo>
                    <a:pt x="112230" y="279136"/>
                  </a:lnTo>
                  <a:lnTo>
                    <a:pt x="108723" y="279857"/>
                  </a:lnTo>
                  <a:lnTo>
                    <a:pt x="105216" y="280536"/>
                  </a:lnTo>
                  <a:lnTo>
                    <a:pt x="101708" y="281229"/>
                  </a:lnTo>
                  <a:lnTo>
                    <a:pt x="98201" y="281912"/>
                  </a:lnTo>
                  <a:lnTo>
                    <a:pt x="94694" y="282575"/>
                  </a:lnTo>
                  <a:lnTo>
                    <a:pt x="91187" y="283130"/>
                  </a:lnTo>
                  <a:lnTo>
                    <a:pt x="87680" y="283821"/>
                  </a:lnTo>
                  <a:lnTo>
                    <a:pt x="84172" y="284529"/>
                  </a:lnTo>
                  <a:lnTo>
                    <a:pt x="80665" y="285134"/>
                  </a:lnTo>
                  <a:lnTo>
                    <a:pt x="77158" y="285695"/>
                  </a:lnTo>
                  <a:lnTo>
                    <a:pt x="73651" y="286279"/>
                  </a:lnTo>
                  <a:lnTo>
                    <a:pt x="70144" y="286934"/>
                  </a:lnTo>
                  <a:lnTo>
                    <a:pt x="66636" y="287551"/>
                  </a:lnTo>
                  <a:lnTo>
                    <a:pt x="63129" y="288124"/>
                  </a:lnTo>
                  <a:lnTo>
                    <a:pt x="59622" y="288687"/>
                  </a:lnTo>
                  <a:lnTo>
                    <a:pt x="56115" y="289241"/>
                  </a:lnTo>
                  <a:lnTo>
                    <a:pt x="52608" y="289784"/>
                  </a:lnTo>
                  <a:lnTo>
                    <a:pt x="49100" y="290318"/>
                  </a:lnTo>
                  <a:lnTo>
                    <a:pt x="45593" y="290862"/>
                  </a:lnTo>
                  <a:lnTo>
                    <a:pt x="42086" y="291398"/>
                  </a:lnTo>
                  <a:lnTo>
                    <a:pt x="38579" y="291917"/>
                  </a:lnTo>
                  <a:lnTo>
                    <a:pt x="35072" y="292432"/>
                  </a:lnTo>
                  <a:lnTo>
                    <a:pt x="31564" y="292931"/>
                  </a:lnTo>
                  <a:lnTo>
                    <a:pt x="28057" y="293402"/>
                  </a:lnTo>
                  <a:lnTo>
                    <a:pt x="24550" y="293886"/>
                  </a:lnTo>
                  <a:lnTo>
                    <a:pt x="21043" y="294327"/>
                  </a:lnTo>
                  <a:lnTo>
                    <a:pt x="17536" y="294783"/>
                  </a:lnTo>
                  <a:lnTo>
                    <a:pt x="14028" y="295232"/>
                  </a:lnTo>
                  <a:lnTo>
                    <a:pt x="10521" y="295676"/>
                  </a:lnTo>
                  <a:lnTo>
                    <a:pt x="7014" y="296138"/>
                  </a:lnTo>
                  <a:lnTo>
                    <a:pt x="3507" y="296590"/>
                  </a:lnTo>
                  <a:lnTo>
                    <a:pt x="0" y="2970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690881" y="4895623"/>
              <a:ext cx="838222" cy="473912"/>
            </a:xfrm>
            <a:custGeom>
              <a:avLst/>
              <a:pathLst>
                <a:path w="838222" h="473912">
                  <a:moveTo>
                    <a:pt x="0" y="473912"/>
                  </a:moveTo>
                  <a:lnTo>
                    <a:pt x="3507" y="473286"/>
                  </a:lnTo>
                  <a:lnTo>
                    <a:pt x="7014" y="472653"/>
                  </a:lnTo>
                  <a:lnTo>
                    <a:pt x="10521" y="472013"/>
                  </a:lnTo>
                  <a:lnTo>
                    <a:pt x="14028" y="471366"/>
                  </a:lnTo>
                  <a:lnTo>
                    <a:pt x="17536" y="470712"/>
                  </a:lnTo>
                  <a:lnTo>
                    <a:pt x="21043" y="470051"/>
                  </a:lnTo>
                  <a:lnTo>
                    <a:pt x="24550" y="469382"/>
                  </a:lnTo>
                  <a:lnTo>
                    <a:pt x="28057" y="468706"/>
                  </a:lnTo>
                  <a:lnTo>
                    <a:pt x="31564" y="468022"/>
                  </a:lnTo>
                  <a:lnTo>
                    <a:pt x="35072" y="467331"/>
                  </a:lnTo>
                  <a:lnTo>
                    <a:pt x="38579" y="466632"/>
                  </a:lnTo>
                  <a:lnTo>
                    <a:pt x="42086" y="465926"/>
                  </a:lnTo>
                  <a:lnTo>
                    <a:pt x="45593" y="465212"/>
                  </a:lnTo>
                  <a:lnTo>
                    <a:pt x="49100" y="464489"/>
                  </a:lnTo>
                  <a:lnTo>
                    <a:pt x="52608" y="463759"/>
                  </a:lnTo>
                  <a:lnTo>
                    <a:pt x="56115" y="463021"/>
                  </a:lnTo>
                  <a:lnTo>
                    <a:pt x="59622" y="462275"/>
                  </a:lnTo>
                  <a:lnTo>
                    <a:pt x="63129" y="461521"/>
                  </a:lnTo>
                  <a:lnTo>
                    <a:pt x="66636" y="460758"/>
                  </a:lnTo>
                  <a:lnTo>
                    <a:pt x="70144" y="459987"/>
                  </a:lnTo>
                  <a:lnTo>
                    <a:pt x="73651" y="459207"/>
                  </a:lnTo>
                  <a:lnTo>
                    <a:pt x="77158" y="458419"/>
                  </a:lnTo>
                  <a:lnTo>
                    <a:pt x="80665" y="457622"/>
                  </a:lnTo>
                  <a:lnTo>
                    <a:pt x="84172" y="456817"/>
                  </a:lnTo>
                  <a:lnTo>
                    <a:pt x="87680" y="456003"/>
                  </a:lnTo>
                  <a:lnTo>
                    <a:pt x="91187" y="455180"/>
                  </a:lnTo>
                  <a:lnTo>
                    <a:pt x="94694" y="454347"/>
                  </a:lnTo>
                  <a:lnTo>
                    <a:pt x="98201" y="453506"/>
                  </a:lnTo>
                  <a:lnTo>
                    <a:pt x="101708" y="452656"/>
                  </a:lnTo>
                  <a:lnTo>
                    <a:pt x="105216" y="451796"/>
                  </a:lnTo>
                  <a:lnTo>
                    <a:pt x="108723" y="450927"/>
                  </a:lnTo>
                  <a:lnTo>
                    <a:pt x="112230" y="450049"/>
                  </a:lnTo>
                  <a:lnTo>
                    <a:pt x="115737" y="449161"/>
                  </a:lnTo>
                  <a:lnTo>
                    <a:pt x="119244" y="448264"/>
                  </a:lnTo>
                  <a:lnTo>
                    <a:pt x="122752" y="447356"/>
                  </a:lnTo>
                  <a:lnTo>
                    <a:pt x="126259" y="446439"/>
                  </a:lnTo>
                  <a:lnTo>
                    <a:pt x="129766" y="445513"/>
                  </a:lnTo>
                  <a:lnTo>
                    <a:pt x="133273" y="444576"/>
                  </a:lnTo>
                  <a:lnTo>
                    <a:pt x="136781" y="443629"/>
                  </a:lnTo>
                  <a:lnTo>
                    <a:pt x="140288" y="442672"/>
                  </a:lnTo>
                  <a:lnTo>
                    <a:pt x="143795" y="441704"/>
                  </a:lnTo>
                  <a:lnTo>
                    <a:pt x="147302" y="440727"/>
                  </a:lnTo>
                  <a:lnTo>
                    <a:pt x="150809" y="439738"/>
                  </a:lnTo>
                  <a:lnTo>
                    <a:pt x="154317" y="438740"/>
                  </a:lnTo>
                  <a:lnTo>
                    <a:pt x="157824" y="437730"/>
                  </a:lnTo>
                  <a:lnTo>
                    <a:pt x="161331" y="436710"/>
                  </a:lnTo>
                  <a:lnTo>
                    <a:pt x="164838" y="435679"/>
                  </a:lnTo>
                  <a:lnTo>
                    <a:pt x="168345" y="434637"/>
                  </a:lnTo>
                  <a:lnTo>
                    <a:pt x="171853" y="433584"/>
                  </a:lnTo>
                  <a:lnTo>
                    <a:pt x="175360" y="432520"/>
                  </a:lnTo>
                  <a:lnTo>
                    <a:pt x="178867" y="431444"/>
                  </a:lnTo>
                  <a:lnTo>
                    <a:pt x="182374" y="430358"/>
                  </a:lnTo>
                  <a:lnTo>
                    <a:pt x="185881" y="429260"/>
                  </a:lnTo>
                  <a:lnTo>
                    <a:pt x="189389" y="428150"/>
                  </a:lnTo>
                  <a:lnTo>
                    <a:pt x="192896" y="427029"/>
                  </a:lnTo>
                  <a:lnTo>
                    <a:pt x="196403" y="425896"/>
                  </a:lnTo>
                  <a:lnTo>
                    <a:pt x="199910" y="424751"/>
                  </a:lnTo>
                  <a:lnTo>
                    <a:pt x="203417" y="423594"/>
                  </a:lnTo>
                  <a:lnTo>
                    <a:pt x="206925" y="422425"/>
                  </a:lnTo>
                  <a:lnTo>
                    <a:pt x="210432" y="421245"/>
                  </a:lnTo>
                  <a:lnTo>
                    <a:pt x="213939" y="420052"/>
                  </a:lnTo>
                  <a:lnTo>
                    <a:pt x="217446" y="418846"/>
                  </a:lnTo>
                  <a:lnTo>
                    <a:pt x="220953" y="417628"/>
                  </a:lnTo>
                  <a:lnTo>
                    <a:pt x="224461" y="416398"/>
                  </a:lnTo>
                  <a:lnTo>
                    <a:pt x="227968" y="415155"/>
                  </a:lnTo>
                  <a:lnTo>
                    <a:pt x="231475" y="413900"/>
                  </a:lnTo>
                  <a:lnTo>
                    <a:pt x="234982" y="412631"/>
                  </a:lnTo>
                  <a:lnTo>
                    <a:pt x="238489" y="411350"/>
                  </a:lnTo>
                  <a:lnTo>
                    <a:pt x="241997" y="410056"/>
                  </a:lnTo>
                  <a:lnTo>
                    <a:pt x="245504" y="408748"/>
                  </a:lnTo>
                  <a:lnTo>
                    <a:pt x="249011" y="407428"/>
                  </a:lnTo>
                  <a:lnTo>
                    <a:pt x="252518" y="406094"/>
                  </a:lnTo>
                  <a:lnTo>
                    <a:pt x="256026" y="404747"/>
                  </a:lnTo>
                  <a:lnTo>
                    <a:pt x="259533" y="403387"/>
                  </a:lnTo>
                  <a:lnTo>
                    <a:pt x="263040" y="402013"/>
                  </a:lnTo>
                  <a:lnTo>
                    <a:pt x="266547" y="400625"/>
                  </a:lnTo>
                  <a:lnTo>
                    <a:pt x="270054" y="399223"/>
                  </a:lnTo>
                  <a:lnTo>
                    <a:pt x="273562" y="397808"/>
                  </a:lnTo>
                  <a:lnTo>
                    <a:pt x="277069" y="396379"/>
                  </a:lnTo>
                  <a:lnTo>
                    <a:pt x="280576" y="394936"/>
                  </a:lnTo>
                  <a:lnTo>
                    <a:pt x="284083" y="393479"/>
                  </a:lnTo>
                  <a:lnTo>
                    <a:pt x="287590" y="392007"/>
                  </a:lnTo>
                  <a:lnTo>
                    <a:pt x="291098" y="390522"/>
                  </a:lnTo>
                  <a:lnTo>
                    <a:pt x="294605" y="389022"/>
                  </a:lnTo>
                  <a:lnTo>
                    <a:pt x="298112" y="387507"/>
                  </a:lnTo>
                  <a:lnTo>
                    <a:pt x="301619" y="385978"/>
                  </a:lnTo>
                  <a:lnTo>
                    <a:pt x="305126" y="384435"/>
                  </a:lnTo>
                  <a:lnTo>
                    <a:pt x="308634" y="382877"/>
                  </a:lnTo>
                  <a:lnTo>
                    <a:pt x="312141" y="381304"/>
                  </a:lnTo>
                  <a:lnTo>
                    <a:pt x="315648" y="379717"/>
                  </a:lnTo>
                  <a:lnTo>
                    <a:pt x="319155" y="378114"/>
                  </a:lnTo>
                  <a:lnTo>
                    <a:pt x="322662" y="376497"/>
                  </a:lnTo>
                  <a:lnTo>
                    <a:pt x="326170" y="374864"/>
                  </a:lnTo>
                  <a:lnTo>
                    <a:pt x="329677" y="373217"/>
                  </a:lnTo>
                  <a:lnTo>
                    <a:pt x="333184" y="371554"/>
                  </a:lnTo>
                  <a:lnTo>
                    <a:pt x="336691" y="369876"/>
                  </a:lnTo>
                  <a:lnTo>
                    <a:pt x="340198" y="368183"/>
                  </a:lnTo>
                  <a:lnTo>
                    <a:pt x="343706" y="366474"/>
                  </a:lnTo>
                  <a:lnTo>
                    <a:pt x="347213" y="364750"/>
                  </a:lnTo>
                  <a:lnTo>
                    <a:pt x="350720" y="363011"/>
                  </a:lnTo>
                  <a:lnTo>
                    <a:pt x="354227" y="361256"/>
                  </a:lnTo>
                  <a:lnTo>
                    <a:pt x="357734" y="359485"/>
                  </a:lnTo>
                  <a:lnTo>
                    <a:pt x="361242" y="357699"/>
                  </a:lnTo>
                  <a:lnTo>
                    <a:pt x="364749" y="355897"/>
                  </a:lnTo>
                  <a:lnTo>
                    <a:pt x="368256" y="354080"/>
                  </a:lnTo>
                  <a:lnTo>
                    <a:pt x="371763" y="352246"/>
                  </a:lnTo>
                  <a:lnTo>
                    <a:pt x="375271" y="350397"/>
                  </a:lnTo>
                  <a:lnTo>
                    <a:pt x="378778" y="348532"/>
                  </a:lnTo>
                  <a:lnTo>
                    <a:pt x="382285" y="346651"/>
                  </a:lnTo>
                  <a:lnTo>
                    <a:pt x="385792" y="344755"/>
                  </a:lnTo>
                  <a:lnTo>
                    <a:pt x="389299" y="342842"/>
                  </a:lnTo>
                  <a:lnTo>
                    <a:pt x="392807" y="340913"/>
                  </a:lnTo>
                  <a:lnTo>
                    <a:pt x="396314" y="338969"/>
                  </a:lnTo>
                  <a:lnTo>
                    <a:pt x="399821" y="337008"/>
                  </a:lnTo>
                  <a:lnTo>
                    <a:pt x="403328" y="335031"/>
                  </a:lnTo>
                  <a:lnTo>
                    <a:pt x="406835" y="333039"/>
                  </a:lnTo>
                  <a:lnTo>
                    <a:pt x="410343" y="331030"/>
                  </a:lnTo>
                  <a:lnTo>
                    <a:pt x="413850" y="329005"/>
                  </a:lnTo>
                  <a:lnTo>
                    <a:pt x="417357" y="326964"/>
                  </a:lnTo>
                  <a:lnTo>
                    <a:pt x="420864" y="324907"/>
                  </a:lnTo>
                  <a:lnTo>
                    <a:pt x="424371" y="322834"/>
                  </a:lnTo>
                  <a:lnTo>
                    <a:pt x="427879" y="320745"/>
                  </a:lnTo>
                  <a:lnTo>
                    <a:pt x="431386" y="318640"/>
                  </a:lnTo>
                  <a:lnTo>
                    <a:pt x="434893" y="316519"/>
                  </a:lnTo>
                  <a:lnTo>
                    <a:pt x="438400" y="314382"/>
                  </a:lnTo>
                  <a:lnTo>
                    <a:pt x="441907" y="312228"/>
                  </a:lnTo>
                  <a:lnTo>
                    <a:pt x="445415" y="310059"/>
                  </a:lnTo>
                  <a:lnTo>
                    <a:pt x="448922" y="307874"/>
                  </a:lnTo>
                  <a:lnTo>
                    <a:pt x="452429" y="305673"/>
                  </a:lnTo>
                  <a:lnTo>
                    <a:pt x="455936" y="303456"/>
                  </a:lnTo>
                  <a:lnTo>
                    <a:pt x="459443" y="301224"/>
                  </a:lnTo>
                  <a:lnTo>
                    <a:pt x="462951" y="298975"/>
                  </a:lnTo>
                  <a:lnTo>
                    <a:pt x="466458" y="296711"/>
                  </a:lnTo>
                  <a:lnTo>
                    <a:pt x="469965" y="294431"/>
                  </a:lnTo>
                  <a:lnTo>
                    <a:pt x="473472" y="292135"/>
                  </a:lnTo>
                  <a:lnTo>
                    <a:pt x="476979" y="289824"/>
                  </a:lnTo>
                  <a:lnTo>
                    <a:pt x="480487" y="287498"/>
                  </a:lnTo>
                  <a:lnTo>
                    <a:pt x="483994" y="285156"/>
                  </a:lnTo>
                  <a:lnTo>
                    <a:pt x="487501" y="282798"/>
                  </a:lnTo>
                  <a:lnTo>
                    <a:pt x="491008" y="280426"/>
                  </a:lnTo>
                  <a:lnTo>
                    <a:pt x="494516" y="278038"/>
                  </a:lnTo>
                  <a:lnTo>
                    <a:pt x="498023" y="275635"/>
                  </a:lnTo>
                  <a:lnTo>
                    <a:pt x="501530" y="273217"/>
                  </a:lnTo>
                  <a:lnTo>
                    <a:pt x="505037" y="270784"/>
                  </a:lnTo>
                  <a:lnTo>
                    <a:pt x="508544" y="268337"/>
                  </a:lnTo>
                  <a:lnTo>
                    <a:pt x="512052" y="265875"/>
                  </a:lnTo>
                  <a:lnTo>
                    <a:pt x="515559" y="263398"/>
                  </a:lnTo>
                  <a:lnTo>
                    <a:pt x="519066" y="260906"/>
                  </a:lnTo>
                  <a:lnTo>
                    <a:pt x="522573" y="258401"/>
                  </a:lnTo>
                  <a:lnTo>
                    <a:pt x="526080" y="255881"/>
                  </a:lnTo>
                  <a:lnTo>
                    <a:pt x="529588" y="253347"/>
                  </a:lnTo>
                  <a:lnTo>
                    <a:pt x="533095" y="250799"/>
                  </a:lnTo>
                  <a:lnTo>
                    <a:pt x="536602" y="248237"/>
                  </a:lnTo>
                  <a:lnTo>
                    <a:pt x="540109" y="245662"/>
                  </a:lnTo>
                  <a:lnTo>
                    <a:pt x="543616" y="243073"/>
                  </a:lnTo>
                  <a:lnTo>
                    <a:pt x="547124" y="240471"/>
                  </a:lnTo>
                  <a:lnTo>
                    <a:pt x="550631" y="237855"/>
                  </a:lnTo>
                  <a:lnTo>
                    <a:pt x="554138" y="235226"/>
                  </a:lnTo>
                  <a:lnTo>
                    <a:pt x="557645" y="232585"/>
                  </a:lnTo>
                  <a:lnTo>
                    <a:pt x="561152" y="229931"/>
                  </a:lnTo>
                  <a:lnTo>
                    <a:pt x="564660" y="227264"/>
                  </a:lnTo>
                  <a:lnTo>
                    <a:pt x="568167" y="224585"/>
                  </a:lnTo>
                  <a:lnTo>
                    <a:pt x="571674" y="221894"/>
                  </a:lnTo>
                  <a:lnTo>
                    <a:pt x="575181" y="219191"/>
                  </a:lnTo>
                  <a:lnTo>
                    <a:pt x="578688" y="216476"/>
                  </a:lnTo>
                  <a:lnTo>
                    <a:pt x="582196" y="213749"/>
                  </a:lnTo>
                  <a:lnTo>
                    <a:pt x="585703" y="211011"/>
                  </a:lnTo>
                  <a:lnTo>
                    <a:pt x="589210" y="208262"/>
                  </a:lnTo>
                  <a:lnTo>
                    <a:pt x="592717" y="205502"/>
                  </a:lnTo>
                  <a:lnTo>
                    <a:pt x="596224" y="202731"/>
                  </a:lnTo>
                  <a:lnTo>
                    <a:pt x="599732" y="199949"/>
                  </a:lnTo>
                  <a:lnTo>
                    <a:pt x="603239" y="197157"/>
                  </a:lnTo>
                  <a:lnTo>
                    <a:pt x="606746" y="194355"/>
                  </a:lnTo>
                  <a:lnTo>
                    <a:pt x="610253" y="191543"/>
                  </a:lnTo>
                  <a:lnTo>
                    <a:pt x="613761" y="188722"/>
                  </a:lnTo>
                  <a:lnTo>
                    <a:pt x="617268" y="185891"/>
                  </a:lnTo>
                  <a:lnTo>
                    <a:pt x="620775" y="183051"/>
                  </a:lnTo>
                  <a:lnTo>
                    <a:pt x="624282" y="180202"/>
                  </a:lnTo>
                  <a:lnTo>
                    <a:pt x="627789" y="177344"/>
                  </a:lnTo>
                  <a:lnTo>
                    <a:pt x="631297" y="174477"/>
                  </a:lnTo>
                  <a:lnTo>
                    <a:pt x="634804" y="171603"/>
                  </a:lnTo>
                  <a:lnTo>
                    <a:pt x="638311" y="168720"/>
                  </a:lnTo>
                  <a:lnTo>
                    <a:pt x="641818" y="165830"/>
                  </a:lnTo>
                  <a:lnTo>
                    <a:pt x="645325" y="162932"/>
                  </a:lnTo>
                  <a:lnTo>
                    <a:pt x="648833" y="160028"/>
                  </a:lnTo>
                  <a:lnTo>
                    <a:pt x="652340" y="157116"/>
                  </a:lnTo>
                  <a:lnTo>
                    <a:pt x="655847" y="154197"/>
                  </a:lnTo>
                  <a:lnTo>
                    <a:pt x="659354" y="151272"/>
                  </a:lnTo>
                  <a:lnTo>
                    <a:pt x="662861" y="148341"/>
                  </a:lnTo>
                  <a:lnTo>
                    <a:pt x="666369" y="145404"/>
                  </a:lnTo>
                  <a:lnTo>
                    <a:pt x="669876" y="142462"/>
                  </a:lnTo>
                  <a:lnTo>
                    <a:pt x="673383" y="139514"/>
                  </a:lnTo>
                  <a:lnTo>
                    <a:pt x="676890" y="136561"/>
                  </a:lnTo>
                  <a:lnTo>
                    <a:pt x="680397" y="133603"/>
                  </a:lnTo>
                  <a:lnTo>
                    <a:pt x="683905" y="130641"/>
                  </a:lnTo>
                  <a:lnTo>
                    <a:pt x="687412" y="127674"/>
                  </a:lnTo>
                  <a:lnTo>
                    <a:pt x="690919" y="124704"/>
                  </a:lnTo>
                  <a:lnTo>
                    <a:pt x="694426" y="121730"/>
                  </a:lnTo>
                  <a:lnTo>
                    <a:pt x="697933" y="118752"/>
                  </a:lnTo>
                  <a:lnTo>
                    <a:pt x="701441" y="115771"/>
                  </a:lnTo>
                  <a:lnTo>
                    <a:pt x="704948" y="112788"/>
                  </a:lnTo>
                  <a:lnTo>
                    <a:pt x="708455" y="109802"/>
                  </a:lnTo>
                  <a:lnTo>
                    <a:pt x="711962" y="106813"/>
                  </a:lnTo>
                  <a:lnTo>
                    <a:pt x="715469" y="103823"/>
                  </a:lnTo>
                  <a:lnTo>
                    <a:pt x="718977" y="100830"/>
                  </a:lnTo>
                  <a:lnTo>
                    <a:pt x="722484" y="97837"/>
                  </a:lnTo>
                  <a:lnTo>
                    <a:pt x="725991" y="94842"/>
                  </a:lnTo>
                  <a:lnTo>
                    <a:pt x="729498" y="91846"/>
                  </a:lnTo>
                  <a:lnTo>
                    <a:pt x="733006" y="88850"/>
                  </a:lnTo>
                  <a:lnTo>
                    <a:pt x="736513" y="85853"/>
                  </a:lnTo>
                  <a:lnTo>
                    <a:pt x="740020" y="82857"/>
                  </a:lnTo>
                  <a:lnTo>
                    <a:pt x="743527" y="79860"/>
                  </a:lnTo>
                  <a:lnTo>
                    <a:pt x="747034" y="76864"/>
                  </a:lnTo>
                  <a:lnTo>
                    <a:pt x="750542" y="73869"/>
                  </a:lnTo>
                  <a:lnTo>
                    <a:pt x="754049" y="70875"/>
                  </a:lnTo>
                  <a:lnTo>
                    <a:pt x="757556" y="67882"/>
                  </a:lnTo>
                  <a:lnTo>
                    <a:pt x="761063" y="64891"/>
                  </a:lnTo>
                  <a:lnTo>
                    <a:pt x="764570" y="61901"/>
                  </a:lnTo>
                  <a:lnTo>
                    <a:pt x="768078" y="58914"/>
                  </a:lnTo>
                  <a:lnTo>
                    <a:pt x="771585" y="55929"/>
                  </a:lnTo>
                  <a:lnTo>
                    <a:pt x="775092" y="52946"/>
                  </a:lnTo>
                  <a:lnTo>
                    <a:pt x="778599" y="49967"/>
                  </a:lnTo>
                  <a:lnTo>
                    <a:pt x="782106" y="46990"/>
                  </a:lnTo>
                  <a:lnTo>
                    <a:pt x="785614" y="44018"/>
                  </a:lnTo>
                  <a:lnTo>
                    <a:pt x="789121" y="41048"/>
                  </a:lnTo>
                  <a:lnTo>
                    <a:pt x="792628" y="38083"/>
                  </a:lnTo>
                  <a:lnTo>
                    <a:pt x="796135" y="35122"/>
                  </a:lnTo>
                  <a:lnTo>
                    <a:pt x="799642" y="32165"/>
                  </a:lnTo>
                  <a:lnTo>
                    <a:pt x="803150" y="29213"/>
                  </a:lnTo>
                  <a:lnTo>
                    <a:pt x="806657" y="26266"/>
                  </a:lnTo>
                  <a:lnTo>
                    <a:pt x="810164" y="23324"/>
                  </a:lnTo>
                  <a:lnTo>
                    <a:pt x="813671" y="20387"/>
                  </a:lnTo>
                  <a:lnTo>
                    <a:pt x="817178" y="17456"/>
                  </a:lnTo>
                  <a:lnTo>
                    <a:pt x="820686" y="14531"/>
                  </a:lnTo>
                  <a:lnTo>
                    <a:pt x="824193" y="11611"/>
                  </a:lnTo>
                  <a:lnTo>
                    <a:pt x="827700" y="8698"/>
                  </a:lnTo>
                  <a:lnTo>
                    <a:pt x="831207" y="5792"/>
                  </a:lnTo>
                  <a:lnTo>
                    <a:pt x="834714" y="2892"/>
                  </a:lnTo>
                  <a:lnTo>
                    <a:pt x="838222" y="0"/>
                  </a:lnTo>
                </a:path>
              </a:pathLst>
            </a:custGeom>
            <a:ln w="28456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648970" y="5213158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  <a:lnTo>
                    <a:pt x="9220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1229272" y="2238751"/>
              <a:ext cx="922044" cy="4064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1444321" y="2290130"/>
              <a:ext cx="491946" cy="1240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Primary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1360030" y="2440379"/>
              <a:ext cx="660528" cy="124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vegetation</a:t>
              </a:r>
            </a:p>
          </p:txBody>
        </p:sp>
        <p:sp>
          <p:nvSpPr>
            <p:cNvPr id="98" name="rc98"/>
            <p:cNvSpPr/>
            <p:nvPr/>
          </p:nvSpPr>
          <p:spPr>
            <a:xfrm>
              <a:off x="2334197" y="2238751"/>
              <a:ext cx="922044" cy="4064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tx99"/>
            <p:cNvSpPr/>
            <p:nvPr/>
          </p:nvSpPr>
          <p:spPr>
            <a:xfrm>
              <a:off x="2457538" y="2287938"/>
              <a:ext cx="675362" cy="1262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Secondary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2464954" y="2440379"/>
              <a:ext cx="660528" cy="124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vegetation</a:t>
              </a:r>
            </a:p>
          </p:txBody>
        </p:sp>
        <p:sp>
          <p:nvSpPr>
            <p:cNvPr id="101" name="rc101"/>
            <p:cNvSpPr/>
            <p:nvPr/>
          </p:nvSpPr>
          <p:spPr>
            <a:xfrm>
              <a:off x="3439121" y="2238751"/>
              <a:ext cx="922044" cy="4064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3547887" y="2289808"/>
              <a:ext cx="704512" cy="124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Agriculture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3746104" y="2441540"/>
              <a:ext cx="308079" cy="1232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(low)</a:t>
              </a:r>
            </a:p>
          </p:txBody>
        </p:sp>
        <p:sp>
          <p:nvSpPr>
            <p:cNvPr id="104" name="rc104"/>
            <p:cNvSpPr/>
            <p:nvPr/>
          </p:nvSpPr>
          <p:spPr>
            <a:xfrm>
              <a:off x="4544045" y="2238751"/>
              <a:ext cx="922044" cy="4064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5"/>
            <p:cNvSpPr/>
            <p:nvPr/>
          </p:nvSpPr>
          <p:spPr>
            <a:xfrm>
              <a:off x="4652811" y="2289808"/>
              <a:ext cx="704512" cy="124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Agriculture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4821716" y="2439412"/>
              <a:ext cx="366702" cy="1253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(high)</a:t>
              </a:r>
            </a:p>
          </p:txBody>
        </p:sp>
        <p:sp>
          <p:nvSpPr>
            <p:cNvPr id="107" name="rc107"/>
            <p:cNvSpPr/>
            <p:nvPr/>
          </p:nvSpPr>
          <p:spPr>
            <a:xfrm>
              <a:off x="5648970" y="2238751"/>
              <a:ext cx="922044" cy="4064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5919192" y="2391987"/>
              <a:ext cx="381600" cy="975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109" name="rc109"/>
            <p:cNvSpPr/>
            <p:nvPr/>
          </p:nvSpPr>
          <p:spPr>
            <a:xfrm>
              <a:off x="6571014" y="2645185"/>
              <a:ext cx="181212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7348640" y="2922892"/>
              <a:ext cx="256872" cy="100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FG1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636808" y="3046763"/>
              <a:ext cx="1680537" cy="126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slow-history / large-bodied</a:t>
              </a:r>
            </a:p>
          </p:txBody>
        </p:sp>
        <p:sp>
          <p:nvSpPr>
            <p:cNvPr id="112" name="rc112"/>
            <p:cNvSpPr/>
            <p:nvPr/>
          </p:nvSpPr>
          <p:spPr>
            <a:xfrm>
              <a:off x="6571014" y="3639043"/>
              <a:ext cx="181212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tx113"/>
            <p:cNvSpPr/>
            <p:nvPr/>
          </p:nvSpPr>
          <p:spPr>
            <a:xfrm>
              <a:off x="7348640" y="3916750"/>
              <a:ext cx="256872" cy="100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FG2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6754216" y="4040944"/>
              <a:ext cx="1445721" cy="126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broad niche / fecundity</a:t>
              </a:r>
            </a:p>
          </p:txBody>
        </p:sp>
        <p:sp>
          <p:nvSpPr>
            <p:cNvPr id="115" name="rc115"/>
            <p:cNvSpPr/>
            <p:nvPr/>
          </p:nvSpPr>
          <p:spPr>
            <a:xfrm>
              <a:off x="6571014" y="4632901"/>
              <a:ext cx="1812123" cy="81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7348640" y="4910608"/>
              <a:ext cx="256872" cy="100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FG3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6699010" y="5035576"/>
              <a:ext cx="1556131" cy="1256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restricted / low-dispersal</a:t>
              </a:r>
            </a:p>
          </p:txBody>
        </p:sp>
        <p:sp>
          <p:nvSpPr>
            <p:cNvPr id="118" name="pl118"/>
            <p:cNvSpPr/>
            <p:nvPr/>
          </p:nvSpPr>
          <p:spPr>
            <a:xfrm>
              <a:off x="1229272" y="5443879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404858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1613329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1821801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030272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tx123"/>
            <p:cNvSpPr/>
            <p:nvPr/>
          </p:nvSpPr>
          <p:spPr>
            <a:xfrm>
              <a:off x="1346138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576601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785073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993544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27" name="pl127"/>
            <p:cNvSpPr/>
            <p:nvPr/>
          </p:nvSpPr>
          <p:spPr>
            <a:xfrm>
              <a:off x="2334197" y="5443879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509782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718254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926725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135197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tx132"/>
            <p:cNvSpPr/>
            <p:nvPr/>
          </p:nvSpPr>
          <p:spPr>
            <a:xfrm>
              <a:off x="2451062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2681526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2889997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3098468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36" name="pl136"/>
            <p:cNvSpPr/>
            <p:nvPr/>
          </p:nvSpPr>
          <p:spPr>
            <a:xfrm>
              <a:off x="3439121" y="5443879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3614707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823178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031650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240121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tx141"/>
            <p:cNvSpPr/>
            <p:nvPr/>
          </p:nvSpPr>
          <p:spPr>
            <a:xfrm>
              <a:off x="3555987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3786450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3994921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4203393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45" name="pl145"/>
            <p:cNvSpPr/>
            <p:nvPr/>
          </p:nvSpPr>
          <p:spPr>
            <a:xfrm>
              <a:off x="4544045" y="5443879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719631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928103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36574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345046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tx150"/>
            <p:cNvSpPr/>
            <p:nvPr/>
          </p:nvSpPr>
          <p:spPr>
            <a:xfrm>
              <a:off x="4660911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4891374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099846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5308317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54" name="pl154"/>
            <p:cNvSpPr/>
            <p:nvPr/>
          </p:nvSpPr>
          <p:spPr>
            <a:xfrm>
              <a:off x="5648970" y="5443879"/>
              <a:ext cx="922044" cy="0"/>
            </a:xfrm>
            <a:custGeom>
              <a:avLst/>
              <a:pathLst>
                <a:path w="922044" h="0">
                  <a:moveTo>
                    <a:pt x="0" y="0"/>
                  </a:moveTo>
                  <a:lnTo>
                    <a:pt x="922044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824556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6033027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6241499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449970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9"/>
            <p:cNvSpPr/>
            <p:nvPr/>
          </p:nvSpPr>
          <p:spPr>
            <a:xfrm>
              <a:off x="5765836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5996299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6204770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6413242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63" name="pl163"/>
            <p:cNvSpPr/>
            <p:nvPr/>
          </p:nvSpPr>
          <p:spPr>
            <a:xfrm>
              <a:off x="1229272" y="2645185"/>
              <a:ext cx="0" cy="810977"/>
            </a:xfrm>
            <a:custGeom>
              <a:avLst/>
              <a:pathLst>
                <a:path w="0" h="810977">
                  <a:moveTo>
                    <a:pt x="0" y="810977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tx164"/>
            <p:cNvSpPr/>
            <p:nvPr/>
          </p:nvSpPr>
          <p:spPr>
            <a:xfrm>
              <a:off x="890901" y="3393821"/>
              <a:ext cx="264353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081798" y="3177943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934885" y="2962065"/>
              <a:ext cx="22036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934885" y="2745865"/>
              <a:ext cx="220369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168" name="pl168"/>
            <p:cNvSpPr/>
            <p:nvPr/>
          </p:nvSpPr>
          <p:spPr>
            <a:xfrm>
              <a:off x="1188151" y="344132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188151" y="322544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188151" y="300956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1188151" y="279368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1229272" y="3639043"/>
              <a:ext cx="0" cy="810977"/>
            </a:xfrm>
            <a:custGeom>
              <a:avLst/>
              <a:pathLst>
                <a:path w="0" h="810977">
                  <a:moveTo>
                    <a:pt x="0" y="810977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tx173"/>
            <p:cNvSpPr/>
            <p:nvPr/>
          </p:nvSpPr>
          <p:spPr>
            <a:xfrm>
              <a:off x="890901" y="4387679"/>
              <a:ext cx="264353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081798" y="4171801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934885" y="3955923"/>
              <a:ext cx="22036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934885" y="3739723"/>
              <a:ext cx="220369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177" name="pl177"/>
            <p:cNvSpPr/>
            <p:nvPr/>
          </p:nvSpPr>
          <p:spPr>
            <a:xfrm>
              <a:off x="1188151" y="443517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1188151" y="421930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1188151" y="400342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1188151" y="378754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1229272" y="4632901"/>
              <a:ext cx="0" cy="810977"/>
            </a:xfrm>
            <a:custGeom>
              <a:avLst/>
              <a:pathLst>
                <a:path w="0" h="810977">
                  <a:moveTo>
                    <a:pt x="0" y="810977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tx182"/>
            <p:cNvSpPr/>
            <p:nvPr/>
          </p:nvSpPr>
          <p:spPr>
            <a:xfrm>
              <a:off x="890901" y="5381537"/>
              <a:ext cx="264353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1081798" y="5165659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934885" y="4949781"/>
              <a:ext cx="22036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934885" y="4733581"/>
              <a:ext cx="220369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186" name="pl186"/>
            <p:cNvSpPr/>
            <p:nvPr/>
          </p:nvSpPr>
          <p:spPr>
            <a:xfrm>
              <a:off x="1188151" y="542903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188151" y="521315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188151" y="499728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188151" y="478140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tx190"/>
            <p:cNvSpPr/>
            <p:nvPr/>
          </p:nvSpPr>
          <p:spPr>
            <a:xfrm>
              <a:off x="1340448" y="5704053"/>
              <a:ext cx="5119389" cy="1578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Standardised mean temperature anomaly (StdTmeanAnomalyRS)</a:t>
              </a:r>
            </a:p>
          </p:txBody>
        </p:sp>
        <p:sp>
          <p:nvSpPr>
            <p:cNvPr id="191" name="tx191"/>
            <p:cNvSpPr/>
            <p:nvPr/>
          </p:nvSpPr>
          <p:spPr>
            <a:xfrm rot="-5400000">
              <a:off x="-1494954" y="3966174"/>
              <a:ext cx="4339518" cy="156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change in predicted occurrence probability (%)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229272" y="1961824"/>
              <a:ext cx="8543683" cy="158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Baseline: UI2=Primary vegetation, StdTmeanAnomalyRS=0, FG=FG1. Percent change = (p-p0)/p0*100. fast 95% CI.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229272" y="1712008"/>
              <a:ext cx="7835527" cy="1679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Relative warming responses of occurrence probability across land uses and strategy groups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2026-03-26T19:10:42Z</dcterms:modified>
  <cp:category/>
</cp:coreProperties>
</file>