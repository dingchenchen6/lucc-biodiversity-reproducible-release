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148528" y="2645185"/>
              <a:ext cx="93819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1191173" y="3120351"/>
              <a:ext cx="852902" cy="185426"/>
            </a:xfrm>
            <a:custGeom>
              <a:avLst/>
              <a:pathLst>
                <a:path w="852902" h="185426">
                  <a:moveTo>
                    <a:pt x="0" y="0"/>
                  </a:moveTo>
                  <a:lnTo>
                    <a:pt x="3568" y="523"/>
                  </a:lnTo>
                  <a:lnTo>
                    <a:pt x="7137" y="986"/>
                  </a:lnTo>
                  <a:lnTo>
                    <a:pt x="10705" y="1638"/>
                  </a:lnTo>
                  <a:lnTo>
                    <a:pt x="14274" y="2142"/>
                  </a:lnTo>
                  <a:lnTo>
                    <a:pt x="17843" y="2817"/>
                  </a:lnTo>
                  <a:lnTo>
                    <a:pt x="21411" y="3567"/>
                  </a:lnTo>
                  <a:lnTo>
                    <a:pt x="24980" y="4044"/>
                  </a:lnTo>
                  <a:lnTo>
                    <a:pt x="28549" y="4487"/>
                  </a:lnTo>
                  <a:lnTo>
                    <a:pt x="32117" y="4929"/>
                  </a:lnTo>
                  <a:lnTo>
                    <a:pt x="35686" y="5359"/>
                  </a:lnTo>
                  <a:lnTo>
                    <a:pt x="39254" y="5788"/>
                  </a:lnTo>
                  <a:lnTo>
                    <a:pt x="42823" y="6252"/>
                  </a:lnTo>
                  <a:lnTo>
                    <a:pt x="46392" y="6927"/>
                  </a:lnTo>
                  <a:lnTo>
                    <a:pt x="49960" y="7602"/>
                  </a:lnTo>
                  <a:lnTo>
                    <a:pt x="53529" y="8420"/>
                  </a:lnTo>
                  <a:lnTo>
                    <a:pt x="57098" y="8732"/>
                  </a:lnTo>
                  <a:lnTo>
                    <a:pt x="60666" y="9052"/>
                  </a:lnTo>
                  <a:lnTo>
                    <a:pt x="64235" y="9665"/>
                  </a:lnTo>
                  <a:lnTo>
                    <a:pt x="67804" y="10102"/>
                  </a:lnTo>
                  <a:lnTo>
                    <a:pt x="71372" y="10566"/>
                  </a:lnTo>
                  <a:lnTo>
                    <a:pt x="74941" y="11068"/>
                  </a:lnTo>
                  <a:lnTo>
                    <a:pt x="78509" y="11571"/>
                  </a:lnTo>
                  <a:lnTo>
                    <a:pt x="82078" y="12097"/>
                  </a:lnTo>
                  <a:lnTo>
                    <a:pt x="85647" y="12712"/>
                  </a:lnTo>
                  <a:lnTo>
                    <a:pt x="89215" y="13353"/>
                  </a:lnTo>
                  <a:lnTo>
                    <a:pt x="92784" y="13736"/>
                  </a:lnTo>
                  <a:lnTo>
                    <a:pt x="96353" y="14118"/>
                  </a:lnTo>
                  <a:lnTo>
                    <a:pt x="99921" y="14582"/>
                  </a:lnTo>
                  <a:lnTo>
                    <a:pt x="103490" y="15083"/>
                  </a:lnTo>
                  <a:lnTo>
                    <a:pt x="107058" y="15575"/>
                  </a:lnTo>
                  <a:lnTo>
                    <a:pt x="110627" y="16072"/>
                  </a:lnTo>
                  <a:lnTo>
                    <a:pt x="114196" y="16578"/>
                  </a:lnTo>
                  <a:lnTo>
                    <a:pt x="117764" y="17247"/>
                  </a:lnTo>
                  <a:lnTo>
                    <a:pt x="121333" y="18338"/>
                  </a:lnTo>
                  <a:lnTo>
                    <a:pt x="124902" y="19090"/>
                  </a:lnTo>
                  <a:lnTo>
                    <a:pt x="128470" y="19594"/>
                  </a:lnTo>
                  <a:lnTo>
                    <a:pt x="132039" y="19903"/>
                  </a:lnTo>
                  <a:lnTo>
                    <a:pt x="135608" y="20313"/>
                  </a:lnTo>
                  <a:lnTo>
                    <a:pt x="139176" y="20943"/>
                  </a:lnTo>
                  <a:lnTo>
                    <a:pt x="142745" y="21517"/>
                  </a:lnTo>
                  <a:lnTo>
                    <a:pt x="146313" y="22495"/>
                  </a:lnTo>
                  <a:lnTo>
                    <a:pt x="149882" y="22567"/>
                  </a:lnTo>
                  <a:lnTo>
                    <a:pt x="153451" y="22536"/>
                  </a:lnTo>
                  <a:lnTo>
                    <a:pt x="157019" y="22701"/>
                  </a:lnTo>
                  <a:lnTo>
                    <a:pt x="160588" y="23659"/>
                  </a:lnTo>
                  <a:lnTo>
                    <a:pt x="164157" y="24139"/>
                  </a:lnTo>
                  <a:lnTo>
                    <a:pt x="167725" y="24220"/>
                  </a:lnTo>
                  <a:lnTo>
                    <a:pt x="171294" y="24799"/>
                  </a:lnTo>
                  <a:lnTo>
                    <a:pt x="174862" y="25310"/>
                  </a:lnTo>
                  <a:lnTo>
                    <a:pt x="178431" y="25865"/>
                  </a:lnTo>
                  <a:lnTo>
                    <a:pt x="182000" y="26269"/>
                  </a:lnTo>
                  <a:lnTo>
                    <a:pt x="185568" y="26813"/>
                  </a:lnTo>
                  <a:lnTo>
                    <a:pt x="189137" y="27109"/>
                  </a:lnTo>
                  <a:lnTo>
                    <a:pt x="192706" y="27433"/>
                  </a:lnTo>
                  <a:lnTo>
                    <a:pt x="196274" y="27915"/>
                  </a:lnTo>
                  <a:lnTo>
                    <a:pt x="199843" y="28403"/>
                  </a:lnTo>
                  <a:lnTo>
                    <a:pt x="203412" y="28894"/>
                  </a:lnTo>
                  <a:lnTo>
                    <a:pt x="206980" y="29541"/>
                  </a:lnTo>
                  <a:lnTo>
                    <a:pt x="210549" y="29986"/>
                  </a:lnTo>
                  <a:lnTo>
                    <a:pt x="214117" y="30353"/>
                  </a:lnTo>
                  <a:lnTo>
                    <a:pt x="217686" y="30932"/>
                  </a:lnTo>
                  <a:lnTo>
                    <a:pt x="221255" y="31475"/>
                  </a:lnTo>
                  <a:lnTo>
                    <a:pt x="224823" y="31977"/>
                  </a:lnTo>
                  <a:lnTo>
                    <a:pt x="228392" y="32565"/>
                  </a:lnTo>
                  <a:lnTo>
                    <a:pt x="231961" y="32806"/>
                  </a:lnTo>
                  <a:lnTo>
                    <a:pt x="235529" y="33249"/>
                  </a:lnTo>
                  <a:lnTo>
                    <a:pt x="239098" y="33733"/>
                  </a:lnTo>
                  <a:lnTo>
                    <a:pt x="242666" y="33980"/>
                  </a:lnTo>
                  <a:lnTo>
                    <a:pt x="246235" y="34686"/>
                  </a:lnTo>
                  <a:lnTo>
                    <a:pt x="249804" y="34735"/>
                  </a:lnTo>
                  <a:lnTo>
                    <a:pt x="253372" y="34831"/>
                  </a:lnTo>
                  <a:lnTo>
                    <a:pt x="256941" y="35155"/>
                  </a:lnTo>
                  <a:lnTo>
                    <a:pt x="260510" y="35622"/>
                  </a:lnTo>
                  <a:lnTo>
                    <a:pt x="264078" y="36096"/>
                  </a:lnTo>
                  <a:lnTo>
                    <a:pt x="267647" y="36397"/>
                  </a:lnTo>
                  <a:lnTo>
                    <a:pt x="271216" y="36842"/>
                  </a:lnTo>
                  <a:lnTo>
                    <a:pt x="274784" y="36985"/>
                  </a:lnTo>
                  <a:lnTo>
                    <a:pt x="278353" y="36983"/>
                  </a:lnTo>
                  <a:lnTo>
                    <a:pt x="281921" y="37155"/>
                  </a:lnTo>
                  <a:lnTo>
                    <a:pt x="285490" y="37113"/>
                  </a:lnTo>
                  <a:lnTo>
                    <a:pt x="289059" y="37084"/>
                  </a:lnTo>
                  <a:lnTo>
                    <a:pt x="292627" y="37351"/>
                  </a:lnTo>
                  <a:lnTo>
                    <a:pt x="296196" y="37750"/>
                  </a:lnTo>
                  <a:lnTo>
                    <a:pt x="299765" y="38072"/>
                  </a:lnTo>
                  <a:lnTo>
                    <a:pt x="303333" y="38400"/>
                  </a:lnTo>
                  <a:lnTo>
                    <a:pt x="306902" y="38494"/>
                  </a:lnTo>
                  <a:lnTo>
                    <a:pt x="310470" y="38533"/>
                  </a:lnTo>
                  <a:lnTo>
                    <a:pt x="314039" y="38799"/>
                  </a:lnTo>
                  <a:lnTo>
                    <a:pt x="317608" y="39226"/>
                  </a:lnTo>
                  <a:lnTo>
                    <a:pt x="321176" y="39525"/>
                  </a:lnTo>
                  <a:lnTo>
                    <a:pt x="324745" y="39654"/>
                  </a:lnTo>
                  <a:lnTo>
                    <a:pt x="328314" y="39519"/>
                  </a:lnTo>
                  <a:lnTo>
                    <a:pt x="331882" y="39618"/>
                  </a:lnTo>
                  <a:lnTo>
                    <a:pt x="335451" y="39712"/>
                  </a:lnTo>
                  <a:lnTo>
                    <a:pt x="339020" y="39988"/>
                  </a:lnTo>
                  <a:lnTo>
                    <a:pt x="342588" y="40132"/>
                  </a:lnTo>
                  <a:lnTo>
                    <a:pt x="346157" y="40553"/>
                  </a:lnTo>
                  <a:lnTo>
                    <a:pt x="349725" y="40982"/>
                  </a:lnTo>
                  <a:lnTo>
                    <a:pt x="353294" y="41161"/>
                  </a:lnTo>
                  <a:lnTo>
                    <a:pt x="356863" y="41209"/>
                  </a:lnTo>
                  <a:lnTo>
                    <a:pt x="360431" y="41188"/>
                  </a:lnTo>
                  <a:lnTo>
                    <a:pt x="364000" y="41425"/>
                  </a:lnTo>
                  <a:lnTo>
                    <a:pt x="367569" y="41500"/>
                  </a:lnTo>
                  <a:lnTo>
                    <a:pt x="371137" y="41587"/>
                  </a:lnTo>
                  <a:lnTo>
                    <a:pt x="374706" y="41707"/>
                  </a:lnTo>
                  <a:lnTo>
                    <a:pt x="378274" y="41786"/>
                  </a:lnTo>
                  <a:lnTo>
                    <a:pt x="381843" y="41726"/>
                  </a:lnTo>
                  <a:lnTo>
                    <a:pt x="385412" y="41634"/>
                  </a:lnTo>
                  <a:lnTo>
                    <a:pt x="388980" y="41585"/>
                  </a:lnTo>
                  <a:lnTo>
                    <a:pt x="392549" y="41207"/>
                  </a:lnTo>
                  <a:lnTo>
                    <a:pt x="396118" y="41247"/>
                  </a:lnTo>
                  <a:lnTo>
                    <a:pt x="399686" y="41244"/>
                  </a:lnTo>
                  <a:lnTo>
                    <a:pt x="403255" y="41375"/>
                  </a:lnTo>
                  <a:lnTo>
                    <a:pt x="406824" y="40865"/>
                  </a:lnTo>
                  <a:lnTo>
                    <a:pt x="410392" y="40854"/>
                  </a:lnTo>
                  <a:lnTo>
                    <a:pt x="413961" y="40738"/>
                  </a:lnTo>
                  <a:lnTo>
                    <a:pt x="417529" y="40605"/>
                  </a:lnTo>
                  <a:lnTo>
                    <a:pt x="421098" y="40426"/>
                  </a:lnTo>
                  <a:lnTo>
                    <a:pt x="424667" y="40278"/>
                  </a:lnTo>
                  <a:lnTo>
                    <a:pt x="428235" y="40210"/>
                  </a:lnTo>
                  <a:lnTo>
                    <a:pt x="431804" y="40134"/>
                  </a:lnTo>
                  <a:lnTo>
                    <a:pt x="435373" y="39948"/>
                  </a:lnTo>
                  <a:lnTo>
                    <a:pt x="438941" y="39815"/>
                  </a:lnTo>
                  <a:lnTo>
                    <a:pt x="442510" y="39682"/>
                  </a:lnTo>
                  <a:lnTo>
                    <a:pt x="446078" y="39858"/>
                  </a:lnTo>
                  <a:lnTo>
                    <a:pt x="449647" y="40211"/>
                  </a:lnTo>
                  <a:lnTo>
                    <a:pt x="453216" y="40009"/>
                  </a:lnTo>
                  <a:lnTo>
                    <a:pt x="456784" y="39668"/>
                  </a:lnTo>
                  <a:lnTo>
                    <a:pt x="460353" y="39760"/>
                  </a:lnTo>
                  <a:lnTo>
                    <a:pt x="463922" y="40003"/>
                  </a:lnTo>
                  <a:lnTo>
                    <a:pt x="467490" y="39925"/>
                  </a:lnTo>
                  <a:lnTo>
                    <a:pt x="471059" y="39858"/>
                  </a:lnTo>
                  <a:lnTo>
                    <a:pt x="474628" y="39783"/>
                  </a:lnTo>
                  <a:lnTo>
                    <a:pt x="478196" y="39593"/>
                  </a:lnTo>
                  <a:lnTo>
                    <a:pt x="481765" y="39517"/>
                  </a:lnTo>
                  <a:lnTo>
                    <a:pt x="485333" y="39439"/>
                  </a:lnTo>
                  <a:lnTo>
                    <a:pt x="488902" y="39402"/>
                  </a:lnTo>
                  <a:lnTo>
                    <a:pt x="492471" y="39214"/>
                  </a:lnTo>
                  <a:lnTo>
                    <a:pt x="496039" y="39242"/>
                  </a:lnTo>
                  <a:lnTo>
                    <a:pt x="499608" y="39064"/>
                  </a:lnTo>
                  <a:lnTo>
                    <a:pt x="503177" y="39069"/>
                  </a:lnTo>
                  <a:lnTo>
                    <a:pt x="506745" y="38877"/>
                  </a:lnTo>
                  <a:lnTo>
                    <a:pt x="510314" y="38764"/>
                  </a:lnTo>
                  <a:lnTo>
                    <a:pt x="513882" y="38811"/>
                  </a:lnTo>
                  <a:lnTo>
                    <a:pt x="517451" y="38658"/>
                  </a:lnTo>
                  <a:lnTo>
                    <a:pt x="521020" y="38416"/>
                  </a:lnTo>
                  <a:lnTo>
                    <a:pt x="524588" y="38499"/>
                  </a:lnTo>
                  <a:lnTo>
                    <a:pt x="528157" y="38203"/>
                  </a:lnTo>
                  <a:lnTo>
                    <a:pt x="531726" y="38173"/>
                  </a:lnTo>
                  <a:lnTo>
                    <a:pt x="535294" y="38243"/>
                  </a:lnTo>
                  <a:lnTo>
                    <a:pt x="538863" y="37730"/>
                  </a:lnTo>
                  <a:lnTo>
                    <a:pt x="542432" y="37613"/>
                  </a:lnTo>
                  <a:lnTo>
                    <a:pt x="546000" y="37177"/>
                  </a:lnTo>
                  <a:lnTo>
                    <a:pt x="549569" y="36731"/>
                  </a:lnTo>
                  <a:lnTo>
                    <a:pt x="553137" y="36350"/>
                  </a:lnTo>
                  <a:lnTo>
                    <a:pt x="556706" y="36094"/>
                  </a:lnTo>
                  <a:lnTo>
                    <a:pt x="560275" y="36036"/>
                  </a:lnTo>
                  <a:lnTo>
                    <a:pt x="563843" y="35859"/>
                  </a:lnTo>
                  <a:lnTo>
                    <a:pt x="567412" y="35749"/>
                  </a:lnTo>
                  <a:lnTo>
                    <a:pt x="570981" y="35664"/>
                  </a:lnTo>
                  <a:lnTo>
                    <a:pt x="574549" y="35520"/>
                  </a:lnTo>
                  <a:lnTo>
                    <a:pt x="578118" y="35409"/>
                  </a:lnTo>
                  <a:lnTo>
                    <a:pt x="581686" y="34970"/>
                  </a:lnTo>
                  <a:lnTo>
                    <a:pt x="585255" y="34648"/>
                  </a:lnTo>
                  <a:lnTo>
                    <a:pt x="588824" y="34482"/>
                  </a:lnTo>
                  <a:lnTo>
                    <a:pt x="592392" y="34248"/>
                  </a:lnTo>
                  <a:lnTo>
                    <a:pt x="595961" y="34021"/>
                  </a:lnTo>
                  <a:lnTo>
                    <a:pt x="599530" y="33736"/>
                  </a:lnTo>
                  <a:lnTo>
                    <a:pt x="603098" y="33625"/>
                  </a:lnTo>
                  <a:lnTo>
                    <a:pt x="606667" y="33399"/>
                  </a:lnTo>
                  <a:lnTo>
                    <a:pt x="610236" y="33086"/>
                  </a:lnTo>
                  <a:lnTo>
                    <a:pt x="613804" y="32760"/>
                  </a:lnTo>
                  <a:lnTo>
                    <a:pt x="617373" y="32436"/>
                  </a:lnTo>
                  <a:lnTo>
                    <a:pt x="620941" y="32113"/>
                  </a:lnTo>
                  <a:lnTo>
                    <a:pt x="624510" y="31766"/>
                  </a:lnTo>
                  <a:lnTo>
                    <a:pt x="628079" y="31346"/>
                  </a:lnTo>
                  <a:lnTo>
                    <a:pt x="631647" y="30985"/>
                  </a:lnTo>
                  <a:lnTo>
                    <a:pt x="635216" y="30803"/>
                  </a:lnTo>
                  <a:lnTo>
                    <a:pt x="638785" y="30510"/>
                  </a:lnTo>
                  <a:lnTo>
                    <a:pt x="642353" y="30185"/>
                  </a:lnTo>
                  <a:lnTo>
                    <a:pt x="645922" y="29870"/>
                  </a:lnTo>
                  <a:lnTo>
                    <a:pt x="649490" y="29572"/>
                  </a:lnTo>
                  <a:lnTo>
                    <a:pt x="653059" y="29230"/>
                  </a:lnTo>
                  <a:lnTo>
                    <a:pt x="656628" y="28902"/>
                  </a:lnTo>
                  <a:lnTo>
                    <a:pt x="660196" y="28462"/>
                  </a:lnTo>
                  <a:lnTo>
                    <a:pt x="663765" y="28156"/>
                  </a:lnTo>
                  <a:lnTo>
                    <a:pt x="667334" y="27931"/>
                  </a:lnTo>
                  <a:lnTo>
                    <a:pt x="670902" y="27302"/>
                  </a:lnTo>
                  <a:lnTo>
                    <a:pt x="674471" y="26649"/>
                  </a:lnTo>
                  <a:lnTo>
                    <a:pt x="678040" y="26473"/>
                  </a:lnTo>
                  <a:lnTo>
                    <a:pt x="681608" y="26285"/>
                  </a:lnTo>
                  <a:lnTo>
                    <a:pt x="685177" y="26059"/>
                  </a:lnTo>
                  <a:lnTo>
                    <a:pt x="688745" y="25723"/>
                  </a:lnTo>
                  <a:lnTo>
                    <a:pt x="692314" y="25300"/>
                  </a:lnTo>
                  <a:lnTo>
                    <a:pt x="695883" y="24787"/>
                  </a:lnTo>
                  <a:lnTo>
                    <a:pt x="699451" y="24465"/>
                  </a:lnTo>
                  <a:lnTo>
                    <a:pt x="703020" y="24048"/>
                  </a:lnTo>
                  <a:lnTo>
                    <a:pt x="706589" y="23771"/>
                  </a:lnTo>
                  <a:lnTo>
                    <a:pt x="710157" y="23286"/>
                  </a:lnTo>
                  <a:lnTo>
                    <a:pt x="713726" y="23119"/>
                  </a:lnTo>
                  <a:lnTo>
                    <a:pt x="717294" y="22951"/>
                  </a:lnTo>
                  <a:lnTo>
                    <a:pt x="720863" y="22490"/>
                  </a:lnTo>
                  <a:lnTo>
                    <a:pt x="724432" y="21865"/>
                  </a:lnTo>
                  <a:lnTo>
                    <a:pt x="728000" y="21239"/>
                  </a:lnTo>
                  <a:lnTo>
                    <a:pt x="731569" y="20833"/>
                  </a:lnTo>
                  <a:lnTo>
                    <a:pt x="735138" y="20304"/>
                  </a:lnTo>
                  <a:lnTo>
                    <a:pt x="738706" y="19981"/>
                  </a:lnTo>
                  <a:lnTo>
                    <a:pt x="742275" y="19387"/>
                  </a:lnTo>
                  <a:lnTo>
                    <a:pt x="745844" y="18893"/>
                  </a:lnTo>
                  <a:lnTo>
                    <a:pt x="749412" y="18350"/>
                  </a:lnTo>
                  <a:lnTo>
                    <a:pt x="752981" y="17815"/>
                  </a:lnTo>
                  <a:lnTo>
                    <a:pt x="756549" y="17280"/>
                  </a:lnTo>
                  <a:lnTo>
                    <a:pt x="760118" y="16736"/>
                  </a:lnTo>
                  <a:lnTo>
                    <a:pt x="763687" y="16194"/>
                  </a:lnTo>
                  <a:lnTo>
                    <a:pt x="767255" y="15772"/>
                  </a:lnTo>
                  <a:lnTo>
                    <a:pt x="770824" y="15526"/>
                  </a:lnTo>
                  <a:lnTo>
                    <a:pt x="774393" y="15272"/>
                  </a:lnTo>
                  <a:lnTo>
                    <a:pt x="777961" y="14687"/>
                  </a:lnTo>
                  <a:lnTo>
                    <a:pt x="781530" y="13865"/>
                  </a:lnTo>
                  <a:lnTo>
                    <a:pt x="785098" y="13433"/>
                  </a:lnTo>
                  <a:lnTo>
                    <a:pt x="788667" y="13522"/>
                  </a:lnTo>
                  <a:lnTo>
                    <a:pt x="792236" y="12860"/>
                  </a:lnTo>
                  <a:lnTo>
                    <a:pt x="795804" y="12342"/>
                  </a:lnTo>
                  <a:lnTo>
                    <a:pt x="799373" y="11978"/>
                  </a:lnTo>
                  <a:lnTo>
                    <a:pt x="802942" y="11613"/>
                  </a:lnTo>
                  <a:lnTo>
                    <a:pt x="806510" y="11248"/>
                  </a:lnTo>
                  <a:lnTo>
                    <a:pt x="810079" y="10883"/>
                  </a:lnTo>
                  <a:lnTo>
                    <a:pt x="813648" y="10525"/>
                  </a:lnTo>
                  <a:lnTo>
                    <a:pt x="817216" y="10096"/>
                  </a:lnTo>
                  <a:lnTo>
                    <a:pt x="820785" y="9400"/>
                  </a:lnTo>
                  <a:lnTo>
                    <a:pt x="824353" y="8704"/>
                  </a:lnTo>
                  <a:lnTo>
                    <a:pt x="827922" y="8007"/>
                  </a:lnTo>
                  <a:lnTo>
                    <a:pt x="831491" y="7338"/>
                  </a:lnTo>
                  <a:lnTo>
                    <a:pt x="835059" y="6643"/>
                  </a:lnTo>
                  <a:lnTo>
                    <a:pt x="838628" y="5889"/>
                  </a:lnTo>
                  <a:lnTo>
                    <a:pt x="842197" y="5464"/>
                  </a:lnTo>
                  <a:lnTo>
                    <a:pt x="845765" y="5236"/>
                  </a:lnTo>
                  <a:lnTo>
                    <a:pt x="849334" y="4618"/>
                  </a:lnTo>
                  <a:lnTo>
                    <a:pt x="852902" y="3993"/>
                  </a:lnTo>
                  <a:lnTo>
                    <a:pt x="852902" y="185426"/>
                  </a:lnTo>
                  <a:lnTo>
                    <a:pt x="849334" y="185147"/>
                  </a:lnTo>
                  <a:lnTo>
                    <a:pt x="845765" y="184823"/>
                  </a:lnTo>
                  <a:lnTo>
                    <a:pt x="842197" y="184374"/>
                  </a:lnTo>
                  <a:lnTo>
                    <a:pt x="838628" y="183918"/>
                  </a:lnTo>
                  <a:lnTo>
                    <a:pt x="835059" y="183476"/>
                  </a:lnTo>
                  <a:lnTo>
                    <a:pt x="831491" y="183023"/>
                  </a:lnTo>
                  <a:lnTo>
                    <a:pt x="827922" y="182462"/>
                  </a:lnTo>
                  <a:lnTo>
                    <a:pt x="824353" y="182008"/>
                  </a:lnTo>
                  <a:lnTo>
                    <a:pt x="820785" y="181647"/>
                  </a:lnTo>
                  <a:lnTo>
                    <a:pt x="817216" y="181202"/>
                  </a:lnTo>
                  <a:lnTo>
                    <a:pt x="813648" y="180808"/>
                  </a:lnTo>
                  <a:lnTo>
                    <a:pt x="810079" y="180414"/>
                  </a:lnTo>
                  <a:lnTo>
                    <a:pt x="806510" y="180060"/>
                  </a:lnTo>
                  <a:lnTo>
                    <a:pt x="802942" y="179704"/>
                  </a:lnTo>
                  <a:lnTo>
                    <a:pt x="799373" y="179346"/>
                  </a:lnTo>
                  <a:lnTo>
                    <a:pt x="795804" y="178936"/>
                  </a:lnTo>
                  <a:lnTo>
                    <a:pt x="792236" y="178508"/>
                  </a:lnTo>
                  <a:lnTo>
                    <a:pt x="788667" y="178227"/>
                  </a:lnTo>
                  <a:lnTo>
                    <a:pt x="785098" y="177884"/>
                  </a:lnTo>
                  <a:lnTo>
                    <a:pt x="781530" y="177555"/>
                  </a:lnTo>
                  <a:lnTo>
                    <a:pt x="777961" y="177193"/>
                  </a:lnTo>
                  <a:lnTo>
                    <a:pt x="774393" y="176832"/>
                  </a:lnTo>
                  <a:lnTo>
                    <a:pt x="770824" y="176338"/>
                  </a:lnTo>
                  <a:lnTo>
                    <a:pt x="767255" y="176003"/>
                  </a:lnTo>
                  <a:lnTo>
                    <a:pt x="763687" y="175696"/>
                  </a:lnTo>
                  <a:lnTo>
                    <a:pt x="760118" y="175207"/>
                  </a:lnTo>
                  <a:lnTo>
                    <a:pt x="756549" y="174611"/>
                  </a:lnTo>
                  <a:lnTo>
                    <a:pt x="752981" y="174241"/>
                  </a:lnTo>
                  <a:lnTo>
                    <a:pt x="749412" y="173908"/>
                  </a:lnTo>
                  <a:lnTo>
                    <a:pt x="745844" y="173508"/>
                  </a:lnTo>
                  <a:lnTo>
                    <a:pt x="742275" y="173019"/>
                  </a:lnTo>
                  <a:lnTo>
                    <a:pt x="738706" y="172680"/>
                  </a:lnTo>
                  <a:lnTo>
                    <a:pt x="735138" y="172346"/>
                  </a:lnTo>
                  <a:lnTo>
                    <a:pt x="731569" y="172008"/>
                  </a:lnTo>
                  <a:lnTo>
                    <a:pt x="728000" y="171550"/>
                  </a:lnTo>
                  <a:lnTo>
                    <a:pt x="724432" y="171237"/>
                  </a:lnTo>
                  <a:lnTo>
                    <a:pt x="720863" y="170787"/>
                  </a:lnTo>
                  <a:lnTo>
                    <a:pt x="717294" y="170335"/>
                  </a:lnTo>
                  <a:lnTo>
                    <a:pt x="713726" y="169878"/>
                  </a:lnTo>
                  <a:lnTo>
                    <a:pt x="710157" y="169479"/>
                  </a:lnTo>
                  <a:lnTo>
                    <a:pt x="706589" y="169037"/>
                  </a:lnTo>
                  <a:lnTo>
                    <a:pt x="703020" y="168502"/>
                  </a:lnTo>
                  <a:lnTo>
                    <a:pt x="699451" y="168084"/>
                  </a:lnTo>
                  <a:lnTo>
                    <a:pt x="695883" y="167651"/>
                  </a:lnTo>
                  <a:lnTo>
                    <a:pt x="692314" y="167289"/>
                  </a:lnTo>
                  <a:lnTo>
                    <a:pt x="688745" y="166924"/>
                  </a:lnTo>
                  <a:lnTo>
                    <a:pt x="685177" y="166641"/>
                  </a:lnTo>
                  <a:lnTo>
                    <a:pt x="681608" y="166350"/>
                  </a:lnTo>
                  <a:lnTo>
                    <a:pt x="678040" y="166116"/>
                  </a:lnTo>
                  <a:lnTo>
                    <a:pt x="674471" y="165782"/>
                  </a:lnTo>
                  <a:lnTo>
                    <a:pt x="670902" y="165481"/>
                  </a:lnTo>
                  <a:lnTo>
                    <a:pt x="667334" y="165095"/>
                  </a:lnTo>
                  <a:lnTo>
                    <a:pt x="663765" y="164659"/>
                  </a:lnTo>
                  <a:lnTo>
                    <a:pt x="660196" y="164216"/>
                  </a:lnTo>
                  <a:lnTo>
                    <a:pt x="656628" y="163755"/>
                  </a:lnTo>
                  <a:lnTo>
                    <a:pt x="653059" y="163321"/>
                  </a:lnTo>
                  <a:lnTo>
                    <a:pt x="649490" y="162888"/>
                  </a:lnTo>
                  <a:lnTo>
                    <a:pt x="645922" y="162447"/>
                  </a:lnTo>
                  <a:lnTo>
                    <a:pt x="642353" y="162004"/>
                  </a:lnTo>
                  <a:lnTo>
                    <a:pt x="638785" y="161561"/>
                  </a:lnTo>
                  <a:lnTo>
                    <a:pt x="635216" y="161499"/>
                  </a:lnTo>
                  <a:lnTo>
                    <a:pt x="631647" y="161198"/>
                  </a:lnTo>
                  <a:lnTo>
                    <a:pt x="628079" y="160845"/>
                  </a:lnTo>
                  <a:lnTo>
                    <a:pt x="624510" y="160510"/>
                  </a:lnTo>
                  <a:lnTo>
                    <a:pt x="620941" y="160164"/>
                  </a:lnTo>
                  <a:lnTo>
                    <a:pt x="617373" y="159817"/>
                  </a:lnTo>
                  <a:lnTo>
                    <a:pt x="613804" y="159446"/>
                  </a:lnTo>
                  <a:lnTo>
                    <a:pt x="610236" y="159126"/>
                  </a:lnTo>
                  <a:lnTo>
                    <a:pt x="606667" y="158961"/>
                  </a:lnTo>
                  <a:lnTo>
                    <a:pt x="603098" y="158548"/>
                  </a:lnTo>
                  <a:lnTo>
                    <a:pt x="599530" y="158162"/>
                  </a:lnTo>
                  <a:lnTo>
                    <a:pt x="595961" y="157920"/>
                  </a:lnTo>
                  <a:lnTo>
                    <a:pt x="592392" y="157384"/>
                  </a:lnTo>
                  <a:lnTo>
                    <a:pt x="588824" y="157015"/>
                  </a:lnTo>
                  <a:lnTo>
                    <a:pt x="585255" y="156527"/>
                  </a:lnTo>
                  <a:lnTo>
                    <a:pt x="581686" y="156176"/>
                  </a:lnTo>
                  <a:lnTo>
                    <a:pt x="578118" y="155907"/>
                  </a:lnTo>
                  <a:lnTo>
                    <a:pt x="574549" y="155624"/>
                  </a:lnTo>
                  <a:lnTo>
                    <a:pt x="570981" y="155273"/>
                  </a:lnTo>
                  <a:lnTo>
                    <a:pt x="567412" y="154968"/>
                  </a:lnTo>
                  <a:lnTo>
                    <a:pt x="563843" y="154562"/>
                  </a:lnTo>
                  <a:lnTo>
                    <a:pt x="560275" y="154145"/>
                  </a:lnTo>
                  <a:lnTo>
                    <a:pt x="556706" y="153756"/>
                  </a:lnTo>
                  <a:lnTo>
                    <a:pt x="553137" y="153394"/>
                  </a:lnTo>
                  <a:lnTo>
                    <a:pt x="549569" y="152816"/>
                  </a:lnTo>
                  <a:lnTo>
                    <a:pt x="546000" y="152643"/>
                  </a:lnTo>
                  <a:lnTo>
                    <a:pt x="542432" y="152239"/>
                  </a:lnTo>
                  <a:lnTo>
                    <a:pt x="538863" y="151834"/>
                  </a:lnTo>
                  <a:lnTo>
                    <a:pt x="535294" y="151693"/>
                  </a:lnTo>
                  <a:lnTo>
                    <a:pt x="531726" y="151197"/>
                  </a:lnTo>
                  <a:lnTo>
                    <a:pt x="528157" y="150751"/>
                  </a:lnTo>
                  <a:lnTo>
                    <a:pt x="524588" y="150400"/>
                  </a:lnTo>
                  <a:lnTo>
                    <a:pt x="521020" y="150249"/>
                  </a:lnTo>
                  <a:lnTo>
                    <a:pt x="517451" y="149842"/>
                  </a:lnTo>
                  <a:lnTo>
                    <a:pt x="513882" y="149410"/>
                  </a:lnTo>
                  <a:lnTo>
                    <a:pt x="510314" y="149170"/>
                  </a:lnTo>
                  <a:lnTo>
                    <a:pt x="506745" y="149024"/>
                  </a:lnTo>
                  <a:lnTo>
                    <a:pt x="503177" y="148901"/>
                  </a:lnTo>
                  <a:lnTo>
                    <a:pt x="499608" y="148639"/>
                  </a:lnTo>
                  <a:lnTo>
                    <a:pt x="496039" y="148258"/>
                  </a:lnTo>
                  <a:lnTo>
                    <a:pt x="492471" y="148005"/>
                  </a:lnTo>
                  <a:lnTo>
                    <a:pt x="488902" y="147625"/>
                  </a:lnTo>
                  <a:lnTo>
                    <a:pt x="485333" y="147287"/>
                  </a:lnTo>
                  <a:lnTo>
                    <a:pt x="481765" y="147190"/>
                  </a:lnTo>
                  <a:lnTo>
                    <a:pt x="478196" y="147027"/>
                  </a:lnTo>
                  <a:lnTo>
                    <a:pt x="474628" y="146833"/>
                  </a:lnTo>
                  <a:lnTo>
                    <a:pt x="471059" y="146742"/>
                  </a:lnTo>
                  <a:lnTo>
                    <a:pt x="467490" y="146282"/>
                  </a:lnTo>
                  <a:lnTo>
                    <a:pt x="463922" y="145999"/>
                  </a:lnTo>
                  <a:lnTo>
                    <a:pt x="460353" y="146050"/>
                  </a:lnTo>
                  <a:lnTo>
                    <a:pt x="456784" y="145839"/>
                  </a:lnTo>
                  <a:lnTo>
                    <a:pt x="453216" y="145701"/>
                  </a:lnTo>
                  <a:lnTo>
                    <a:pt x="449647" y="145516"/>
                  </a:lnTo>
                  <a:lnTo>
                    <a:pt x="446078" y="145319"/>
                  </a:lnTo>
                  <a:lnTo>
                    <a:pt x="442510" y="145008"/>
                  </a:lnTo>
                  <a:lnTo>
                    <a:pt x="438941" y="144812"/>
                  </a:lnTo>
                  <a:lnTo>
                    <a:pt x="435373" y="144495"/>
                  </a:lnTo>
                  <a:lnTo>
                    <a:pt x="431804" y="144258"/>
                  </a:lnTo>
                  <a:lnTo>
                    <a:pt x="428235" y="144253"/>
                  </a:lnTo>
                  <a:lnTo>
                    <a:pt x="424667" y="144133"/>
                  </a:lnTo>
                  <a:lnTo>
                    <a:pt x="421098" y="143855"/>
                  </a:lnTo>
                  <a:lnTo>
                    <a:pt x="417529" y="143702"/>
                  </a:lnTo>
                  <a:lnTo>
                    <a:pt x="413961" y="143548"/>
                  </a:lnTo>
                  <a:lnTo>
                    <a:pt x="410392" y="143544"/>
                  </a:lnTo>
                  <a:lnTo>
                    <a:pt x="406824" y="143409"/>
                  </a:lnTo>
                  <a:lnTo>
                    <a:pt x="403255" y="143461"/>
                  </a:lnTo>
                  <a:lnTo>
                    <a:pt x="399686" y="143242"/>
                  </a:lnTo>
                  <a:lnTo>
                    <a:pt x="396118" y="143090"/>
                  </a:lnTo>
                  <a:lnTo>
                    <a:pt x="392549" y="143093"/>
                  </a:lnTo>
                  <a:lnTo>
                    <a:pt x="388980" y="143106"/>
                  </a:lnTo>
                  <a:lnTo>
                    <a:pt x="385412" y="142833"/>
                  </a:lnTo>
                  <a:lnTo>
                    <a:pt x="381843" y="142750"/>
                  </a:lnTo>
                  <a:lnTo>
                    <a:pt x="378274" y="142523"/>
                  </a:lnTo>
                  <a:lnTo>
                    <a:pt x="374706" y="142114"/>
                  </a:lnTo>
                  <a:lnTo>
                    <a:pt x="371137" y="142073"/>
                  </a:lnTo>
                  <a:lnTo>
                    <a:pt x="367569" y="141899"/>
                  </a:lnTo>
                  <a:lnTo>
                    <a:pt x="364000" y="142001"/>
                  </a:lnTo>
                  <a:lnTo>
                    <a:pt x="360431" y="142008"/>
                  </a:lnTo>
                  <a:lnTo>
                    <a:pt x="356863" y="141992"/>
                  </a:lnTo>
                  <a:lnTo>
                    <a:pt x="353294" y="141887"/>
                  </a:lnTo>
                  <a:lnTo>
                    <a:pt x="349725" y="141764"/>
                  </a:lnTo>
                  <a:lnTo>
                    <a:pt x="346157" y="141654"/>
                  </a:lnTo>
                  <a:lnTo>
                    <a:pt x="342588" y="141653"/>
                  </a:lnTo>
                  <a:lnTo>
                    <a:pt x="339020" y="141424"/>
                  </a:lnTo>
                  <a:lnTo>
                    <a:pt x="335451" y="141368"/>
                  </a:lnTo>
                  <a:lnTo>
                    <a:pt x="331882" y="141428"/>
                  </a:lnTo>
                  <a:lnTo>
                    <a:pt x="328314" y="141555"/>
                  </a:lnTo>
                  <a:lnTo>
                    <a:pt x="324745" y="141603"/>
                  </a:lnTo>
                  <a:lnTo>
                    <a:pt x="321176" y="141625"/>
                  </a:lnTo>
                  <a:lnTo>
                    <a:pt x="317608" y="141699"/>
                  </a:lnTo>
                  <a:lnTo>
                    <a:pt x="314039" y="141690"/>
                  </a:lnTo>
                  <a:lnTo>
                    <a:pt x="310470" y="141585"/>
                  </a:lnTo>
                  <a:lnTo>
                    <a:pt x="306902" y="141414"/>
                  </a:lnTo>
                  <a:lnTo>
                    <a:pt x="303333" y="141274"/>
                  </a:lnTo>
                  <a:lnTo>
                    <a:pt x="299765" y="141471"/>
                  </a:lnTo>
                  <a:lnTo>
                    <a:pt x="296196" y="141313"/>
                  </a:lnTo>
                  <a:lnTo>
                    <a:pt x="292627" y="141278"/>
                  </a:lnTo>
                  <a:lnTo>
                    <a:pt x="289059" y="141240"/>
                  </a:lnTo>
                  <a:lnTo>
                    <a:pt x="285490" y="141202"/>
                  </a:lnTo>
                  <a:lnTo>
                    <a:pt x="281921" y="141166"/>
                  </a:lnTo>
                  <a:lnTo>
                    <a:pt x="278353" y="141062"/>
                  </a:lnTo>
                  <a:lnTo>
                    <a:pt x="274784" y="141142"/>
                  </a:lnTo>
                  <a:lnTo>
                    <a:pt x="271216" y="141354"/>
                  </a:lnTo>
                  <a:lnTo>
                    <a:pt x="267647" y="141647"/>
                  </a:lnTo>
                  <a:lnTo>
                    <a:pt x="264078" y="141707"/>
                  </a:lnTo>
                  <a:lnTo>
                    <a:pt x="260510" y="141671"/>
                  </a:lnTo>
                  <a:lnTo>
                    <a:pt x="256941" y="141904"/>
                  </a:lnTo>
                  <a:lnTo>
                    <a:pt x="253372" y="142036"/>
                  </a:lnTo>
                  <a:lnTo>
                    <a:pt x="249804" y="142014"/>
                  </a:lnTo>
                  <a:lnTo>
                    <a:pt x="246235" y="142112"/>
                  </a:lnTo>
                  <a:lnTo>
                    <a:pt x="242666" y="142155"/>
                  </a:lnTo>
                  <a:lnTo>
                    <a:pt x="239098" y="142148"/>
                  </a:lnTo>
                  <a:lnTo>
                    <a:pt x="235529" y="142264"/>
                  </a:lnTo>
                  <a:lnTo>
                    <a:pt x="231961" y="142481"/>
                  </a:lnTo>
                  <a:lnTo>
                    <a:pt x="228392" y="142594"/>
                  </a:lnTo>
                  <a:lnTo>
                    <a:pt x="224823" y="142946"/>
                  </a:lnTo>
                  <a:lnTo>
                    <a:pt x="221255" y="143153"/>
                  </a:lnTo>
                  <a:lnTo>
                    <a:pt x="217686" y="143306"/>
                  </a:lnTo>
                  <a:lnTo>
                    <a:pt x="214117" y="143539"/>
                  </a:lnTo>
                  <a:lnTo>
                    <a:pt x="210549" y="143600"/>
                  </a:lnTo>
                  <a:lnTo>
                    <a:pt x="206980" y="143751"/>
                  </a:lnTo>
                  <a:lnTo>
                    <a:pt x="203412" y="143898"/>
                  </a:lnTo>
                  <a:lnTo>
                    <a:pt x="199843" y="143798"/>
                  </a:lnTo>
                  <a:lnTo>
                    <a:pt x="196274" y="144039"/>
                  </a:lnTo>
                  <a:lnTo>
                    <a:pt x="192706" y="144367"/>
                  </a:lnTo>
                  <a:lnTo>
                    <a:pt x="189137" y="144629"/>
                  </a:lnTo>
                  <a:lnTo>
                    <a:pt x="185568" y="144740"/>
                  </a:lnTo>
                  <a:lnTo>
                    <a:pt x="182000" y="145039"/>
                  </a:lnTo>
                  <a:lnTo>
                    <a:pt x="178431" y="145100"/>
                  </a:lnTo>
                  <a:lnTo>
                    <a:pt x="174862" y="145352"/>
                  </a:lnTo>
                  <a:lnTo>
                    <a:pt x="171294" y="145587"/>
                  </a:lnTo>
                  <a:lnTo>
                    <a:pt x="167725" y="145853"/>
                  </a:lnTo>
                  <a:lnTo>
                    <a:pt x="164157" y="146122"/>
                  </a:lnTo>
                  <a:lnTo>
                    <a:pt x="160588" y="146393"/>
                  </a:lnTo>
                  <a:lnTo>
                    <a:pt x="157019" y="146620"/>
                  </a:lnTo>
                  <a:lnTo>
                    <a:pt x="153451" y="146822"/>
                  </a:lnTo>
                  <a:lnTo>
                    <a:pt x="149882" y="147127"/>
                  </a:lnTo>
                  <a:lnTo>
                    <a:pt x="146313" y="147340"/>
                  </a:lnTo>
                  <a:lnTo>
                    <a:pt x="142745" y="147616"/>
                  </a:lnTo>
                  <a:lnTo>
                    <a:pt x="139176" y="147823"/>
                  </a:lnTo>
                  <a:lnTo>
                    <a:pt x="135608" y="148268"/>
                  </a:lnTo>
                  <a:lnTo>
                    <a:pt x="132039" y="148431"/>
                  </a:lnTo>
                  <a:lnTo>
                    <a:pt x="128470" y="148553"/>
                  </a:lnTo>
                  <a:lnTo>
                    <a:pt x="124902" y="148624"/>
                  </a:lnTo>
                  <a:lnTo>
                    <a:pt x="121333" y="148899"/>
                  </a:lnTo>
                  <a:lnTo>
                    <a:pt x="117764" y="149303"/>
                  </a:lnTo>
                  <a:lnTo>
                    <a:pt x="114196" y="149497"/>
                  </a:lnTo>
                  <a:lnTo>
                    <a:pt x="110627" y="149764"/>
                  </a:lnTo>
                  <a:lnTo>
                    <a:pt x="107058" y="150138"/>
                  </a:lnTo>
                  <a:lnTo>
                    <a:pt x="103490" y="150246"/>
                  </a:lnTo>
                  <a:lnTo>
                    <a:pt x="99921" y="150229"/>
                  </a:lnTo>
                  <a:lnTo>
                    <a:pt x="96353" y="150540"/>
                  </a:lnTo>
                  <a:lnTo>
                    <a:pt x="92784" y="150869"/>
                  </a:lnTo>
                  <a:lnTo>
                    <a:pt x="89215" y="151107"/>
                  </a:lnTo>
                  <a:lnTo>
                    <a:pt x="85647" y="151526"/>
                  </a:lnTo>
                  <a:lnTo>
                    <a:pt x="82078" y="151855"/>
                  </a:lnTo>
                  <a:lnTo>
                    <a:pt x="78509" y="152181"/>
                  </a:lnTo>
                  <a:lnTo>
                    <a:pt x="74941" y="152506"/>
                  </a:lnTo>
                  <a:lnTo>
                    <a:pt x="71372" y="152864"/>
                  </a:lnTo>
                  <a:lnTo>
                    <a:pt x="67804" y="153024"/>
                  </a:lnTo>
                  <a:lnTo>
                    <a:pt x="64235" y="153031"/>
                  </a:lnTo>
                  <a:lnTo>
                    <a:pt x="60666" y="153576"/>
                  </a:lnTo>
                  <a:lnTo>
                    <a:pt x="57098" y="153793"/>
                  </a:lnTo>
                  <a:lnTo>
                    <a:pt x="53529" y="153985"/>
                  </a:lnTo>
                  <a:lnTo>
                    <a:pt x="49960" y="154314"/>
                  </a:lnTo>
                  <a:lnTo>
                    <a:pt x="46392" y="154612"/>
                  </a:lnTo>
                  <a:lnTo>
                    <a:pt x="42823" y="154837"/>
                  </a:lnTo>
                  <a:lnTo>
                    <a:pt x="39254" y="155067"/>
                  </a:lnTo>
                  <a:lnTo>
                    <a:pt x="35686" y="155288"/>
                  </a:lnTo>
                  <a:lnTo>
                    <a:pt x="32117" y="155519"/>
                  </a:lnTo>
                  <a:lnTo>
                    <a:pt x="28549" y="155856"/>
                  </a:lnTo>
                  <a:lnTo>
                    <a:pt x="24980" y="155956"/>
                  </a:lnTo>
                  <a:lnTo>
                    <a:pt x="21411" y="156091"/>
                  </a:lnTo>
                  <a:lnTo>
                    <a:pt x="17843" y="156403"/>
                  </a:lnTo>
                  <a:lnTo>
                    <a:pt x="14274" y="156567"/>
                  </a:lnTo>
                  <a:lnTo>
                    <a:pt x="10705" y="156847"/>
                  </a:lnTo>
                  <a:lnTo>
                    <a:pt x="7137" y="157158"/>
                  </a:lnTo>
                  <a:lnTo>
                    <a:pt x="3568" y="157302"/>
                  </a:lnTo>
                  <a:lnTo>
                    <a:pt x="0" y="157589"/>
                  </a:lnTo>
                  <a:close/>
                </a:path>
              </a:pathLst>
            </a:custGeom>
            <a:solidFill>
              <a:srgbClr val="009E73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191173" y="3120351"/>
              <a:ext cx="852902" cy="41786"/>
            </a:xfrm>
            <a:custGeom>
              <a:avLst/>
              <a:pathLst>
                <a:path w="852902" h="41786">
                  <a:moveTo>
                    <a:pt x="0" y="0"/>
                  </a:moveTo>
                  <a:lnTo>
                    <a:pt x="3568" y="523"/>
                  </a:lnTo>
                  <a:lnTo>
                    <a:pt x="7137" y="986"/>
                  </a:lnTo>
                  <a:lnTo>
                    <a:pt x="10705" y="1638"/>
                  </a:lnTo>
                  <a:lnTo>
                    <a:pt x="14274" y="2142"/>
                  </a:lnTo>
                  <a:lnTo>
                    <a:pt x="17843" y="2817"/>
                  </a:lnTo>
                  <a:lnTo>
                    <a:pt x="21411" y="3567"/>
                  </a:lnTo>
                  <a:lnTo>
                    <a:pt x="24980" y="4044"/>
                  </a:lnTo>
                  <a:lnTo>
                    <a:pt x="28549" y="4487"/>
                  </a:lnTo>
                  <a:lnTo>
                    <a:pt x="32117" y="4929"/>
                  </a:lnTo>
                  <a:lnTo>
                    <a:pt x="35686" y="5359"/>
                  </a:lnTo>
                  <a:lnTo>
                    <a:pt x="39254" y="5788"/>
                  </a:lnTo>
                  <a:lnTo>
                    <a:pt x="42823" y="6252"/>
                  </a:lnTo>
                  <a:lnTo>
                    <a:pt x="46392" y="6927"/>
                  </a:lnTo>
                  <a:lnTo>
                    <a:pt x="49960" y="7602"/>
                  </a:lnTo>
                  <a:lnTo>
                    <a:pt x="53529" y="8420"/>
                  </a:lnTo>
                  <a:lnTo>
                    <a:pt x="57098" y="8732"/>
                  </a:lnTo>
                  <a:lnTo>
                    <a:pt x="60666" y="9052"/>
                  </a:lnTo>
                  <a:lnTo>
                    <a:pt x="64235" y="9665"/>
                  </a:lnTo>
                  <a:lnTo>
                    <a:pt x="67804" y="10102"/>
                  </a:lnTo>
                  <a:lnTo>
                    <a:pt x="71372" y="10566"/>
                  </a:lnTo>
                  <a:lnTo>
                    <a:pt x="74941" y="11068"/>
                  </a:lnTo>
                  <a:lnTo>
                    <a:pt x="78509" y="11571"/>
                  </a:lnTo>
                  <a:lnTo>
                    <a:pt x="82078" y="12097"/>
                  </a:lnTo>
                  <a:lnTo>
                    <a:pt x="85647" y="12712"/>
                  </a:lnTo>
                  <a:lnTo>
                    <a:pt x="89215" y="13353"/>
                  </a:lnTo>
                  <a:lnTo>
                    <a:pt x="92784" y="13736"/>
                  </a:lnTo>
                  <a:lnTo>
                    <a:pt x="96353" y="14118"/>
                  </a:lnTo>
                  <a:lnTo>
                    <a:pt x="99921" y="14582"/>
                  </a:lnTo>
                  <a:lnTo>
                    <a:pt x="103490" y="15083"/>
                  </a:lnTo>
                  <a:lnTo>
                    <a:pt x="107058" y="15575"/>
                  </a:lnTo>
                  <a:lnTo>
                    <a:pt x="110627" y="16072"/>
                  </a:lnTo>
                  <a:lnTo>
                    <a:pt x="114196" y="16578"/>
                  </a:lnTo>
                  <a:lnTo>
                    <a:pt x="117764" y="17247"/>
                  </a:lnTo>
                  <a:lnTo>
                    <a:pt x="121333" y="18338"/>
                  </a:lnTo>
                  <a:lnTo>
                    <a:pt x="124902" y="19090"/>
                  </a:lnTo>
                  <a:lnTo>
                    <a:pt x="128470" y="19594"/>
                  </a:lnTo>
                  <a:lnTo>
                    <a:pt x="132039" y="19903"/>
                  </a:lnTo>
                  <a:lnTo>
                    <a:pt x="135608" y="20313"/>
                  </a:lnTo>
                  <a:lnTo>
                    <a:pt x="139176" y="20943"/>
                  </a:lnTo>
                  <a:lnTo>
                    <a:pt x="142745" y="21517"/>
                  </a:lnTo>
                  <a:lnTo>
                    <a:pt x="146313" y="22495"/>
                  </a:lnTo>
                  <a:lnTo>
                    <a:pt x="149882" y="22567"/>
                  </a:lnTo>
                  <a:lnTo>
                    <a:pt x="153451" y="22536"/>
                  </a:lnTo>
                  <a:lnTo>
                    <a:pt x="157019" y="22701"/>
                  </a:lnTo>
                  <a:lnTo>
                    <a:pt x="160588" y="23659"/>
                  </a:lnTo>
                  <a:lnTo>
                    <a:pt x="164157" y="24139"/>
                  </a:lnTo>
                  <a:lnTo>
                    <a:pt x="167725" y="24220"/>
                  </a:lnTo>
                  <a:lnTo>
                    <a:pt x="171294" y="24799"/>
                  </a:lnTo>
                  <a:lnTo>
                    <a:pt x="174862" y="25310"/>
                  </a:lnTo>
                  <a:lnTo>
                    <a:pt x="178431" y="25865"/>
                  </a:lnTo>
                  <a:lnTo>
                    <a:pt x="182000" y="26269"/>
                  </a:lnTo>
                  <a:lnTo>
                    <a:pt x="185568" y="26813"/>
                  </a:lnTo>
                  <a:lnTo>
                    <a:pt x="189137" y="27109"/>
                  </a:lnTo>
                  <a:lnTo>
                    <a:pt x="192706" y="27433"/>
                  </a:lnTo>
                  <a:lnTo>
                    <a:pt x="196274" y="27915"/>
                  </a:lnTo>
                  <a:lnTo>
                    <a:pt x="199843" y="28403"/>
                  </a:lnTo>
                  <a:lnTo>
                    <a:pt x="203412" y="28894"/>
                  </a:lnTo>
                  <a:lnTo>
                    <a:pt x="206980" y="29541"/>
                  </a:lnTo>
                  <a:lnTo>
                    <a:pt x="210549" y="29986"/>
                  </a:lnTo>
                  <a:lnTo>
                    <a:pt x="214117" y="30353"/>
                  </a:lnTo>
                  <a:lnTo>
                    <a:pt x="217686" y="30932"/>
                  </a:lnTo>
                  <a:lnTo>
                    <a:pt x="221255" y="31475"/>
                  </a:lnTo>
                  <a:lnTo>
                    <a:pt x="224823" y="31977"/>
                  </a:lnTo>
                  <a:lnTo>
                    <a:pt x="228392" y="32565"/>
                  </a:lnTo>
                  <a:lnTo>
                    <a:pt x="231961" y="32806"/>
                  </a:lnTo>
                  <a:lnTo>
                    <a:pt x="235529" y="33249"/>
                  </a:lnTo>
                  <a:lnTo>
                    <a:pt x="239098" y="33733"/>
                  </a:lnTo>
                  <a:lnTo>
                    <a:pt x="242666" y="33980"/>
                  </a:lnTo>
                  <a:lnTo>
                    <a:pt x="246235" y="34686"/>
                  </a:lnTo>
                  <a:lnTo>
                    <a:pt x="249804" y="34735"/>
                  </a:lnTo>
                  <a:lnTo>
                    <a:pt x="253372" y="34831"/>
                  </a:lnTo>
                  <a:lnTo>
                    <a:pt x="256941" y="35155"/>
                  </a:lnTo>
                  <a:lnTo>
                    <a:pt x="260510" y="35622"/>
                  </a:lnTo>
                  <a:lnTo>
                    <a:pt x="264078" y="36096"/>
                  </a:lnTo>
                  <a:lnTo>
                    <a:pt x="267647" y="36397"/>
                  </a:lnTo>
                  <a:lnTo>
                    <a:pt x="271216" y="36842"/>
                  </a:lnTo>
                  <a:lnTo>
                    <a:pt x="274784" y="36985"/>
                  </a:lnTo>
                  <a:lnTo>
                    <a:pt x="278353" y="36983"/>
                  </a:lnTo>
                  <a:lnTo>
                    <a:pt x="281921" y="37155"/>
                  </a:lnTo>
                  <a:lnTo>
                    <a:pt x="285490" y="37113"/>
                  </a:lnTo>
                  <a:lnTo>
                    <a:pt x="289059" y="37084"/>
                  </a:lnTo>
                  <a:lnTo>
                    <a:pt x="292627" y="37351"/>
                  </a:lnTo>
                  <a:lnTo>
                    <a:pt x="296196" y="37750"/>
                  </a:lnTo>
                  <a:lnTo>
                    <a:pt x="299765" y="38072"/>
                  </a:lnTo>
                  <a:lnTo>
                    <a:pt x="303333" y="38400"/>
                  </a:lnTo>
                  <a:lnTo>
                    <a:pt x="306902" y="38494"/>
                  </a:lnTo>
                  <a:lnTo>
                    <a:pt x="310470" y="38533"/>
                  </a:lnTo>
                  <a:lnTo>
                    <a:pt x="314039" y="38799"/>
                  </a:lnTo>
                  <a:lnTo>
                    <a:pt x="317608" y="39226"/>
                  </a:lnTo>
                  <a:lnTo>
                    <a:pt x="321176" y="39525"/>
                  </a:lnTo>
                  <a:lnTo>
                    <a:pt x="324745" y="39654"/>
                  </a:lnTo>
                  <a:lnTo>
                    <a:pt x="328314" y="39519"/>
                  </a:lnTo>
                  <a:lnTo>
                    <a:pt x="331882" y="39618"/>
                  </a:lnTo>
                  <a:lnTo>
                    <a:pt x="335451" y="39712"/>
                  </a:lnTo>
                  <a:lnTo>
                    <a:pt x="339020" y="39988"/>
                  </a:lnTo>
                  <a:lnTo>
                    <a:pt x="342588" y="40132"/>
                  </a:lnTo>
                  <a:lnTo>
                    <a:pt x="346157" y="40553"/>
                  </a:lnTo>
                  <a:lnTo>
                    <a:pt x="349725" y="40982"/>
                  </a:lnTo>
                  <a:lnTo>
                    <a:pt x="353294" y="41161"/>
                  </a:lnTo>
                  <a:lnTo>
                    <a:pt x="356863" y="41209"/>
                  </a:lnTo>
                  <a:lnTo>
                    <a:pt x="360431" y="41188"/>
                  </a:lnTo>
                  <a:lnTo>
                    <a:pt x="364000" y="41425"/>
                  </a:lnTo>
                  <a:lnTo>
                    <a:pt x="367569" y="41500"/>
                  </a:lnTo>
                  <a:lnTo>
                    <a:pt x="371137" y="41587"/>
                  </a:lnTo>
                  <a:lnTo>
                    <a:pt x="374706" y="41707"/>
                  </a:lnTo>
                  <a:lnTo>
                    <a:pt x="378274" y="41786"/>
                  </a:lnTo>
                  <a:lnTo>
                    <a:pt x="381843" y="41726"/>
                  </a:lnTo>
                  <a:lnTo>
                    <a:pt x="385412" y="41634"/>
                  </a:lnTo>
                  <a:lnTo>
                    <a:pt x="388980" y="41585"/>
                  </a:lnTo>
                  <a:lnTo>
                    <a:pt x="392549" y="41207"/>
                  </a:lnTo>
                  <a:lnTo>
                    <a:pt x="396118" y="41247"/>
                  </a:lnTo>
                  <a:lnTo>
                    <a:pt x="399686" y="41244"/>
                  </a:lnTo>
                  <a:lnTo>
                    <a:pt x="403255" y="41375"/>
                  </a:lnTo>
                  <a:lnTo>
                    <a:pt x="406824" y="40865"/>
                  </a:lnTo>
                  <a:lnTo>
                    <a:pt x="410392" y="40854"/>
                  </a:lnTo>
                  <a:lnTo>
                    <a:pt x="413961" y="40738"/>
                  </a:lnTo>
                  <a:lnTo>
                    <a:pt x="417529" y="40605"/>
                  </a:lnTo>
                  <a:lnTo>
                    <a:pt x="421098" y="40426"/>
                  </a:lnTo>
                  <a:lnTo>
                    <a:pt x="424667" y="40278"/>
                  </a:lnTo>
                  <a:lnTo>
                    <a:pt x="428235" y="40210"/>
                  </a:lnTo>
                  <a:lnTo>
                    <a:pt x="431804" y="40134"/>
                  </a:lnTo>
                  <a:lnTo>
                    <a:pt x="435373" y="39948"/>
                  </a:lnTo>
                  <a:lnTo>
                    <a:pt x="438941" y="39815"/>
                  </a:lnTo>
                  <a:lnTo>
                    <a:pt x="442510" y="39682"/>
                  </a:lnTo>
                  <a:lnTo>
                    <a:pt x="446078" y="39858"/>
                  </a:lnTo>
                  <a:lnTo>
                    <a:pt x="449647" y="40211"/>
                  </a:lnTo>
                  <a:lnTo>
                    <a:pt x="453216" y="40009"/>
                  </a:lnTo>
                  <a:lnTo>
                    <a:pt x="456784" y="39668"/>
                  </a:lnTo>
                  <a:lnTo>
                    <a:pt x="460353" y="39760"/>
                  </a:lnTo>
                  <a:lnTo>
                    <a:pt x="463922" y="40003"/>
                  </a:lnTo>
                  <a:lnTo>
                    <a:pt x="467490" y="39925"/>
                  </a:lnTo>
                  <a:lnTo>
                    <a:pt x="471059" y="39858"/>
                  </a:lnTo>
                  <a:lnTo>
                    <a:pt x="474628" y="39783"/>
                  </a:lnTo>
                  <a:lnTo>
                    <a:pt x="478196" y="39593"/>
                  </a:lnTo>
                  <a:lnTo>
                    <a:pt x="481765" y="39517"/>
                  </a:lnTo>
                  <a:lnTo>
                    <a:pt x="485333" y="39439"/>
                  </a:lnTo>
                  <a:lnTo>
                    <a:pt x="488902" y="39402"/>
                  </a:lnTo>
                  <a:lnTo>
                    <a:pt x="492471" y="39214"/>
                  </a:lnTo>
                  <a:lnTo>
                    <a:pt x="496039" y="39242"/>
                  </a:lnTo>
                  <a:lnTo>
                    <a:pt x="499608" y="39064"/>
                  </a:lnTo>
                  <a:lnTo>
                    <a:pt x="503177" y="39069"/>
                  </a:lnTo>
                  <a:lnTo>
                    <a:pt x="506745" y="38877"/>
                  </a:lnTo>
                  <a:lnTo>
                    <a:pt x="510314" y="38764"/>
                  </a:lnTo>
                  <a:lnTo>
                    <a:pt x="513882" y="38811"/>
                  </a:lnTo>
                  <a:lnTo>
                    <a:pt x="517451" y="38658"/>
                  </a:lnTo>
                  <a:lnTo>
                    <a:pt x="521020" y="38416"/>
                  </a:lnTo>
                  <a:lnTo>
                    <a:pt x="524588" y="38499"/>
                  </a:lnTo>
                  <a:lnTo>
                    <a:pt x="528157" y="38203"/>
                  </a:lnTo>
                  <a:lnTo>
                    <a:pt x="531726" y="38173"/>
                  </a:lnTo>
                  <a:lnTo>
                    <a:pt x="535294" y="38243"/>
                  </a:lnTo>
                  <a:lnTo>
                    <a:pt x="538863" y="37730"/>
                  </a:lnTo>
                  <a:lnTo>
                    <a:pt x="542432" y="37613"/>
                  </a:lnTo>
                  <a:lnTo>
                    <a:pt x="546000" y="37177"/>
                  </a:lnTo>
                  <a:lnTo>
                    <a:pt x="549569" y="36731"/>
                  </a:lnTo>
                  <a:lnTo>
                    <a:pt x="553137" y="36350"/>
                  </a:lnTo>
                  <a:lnTo>
                    <a:pt x="556706" y="36094"/>
                  </a:lnTo>
                  <a:lnTo>
                    <a:pt x="560275" y="36036"/>
                  </a:lnTo>
                  <a:lnTo>
                    <a:pt x="563843" y="35859"/>
                  </a:lnTo>
                  <a:lnTo>
                    <a:pt x="567412" y="35749"/>
                  </a:lnTo>
                  <a:lnTo>
                    <a:pt x="570981" y="35664"/>
                  </a:lnTo>
                  <a:lnTo>
                    <a:pt x="574549" y="35520"/>
                  </a:lnTo>
                  <a:lnTo>
                    <a:pt x="578118" y="35409"/>
                  </a:lnTo>
                  <a:lnTo>
                    <a:pt x="581686" y="34970"/>
                  </a:lnTo>
                  <a:lnTo>
                    <a:pt x="585255" y="34648"/>
                  </a:lnTo>
                  <a:lnTo>
                    <a:pt x="588824" y="34482"/>
                  </a:lnTo>
                  <a:lnTo>
                    <a:pt x="592392" y="34248"/>
                  </a:lnTo>
                  <a:lnTo>
                    <a:pt x="595961" y="34021"/>
                  </a:lnTo>
                  <a:lnTo>
                    <a:pt x="599530" y="33736"/>
                  </a:lnTo>
                  <a:lnTo>
                    <a:pt x="603098" y="33625"/>
                  </a:lnTo>
                  <a:lnTo>
                    <a:pt x="606667" y="33399"/>
                  </a:lnTo>
                  <a:lnTo>
                    <a:pt x="610236" y="33086"/>
                  </a:lnTo>
                  <a:lnTo>
                    <a:pt x="613804" y="32760"/>
                  </a:lnTo>
                  <a:lnTo>
                    <a:pt x="617373" y="32436"/>
                  </a:lnTo>
                  <a:lnTo>
                    <a:pt x="620941" y="32113"/>
                  </a:lnTo>
                  <a:lnTo>
                    <a:pt x="624510" y="31766"/>
                  </a:lnTo>
                  <a:lnTo>
                    <a:pt x="628079" y="31346"/>
                  </a:lnTo>
                  <a:lnTo>
                    <a:pt x="631647" y="30985"/>
                  </a:lnTo>
                  <a:lnTo>
                    <a:pt x="635216" y="30803"/>
                  </a:lnTo>
                  <a:lnTo>
                    <a:pt x="638785" y="30510"/>
                  </a:lnTo>
                  <a:lnTo>
                    <a:pt x="642353" y="30185"/>
                  </a:lnTo>
                  <a:lnTo>
                    <a:pt x="645922" y="29870"/>
                  </a:lnTo>
                  <a:lnTo>
                    <a:pt x="649490" y="29572"/>
                  </a:lnTo>
                  <a:lnTo>
                    <a:pt x="653059" y="29230"/>
                  </a:lnTo>
                  <a:lnTo>
                    <a:pt x="656628" y="28902"/>
                  </a:lnTo>
                  <a:lnTo>
                    <a:pt x="660196" y="28462"/>
                  </a:lnTo>
                  <a:lnTo>
                    <a:pt x="663765" y="28156"/>
                  </a:lnTo>
                  <a:lnTo>
                    <a:pt x="667334" y="27931"/>
                  </a:lnTo>
                  <a:lnTo>
                    <a:pt x="670902" y="27302"/>
                  </a:lnTo>
                  <a:lnTo>
                    <a:pt x="674471" y="26649"/>
                  </a:lnTo>
                  <a:lnTo>
                    <a:pt x="678040" y="26473"/>
                  </a:lnTo>
                  <a:lnTo>
                    <a:pt x="681608" y="26285"/>
                  </a:lnTo>
                  <a:lnTo>
                    <a:pt x="685177" y="26059"/>
                  </a:lnTo>
                  <a:lnTo>
                    <a:pt x="688745" y="25723"/>
                  </a:lnTo>
                  <a:lnTo>
                    <a:pt x="692314" y="25300"/>
                  </a:lnTo>
                  <a:lnTo>
                    <a:pt x="695883" y="24787"/>
                  </a:lnTo>
                  <a:lnTo>
                    <a:pt x="699451" y="24465"/>
                  </a:lnTo>
                  <a:lnTo>
                    <a:pt x="703020" y="24048"/>
                  </a:lnTo>
                  <a:lnTo>
                    <a:pt x="706589" y="23771"/>
                  </a:lnTo>
                  <a:lnTo>
                    <a:pt x="710157" y="23286"/>
                  </a:lnTo>
                  <a:lnTo>
                    <a:pt x="713726" y="23119"/>
                  </a:lnTo>
                  <a:lnTo>
                    <a:pt x="717294" y="22951"/>
                  </a:lnTo>
                  <a:lnTo>
                    <a:pt x="720863" y="22490"/>
                  </a:lnTo>
                  <a:lnTo>
                    <a:pt x="724432" y="21865"/>
                  </a:lnTo>
                  <a:lnTo>
                    <a:pt x="728000" y="21239"/>
                  </a:lnTo>
                  <a:lnTo>
                    <a:pt x="731569" y="20833"/>
                  </a:lnTo>
                  <a:lnTo>
                    <a:pt x="735138" y="20304"/>
                  </a:lnTo>
                  <a:lnTo>
                    <a:pt x="738706" y="19981"/>
                  </a:lnTo>
                  <a:lnTo>
                    <a:pt x="742275" y="19387"/>
                  </a:lnTo>
                  <a:lnTo>
                    <a:pt x="745844" y="18893"/>
                  </a:lnTo>
                  <a:lnTo>
                    <a:pt x="749412" y="18350"/>
                  </a:lnTo>
                  <a:lnTo>
                    <a:pt x="752981" y="17815"/>
                  </a:lnTo>
                  <a:lnTo>
                    <a:pt x="756549" y="17280"/>
                  </a:lnTo>
                  <a:lnTo>
                    <a:pt x="760118" y="16736"/>
                  </a:lnTo>
                  <a:lnTo>
                    <a:pt x="763687" y="16194"/>
                  </a:lnTo>
                  <a:lnTo>
                    <a:pt x="767255" y="15772"/>
                  </a:lnTo>
                  <a:lnTo>
                    <a:pt x="770824" y="15526"/>
                  </a:lnTo>
                  <a:lnTo>
                    <a:pt x="774393" y="15272"/>
                  </a:lnTo>
                  <a:lnTo>
                    <a:pt x="777961" y="14687"/>
                  </a:lnTo>
                  <a:lnTo>
                    <a:pt x="781530" y="13865"/>
                  </a:lnTo>
                  <a:lnTo>
                    <a:pt x="785098" y="13433"/>
                  </a:lnTo>
                  <a:lnTo>
                    <a:pt x="788667" y="13522"/>
                  </a:lnTo>
                  <a:lnTo>
                    <a:pt x="792236" y="12860"/>
                  </a:lnTo>
                  <a:lnTo>
                    <a:pt x="795804" y="12342"/>
                  </a:lnTo>
                  <a:lnTo>
                    <a:pt x="799373" y="11978"/>
                  </a:lnTo>
                  <a:lnTo>
                    <a:pt x="802942" y="11613"/>
                  </a:lnTo>
                  <a:lnTo>
                    <a:pt x="806510" y="11248"/>
                  </a:lnTo>
                  <a:lnTo>
                    <a:pt x="810079" y="10883"/>
                  </a:lnTo>
                  <a:lnTo>
                    <a:pt x="813648" y="10525"/>
                  </a:lnTo>
                  <a:lnTo>
                    <a:pt x="817216" y="10096"/>
                  </a:lnTo>
                  <a:lnTo>
                    <a:pt x="820785" y="9400"/>
                  </a:lnTo>
                  <a:lnTo>
                    <a:pt x="824353" y="8704"/>
                  </a:lnTo>
                  <a:lnTo>
                    <a:pt x="827922" y="8007"/>
                  </a:lnTo>
                  <a:lnTo>
                    <a:pt x="831491" y="7338"/>
                  </a:lnTo>
                  <a:lnTo>
                    <a:pt x="835059" y="6643"/>
                  </a:lnTo>
                  <a:lnTo>
                    <a:pt x="838628" y="5889"/>
                  </a:lnTo>
                  <a:lnTo>
                    <a:pt x="842197" y="5464"/>
                  </a:lnTo>
                  <a:lnTo>
                    <a:pt x="845765" y="5236"/>
                  </a:lnTo>
                  <a:lnTo>
                    <a:pt x="849334" y="4618"/>
                  </a:lnTo>
                  <a:lnTo>
                    <a:pt x="852902" y="399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91173" y="3261414"/>
              <a:ext cx="852902" cy="44363"/>
            </a:xfrm>
            <a:custGeom>
              <a:avLst/>
              <a:pathLst>
                <a:path w="852902" h="44363">
                  <a:moveTo>
                    <a:pt x="852902" y="44363"/>
                  </a:moveTo>
                  <a:lnTo>
                    <a:pt x="849334" y="44084"/>
                  </a:lnTo>
                  <a:lnTo>
                    <a:pt x="845765" y="43760"/>
                  </a:lnTo>
                  <a:lnTo>
                    <a:pt x="842197" y="43311"/>
                  </a:lnTo>
                  <a:lnTo>
                    <a:pt x="838628" y="42855"/>
                  </a:lnTo>
                  <a:lnTo>
                    <a:pt x="835059" y="42413"/>
                  </a:lnTo>
                  <a:lnTo>
                    <a:pt x="831491" y="41960"/>
                  </a:lnTo>
                  <a:lnTo>
                    <a:pt x="827922" y="41399"/>
                  </a:lnTo>
                  <a:lnTo>
                    <a:pt x="824353" y="40945"/>
                  </a:lnTo>
                  <a:lnTo>
                    <a:pt x="820785" y="40584"/>
                  </a:lnTo>
                  <a:lnTo>
                    <a:pt x="817216" y="40139"/>
                  </a:lnTo>
                  <a:lnTo>
                    <a:pt x="813648" y="39745"/>
                  </a:lnTo>
                  <a:lnTo>
                    <a:pt x="810079" y="39351"/>
                  </a:lnTo>
                  <a:lnTo>
                    <a:pt x="806510" y="38997"/>
                  </a:lnTo>
                  <a:lnTo>
                    <a:pt x="802942" y="38641"/>
                  </a:lnTo>
                  <a:lnTo>
                    <a:pt x="799373" y="38283"/>
                  </a:lnTo>
                  <a:lnTo>
                    <a:pt x="795804" y="37873"/>
                  </a:lnTo>
                  <a:lnTo>
                    <a:pt x="792236" y="37445"/>
                  </a:lnTo>
                  <a:lnTo>
                    <a:pt x="788667" y="37164"/>
                  </a:lnTo>
                  <a:lnTo>
                    <a:pt x="785098" y="36821"/>
                  </a:lnTo>
                  <a:lnTo>
                    <a:pt x="781530" y="36492"/>
                  </a:lnTo>
                  <a:lnTo>
                    <a:pt x="777961" y="36131"/>
                  </a:lnTo>
                  <a:lnTo>
                    <a:pt x="774393" y="35769"/>
                  </a:lnTo>
                  <a:lnTo>
                    <a:pt x="770824" y="35275"/>
                  </a:lnTo>
                  <a:lnTo>
                    <a:pt x="767255" y="34940"/>
                  </a:lnTo>
                  <a:lnTo>
                    <a:pt x="763687" y="34633"/>
                  </a:lnTo>
                  <a:lnTo>
                    <a:pt x="760118" y="34144"/>
                  </a:lnTo>
                  <a:lnTo>
                    <a:pt x="756549" y="33548"/>
                  </a:lnTo>
                  <a:lnTo>
                    <a:pt x="752981" y="33178"/>
                  </a:lnTo>
                  <a:lnTo>
                    <a:pt x="749412" y="32845"/>
                  </a:lnTo>
                  <a:lnTo>
                    <a:pt x="745844" y="32446"/>
                  </a:lnTo>
                  <a:lnTo>
                    <a:pt x="742275" y="31957"/>
                  </a:lnTo>
                  <a:lnTo>
                    <a:pt x="738706" y="31617"/>
                  </a:lnTo>
                  <a:lnTo>
                    <a:pt x="735138" y="31283"/>
                  </a:lnTo>
                  <a:lnTo>
                    <a:pt x="731569" y="30945"/>
                  </a:lnTo>
                  <a:lnTo>
                    <a:pt x="728000" y="30487"/>
                  </a:lnTo>
                  <a:lnTo>
                    <a:pt x="724432" y="30175"/>
                  </a:lnTo>
                  <a:lnTo>
                    <a:pt x="720863" y="29724"/>
                  </a:lnTo>
                  <a:lnTo>
                    <a:pt x="717294" y="29272"/>
                  </a:lnTo>
                  <a:lnTo>
                    <a:pt x="713726" y="28816"/>
                  </a:lnTo>
                  <a:lnTo>
                    <a:pt x="710157" y="28416"/>
                  </a:lnTo>
                  <a:lnTo>
                    <a:pt x="706589" y="27975"/>
                  </a:lnTo>
                  <a:lnTo>
                    <a:pt x="703020" y="27439"/>
                  </a:lnTo>
                  <a:lnTo>
                    <a:pt x="699451" y="27021"/>
                  </a:lnTo>
                  <a:lnTo>
                    <a:pt x="695883" y="26589"/>
                  </a:lnTo>
                  <a:lnTo>
                    <a:pt x="692314" y="26226"/>
                  </a:lnTo>
                  <a:lnTo>
                    <a:pt x="688745" y="25861"/>
                  </a:lnTo>
                  <a:lnTo>
                    <a:pt x="685177" y="25578"/>
                  </a:lnTo>
                  <a:lnTo>
                    <a:pt x="681608" y="25288"/>
                  </a:lnTo>
                  <a:lnTo>
                    <a:pt x="678040" y="25053"/>
                  </a:lnTo>
                  <a:lnTo>
                    <a:pt x="674471" y="24719"/>
                  </a:lnTo>
                  <a:lnTo>
                    <a:pt x="670902" y="24418"/>
                  </a:lnTo>
                  <a:lnTo>
                    <a:pt x="667334" y="24032"/>
                  </a:lnTo>
                  <a:lnTo>
                    <a:pt x="663765" y="23596"/>
                  </a:lnTo>
                  <a:lnTo>
                    <a:pt x="660196" y="23153"/>
                  </a:lnTo>
                  <a:lnTo>
                    <a:pt x="656628" y="22693"/>
                  </a:lnTo>
                  <a:lnTo>
                    <a:pt x="653059" y="22258"/>
                  </a:lnTo>
                  <a:lnTo>
                    <a:pt x="649490" y="21825"/>
                  </a:lnTo>
                  <a:lnTo>
                    <a:pt x="645922" y="21384"/>
                  </a:lnTo>
                  <a:lnTo>
                    <a:pt x="642353" y="20941"/>
                  </a:lnTo>
                  <a:lnTo>
                    <a:pt x="638785" y="20498"/>
                  </a:lnTo>
                  <a:lnTo>
                    <a:pt x="635216" y="20436"/>
                  </a:lnTo>
                  <a:lnTo>
                    <a:pt x="631647" y="20135"/>
                  </a:lnTo>
                  <a:lnTo>
                    <a:pt x="628079" y="19782"/>
                  </a:lnTo>
                  <a:lnTo>
                    <a:pt x="624510" y="19447"/>
                  </a:lnTo>
                  <a:lnTo>
                    <a:pt x="620941" y="19101"/>
                  </a:lnTo>
                  <a:lnTo>
                    <a:pt x="617373" y="18754"/>
                  </a:lnTo>
                  <a:lnTo>
                    <a:pt x="613804" y="18383"/>
                  </a:lnTo>
                  <a:lnTo>
                    <a:pt x="610236" y="18063"/>
                  </a:lnTo>
                  <a:lnTo>
                    <a:pt x="606667" y="17898"/>
                  </a:lnTo>
                  <a:lnTo>
                    <a:pt x="603098" y="17485"/>
                  </a:lnTo>
                  <a:lnTo>
                    <a:pt x="599530" y="17099"/>
                  </a:lnTo>
                  <a:lnTo>
                    <a:pt x="595961" y="16857"/>
                  </a:lnTo>
                  <a:lnTo>
                    <a:pt x="592392" y="16321"/>
                  </a:lnTo>
                  <a:lnTo>
                    <a:pt x="588824" y="15952"/>
                  </a:lnTo>
                  <a:lnTo>
                    <a:pt x="585255" y="15464"/>
                  </a:lnTo>
                  <a:lnTo>
                    <a:pt x="581686" y="15113"/>
                  </a:lnTo>
                  <a:lnTo>
                    <a:pt x="578118" y="14844"/>
                  </a:lnTo>
                  <a:lnTo>
                    <a:pt x="574549" y="14561"/>
                  </a:lnTo>
                  <a:lnTo>
                    <a:pt x="570981" y="14210"/>
                  </a:lnTo>
                  <a:lnTo>
                    <a:pt x="567412" y="13905"/>
                  </a:lnTo>
                  <a:lnTo>
                    <a:pt x="563843" y="13499"/>
                  </a:lnTo>
                  <a:lnTo>
                    <a:pt x="560275" y="13082"/>
                  </a:lnTo>
                  <a:lnTo>
                    <a:pt x="556706" y="12694"/>
                  </a:lnTo>
                  <a:lnTo>
                    <a:pt x="553137" y="12331"/>
                  </a:lnTo>
                  <a:lnTo>
                    <a:pt x="549569" y="11753"/>
                  </a:lnTo>
                  <a:lnTo>
                    <a:pt x="546000" y="11580"/>
                  </a:lnTo>
                  <a:lnTo>
                    <a:pt x="542432" y="11176"/>
                  </a:lnTo>
                  <a:lnTo>
                    <a:pt x="538863" y="10771"/>
                  </a:lnTo>
                  <a:lnTo>
                    <a:pt x="535294" y="10630"/>
                  </a:lnTo>
                  <a:lnTo>
                    <a:pt x="531726" y="10134"/>
                  </a:lnTo>
                  <a:lnTo>
                    <a:pt x="528157" y="9688"/>
                  </a:lnTo>
                  <a:lnTo>
                    <a:pt x="524588" y="9337"/>
                  </a:lnTo>
                  <a:lnTo>
                    <a:pt x="521020" y="9186"/>
                  </a:lnTo>
                  <a:lnTo>
                    <a:pt x="517451" y="8779"/>
                  </a:lnTo>
                  <a:lnTo>
                    <a:pt x="513882" y="8347"/>
                  </a:lnTo>
                  <a:lnTo>
                    <a:pt x="510314" y="8107"/>
                  </a:lnTo>
                  <a:lnTo>
                    <a:pt x="506745" y="7961"/>
                  </a:lnTo>
                  <a:lnTo>
                    <a:pt x="503177" y="7838"/>
                  </a:lnTo>
                  <a:lnTo>
                    <a:pt x="499608" y="7576"/>
                  </a:lnTo>
                  <a:lnTo>
                    <a:pt x="496039" y="7195"/>
                  </a:lnTo>
                  <a:lnTo>
                    <a:pt x="492471" y="6942"/>
                  </a:lnTo>
                  <a:lnTo>
                    <a:pt x="488902" y="6562"/>
                  </a:lnTo>
                  <a:lnTo>
                    <a:pt x="485333" y="6224"/>
                  </a:lnTo>
                  <a:lnTo>
                    <a:pt x="481765" y="6127"/>
                  </a:lnTo>
                  <a:lnTo>
                    <a:pt x="478196" y="5964"/>
                  </a:lnTo>
                  <a:lnTo>
                    <a:pt x="474628" y="5770"/>
                  </a:lnTo>
                  <a:lnTo>
                    <a:pt x="471059" y="5679"/>
                  </a:lnTo>
                  <a:lnTo>
                    <a:pt x="467490" y="5219"/>
                  </a:lnTo>
                  <a:lnTo>
                    <a:pt x="463922" y="4936"/>
                  </a:lnTo>
                  <a:lnTo>
                    <a:pt x="460353" y="4987"/>
                  </a:lnTo>
                  <a:lnTo>
                    <a:pt x="456784" y="4776"/>
                  </a:lnTo>
                  <a:lnTo>
                    <a:pt x="453216" y="4638"/>
                  </a:lnTo>
                  <a:lnTo>
                    <a:pt x="449647" y="4453"/>
                  </a:lnTo>
                  <a:lnTo>
                    <a:pt x="446078" y="4256"/>
                  </a:lnTo>
                  <a:lnTo>
                    <a:pt x="442510" y="3945"/>
                  </a:lnTo>
                  <a:lnTo>
                    <a:pt x="438941" y="3749"/>
                  </a:lnTo>
                  <a:lnTo>
                    <a:pt x="435373" y="3432"/>
                  </a:lnTo>
                  <a:lnTo>
                    <a:pt x="431804" y="3195"/>
                  </a:lnTo>
                  <a:lnTo>
                    <a:pt x="428235" y="3190"/>
                  </a:lnTo>
                  <a:lnTo>
                    <a:pt x="424667" y="3071"/>
                  </a:lnTo>
                  <a:lnTo>
                    <a:pt x="421098" y="2792"/>
                  </a:lnTo>
                  <a:lnTo>
                    <a:pt x="417529" y="2639"/>
                  </a:lnTo>
                  <a:lnTo>
                    <a:pt x="413961" y="2485"/>
                  </a:lnTo>
                  <a:lnTo>
                    <a:pt x="410392" y="2481"/>
                  </a:lnTo>
                  <a:lnTo>
                    <a:pt x="406824" y="2346"/>
                  </a:lnTo>
                  <a:lnTo>
                    <a:pt x="403255" y="2398"/>
                  </a:lnTo>
                  <a:lnTo>
                    <a:pt x="399686" y="2179"/>
                  </a:lnTo>
                  <a:lnTo>
                    <a:pt x="396118" y="2027"/>
                  </a:lnTo>
                  <a:lnTo>
                    <a:pt x="392549" y="2030"/>
                  </a:lnTo>
                  <a:lnTo>
                    <a:pt x="388980" y="2043"/>
                  </a:lnTo>
                  <a:lnTo>
                    <a:pt x="385412" y="1770"/>
                  </a:lnTo>
                  <a:lnTo>
                    <a:pt x="381843" y="1687"/>
                  </a:lnTo>
                  <a:lnTo>
                    <a:pt x="378274" y="1460"/>
                  </a:lnTo>
                  <a:lnTo>
                    <a:pt x="374706" y="1051"/>
                  </a:lnTo>
                  <a:lnTo>
                    <a:pt x="371137" y="1010"/>
                  </a:lnTo>
                  <a:lnTo>
                    <a:pt x="367569" y="836"/>
                  </a:lnTo>
                  <a:lnTo>
                    <a:pt x="364000" y="938"/>
                  </a:lnTo>
                  <a:lnTo>
                    <a:pt x="360431" y="945"/>
                  </a:lnTo>
                  <a:lnTo>
                    <a:pt x="356863" y="929"/>
                  </a:lnTo>
                  <a:lnTo>
                    <a:pt x="353294" y="824"/>
                  </a:lnTo>
                  <a:lnTo>
                    <a:pt x="349725" y="702"/>
                  </a:lnTo>
                  <a:lnTo>
                    <a:pt x="346157" y="591"/>
                  </a:lnTo>
                  <a:lnTo>
                    <a:pt x="342588" y="590"/>
                  </a:lnTo>
                  <a:lnTo>
                    <a:pt x="339020" y="361"/>
                  </a:lnTo>
                  <a:lnTo>
                    <a:pt x="335451" y="306"/>
                  </a:lnTo>
                  <a:lnTo>
                    <a:pt x="331882" y="365"/>
                  </a:lnTo>
                  <a:lnTo>
                    <a:pt x="328314" y="492"/>
                  </a:lnTo>
                  <a:lnTo>
                    <a:pt x="324745" y="540"/>
                  </a:lnTo>
                  <a:lnTo>
                    <a:pt x="321176" y="562"/>
                  </a:lnTo>
                  <a:lnTo>
                    <a:pt x="317608" y="636"/>
                  </a:lnTo>
                  <a:lnTo>
                    <a:pt x="314039" y="627"/>
                  </a:lnTo>
                  <a:lnTo>
                    <a:pt x="310470" y="522"/>
                  </a:lnTo>
                  <a:lnTo>
                    <a:pt x="306902" y="351"/>
                  </a:lnTo>
                  <a:lnTo>
                    <a:pt x="303333" y="211"/>
                  </a:lnTo>
                  <a:lnTo>
                    <a:pt x="299765" y="408"/>
                  </a:lnTo>
                  <a:lnTo>
                    <a:pt x="296196" y="250"/>
                  </a:lnTo>
                  <a:lnTo>
                    <a:pt x="292627" y="215"/>
                  </a:lnTo>
                  <a:lnTo>
                    <a:pt x="289059" y="177"/>
                  </a:lnTo>
                  <a:lnTo>
                    <a:pt x="285490" y="139"/>
                  </a:lnTo>
                  <a:lnTo>
                    <a:pt x="281921" y="103"/>
                  </a:lnTo>
                  <a:lnTo>
                    <a:pt x="278353" y="0"/>
                  </a:lnTo>
                  <a:lnTo>
                    <a:pt x="274784" y="79"/>
                  </a:lnTo>
                  <a:lnTo>
                    <a:pt x="271216" y="291"/>
                  </a:lnTo>
                  <a:lnTo>
                    <a:pt x="267647" y="584"/>
                  </a:lnTo>
                  <a:lnTo>
                    <a:pt x="264078" y="644"/>
                  </a:lnTo>
                  <a:lnTo>
                    <a:pt x="260510" y="608"/>
                  </a:lnTo>
                  <a:lnTo>
                    <a:pt x="256941" y="842"/>
                  </a:lnTo>
                  <a:lnTo>
                    <a:pt x="253372" y="973"/>
                  </a:lnTo>
                  <a:lnTo>
                    <a:pt x="249804" y="951"/>
                  </a:lnTo>
                  <a:lnTo>
                    <a:pt x="246235" y="1049"/>
                  </a:lnTo>
                  <a:lnTo>
                    <a:pt x="242666" y="1093"/>
                  </a:lnTo>
                  <a:lnTo>
                    <a:pt x="239098" y="1085"/>
                  </a:lnTo>
                  <a:lnTo>
                    <a:pt x="235529" y="1202"/>
                  </a:lnTo>
                  <a:lnTo>
                    <a:pt x="231961" y="1418"/>
                  </a:lnTo>
                  <a:lnTo>
                    <a:pt x="228392" y="1531"/>
                  </a:lnTo>
                  <a:lnTo>
                    <a:pt x="224823" y="1883"/>
                  </a:lnTo>
                  <a:lnTo>
                    <a:pt x="221255" y="2091"/>
                  </a:lnTo>
                  <a:lnTo>
                    <a:pt x="217686" y="2244"/>
                  </a:lnTo>
                  <a:lnTo>
                    <a:pt x="214117" y="2476"/>
                  </a:lnTo>
                  <a:lnTo>
                    <a:pt x="210549" y="2537"/>
                  </a:lnTo>
                  <a:lnTo>
                    <a:pt x="206980" y="2688"/>
                  </a:lnTo>
                  <a:lnTo>
                    <a:pt x="203412" y="2835"/>
                  </a:lnTo>
                  <a:lnTo>
                    <a:pt x="199843" y="2735"/>
                  </a:lnTo>
                  <a:lnTo>
                    <a:pt x="196274" y="2976"/>
                  </a:lnTo>
                  <a:lnTo>
                    <a:pt x="192706" y="3304"/>
                  </a:lnTo>
                  <a:lnTo>
                    <a:pt x="189137" y="3566"/>
                  </a:lnTo>
                  <a:lnTo>
                    <a:pt x="185568" y="3677"/>
                  </a:lnTo>
                  <a:lnTo>
                    <a:pt x="182000" y="3976"/>
                  </a:lnTo>
                  <a:lnTo>
                    <a:pt x="178431" y="4037"/>
                  </a:lnTo>
                  <a:lnTo>
                    <a:pt x="174862" y="4289"/>
                  </a:lnTo>
                  <a:lnTo>
                    <a:pt x="171294" y="4524"/>
                  </a:lnTo>
                  <a:lnTo>
                    <a:pt x="167725" y="4790"/>
                  </a:lnTo>
                  <a:lnTo>
                    <a:pt x="164157" y="5059"/>
                  </a:lnTo>
                  <a:lnTo>
                    <a:pt x="160588" y="5330"/>
                  </a:lnTo>
                  <a:lnTo>
                    <a:pt x="157019" y="5557"/>
                  </a:lnTo>
                  <a:lnTo>
                    <a:pt x="153451" y="5759"/>
                  </a:lnTo>
                  <a:lnTo>
                    <a:pt x="149882" y="6064"/>
                  </a:lnTo>
                  <a:lnTo>
                    <a:pt x="146313" y="6277"/>
                  </a:lnTo>
                  <a:lnTo>
                    <a:pt x="142745" y="6553"/>
                  </a:lnTo>
                  <a:lnTo>
                    <a:pt x="139176" y="6760"/>
                  </a:lnTo>
                  <a:lnTo>
                    <a:pt x="135608" y="7205"/>
                  </a:lnTo>
                  <a:lnTo>
                    <a:pt x="132039" y="7368"/>
                  </a:lnTo>
                  <a:lnTo>
                    <a:pt x="128470" y="7490"/>
                  </a:lnTo>
                  <a:lnTo>
                    <a:pt x="124902" y="7561"/>
                  </a:lnTo>
                  <a:lnTo>
                    <a:pt x="121333" y="7836"/>
                  </a:lnTo>
                  <a:lnTo>
                    <a:pt x="117764" y="8240"/>
                  </a:lnTo>
                  <a:lnTo>
                    <a:pt x="114196" y="8434"/>
                  </a:lnTo>
                  <a:lnTo>
                    <a:pt x="110627" y="8702"/>
                  </a:lnTo>
                  <a:lnTo>
                    <a:pt x="107058" y="9075"/>
                  </a:lnTo>
                  <a:lnTo>
                    <a:pt x="103490" y="9183"/>
                  </a:lnTo>
                  <a:lnTo>
                    <a:pt x="99921" y="9166"/>
                  </a:lnTo>
                  <a:lnTo>
                    <a:pt x="96353" y="9477"/>
                  </a:lnTo>
                  <a:lnTo>
                    <a:pt x="92784" y="9806"/>
                  </a:lnTo>
                  <a:lnTo>
                    <a:pt x="89215" y="10044"/>
                  </a:lnTo>
                  <a:lnTo>
                    <a:pt x="85647" y="10463"/>
                  </a:lnTo>
                  <a:lnTo>
                    <a:pt x="82078" y="10792"/>
                  </a:lnTo>
                  <a:lnTo>
                    <a:pt x="78509" y="11118"/>
                  </a:lnTo>
                  <a:lnTo>
                    <a:pt x="74941" y="11443"/>
                  </a:lnTo>
                  <a:lnTo>
                    <a:pt x="71372" y="11801"/>
                  </a:lnTo>
                  <a:lnTo>
                    <a:pt x="67804" y="11961"/>
                  </a:lnTo>
                  <a:lnTo>
                    <a:pt x="64235" y="11968"/>
                  </a:lnTo>
                  <a:lnTo>
                    <a:pt x="60666" y="12513"/>
                  </a:lnTo>
                  <a:lnTo>
                    <a:pt x="57098" y="12730"/>
                  </a:lnTo>
                  <a:lnTo>
                    <a:pt x="53529" y="12922"/>
                  </a:lnTo>
                  <a:lnTo>
                    <a:pt x="49960" y="13252"/>
                  </a:lnTo>
                  <a:lnTo>
                    <a:pt x="46392" y="13549"/>
                  </a:lnTo>
                  <a:lnTo>
                    <a:pt x="42823" y="13774"/>
                  </a:lnTo>
                  <a:lnTo>
                    <a:pt x="39254" y="14004"/>
                  </a:lnTo>
                  <a:lnTo>
                    <a:pt x="35686" y="14225"/>
                  </a:lnTo>
                  <a:lnTo>
                    <a:pt x="32117" y="14456"/>
                  </a:lnTo>
                  <a:lnTo>
                    <a:pt x="28549" y="14793"/>
                  </a:lnTo>
                  <a:lnTo>
                    <a:pt x="24980" y="14893"/>
                  </a:lnTo>
                  <a:lnTo>
                    <a:pt x="21411" y="15028"/>
                  </a:lnTo>
                  <a:lnTo>
                    <a:pt x="17843" y="15340"/>
                  </a:lnTo>
                  <a:lnTo>
                    <a:pt x="14274" y="15504"/>
                  </a:lnTo>
                  <a:lnTo>
                    <a:pt x="10705" y="15784"/>
                  </a:lnTo>
                  <a:lnTo>
                    <a:pt x="7137" y="16095"/>
                  </a:lnTo>
                  <a:lnTo>
                    <a:pt x="3568" y="16239"/>
                  </a:lnTo>
                  <a:lnTo>
                    <a:pt x="0" y="165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191173" y="3206409"/>
              <a:ext cx="852902" cy="17787"/>
            </a:xfrm>
            <a:custGeom>
              <a:avLst/>
              <a:pathLst>
                <a:path w="852902" h="17787">
                  <a:moveTo>
                    <a:pt x="0" y="0"/>
                  </a:moveTo>
                  <a:lnTo>
                    <a:pt x="3568" y="107"/>
                  </a:lnTo>
                  <a:lnTo>
                    <a:pt x="7137" y="214"/>
                  </a:lnTo>
                  <a:lnTo>
                    <a:pt x="10705" y="322"/>
                  </a:lnTo>
                  <a:lnTo>
                    <a:pt x="14274" y="428"/>
                  </a:lnTo>
                  <a:lnTo>
                    <a:pt x="17843" y="535"/>
                  </a:lnTo>
                  <a:lnTo>
                    <a:pt x="21411" y="641"/>
                  </a:lnTo>
                  <a:lnTo>
                    <a:pt x="24980" y="747"/>
                  </a:lnTo>
                  <a:lnTo>
                    <a:pt x="28549" y="853"/>
                  </a:lnTo>
                  <a:lnTo>
                    <a:pt x="32117" y="958"/>
                  </a:lnTo>
                  <a:lnTo>
                    <a:pt x="35686" y="1064"/>
                  </a:lnTo>
                  <a:lnTo>
                    <a:pt x="39254" y="1169"/>
                  </a:lnTo>
                  <a:lnTo>
                    <a:pt x="42823" y="1273"/>
                  </a:lnTo>
                  <a:lnTo>
                    <a:pt x="46392" y="1378"/>
                  </a:lnTo>
                  <a:lnTo>
                    <a:pt x="49960" y="1482"/>
                  </a:lnTo>
                  <a:lnTo>
                    <a:pt x="53529" y="1586"/>
                  </a:lnTo>
                  <a:lnTo>
                    <a:pt x="57098" y="1689"/>
                  </a:lnTo>
                  <a:lnTo>
                    <a:pt x="60666" y="1793"/>
                  </a:lnTo>
                  <a:lnTo>
                    <a:pt x="64235" y="1896"/>
                  </a:lnTo>
                  <a:lnTo>
                    <a:pt x="67804" y="1998"/>
                  </a:lnTo>
                  <a:lnTo>
                    <a:pt x="71372" y="2101"/>
                  </a:lnTo>
                  <a:lnTo>
                    <a:pt x="74941" y="2203"/>
                  </a:lnTo>
                  <a:lnTo>
                    <a:pt x="78509" y="2305"/>
                  </a:lnTo>
                  <a:lnTo>
                    <a:pt x="82078" y="2407"/>
                  </a:lnTo>
                  <a:lnTo>
                    <a:pt x="85647" y="2508"/>
                  </a:lnTo>
                  <a:lnTo>
                    <a:pt x="89215" y="2609"/>
                  </a:lnTo>
                  <a:lnTo>
                    <a:pt x="92784" y="2710"/>
                  </a:lnTo>
                  <a:lnTo>
                    <a:pt x="96353" y="2811"/>
                  </a:lnTo>
                  <a:lnTo>
                    <a:pt x="99921" y="2911"/>
                  </a:lnTo>
                  <a:lnTo>
                    <a:pt x="103490" y="3011"/>
                  </a:lnTo>
                  <a:lnTo>
                    <a:pt x="107058" y="3111"/>
                  </a:lnTo>
                  <a:lnTo>
                    <a:pt x="110627" y="3210"/>
                  </a:lnTo>
                  <a:lnTo>
                    <a:pt x="114196" y="3310"/>
                  </a:lnTo>
                  <a:lnTo>
                    <a:pt x="117764" y="3409"/>
                  </a:lnTo>
                  <a:lnTo>
                    <a:pt x="121333" y="3507"/>
                  </a:lnTo>
                  <a:lnTo>
                    <a:pt x="124902" y="3606"/>
                  </a:lnTo>
                  <a:lnTo>
                    <a:pt x="128470" y="3704"/>
                  </a:lnTo>
                  <a:lnTo>
                    <a:pt x="132039" y="3802"/>
                  </a:lnTo>
                  <a:lnTo>
                    <a:pt x="135608" y="3899"/>
                  </a:lnTo>
                  <a:lnTo>
                    <a:pt x="139176" y="3996"/>
                  </a:lnTo>
                  <a:lnTo>
                    <a:pt x="142745" y="4093"/>
                  </a:lnTo>
                  <a:lnTo>
                    <a:pt x="146313" y="4190"/>
                  </a:lnTo>
                  <a:lnTo>
                    <a:pt x="149882" y="4287"/>
                  </a:lnTo>
                  <a:lnTo>
                    <a:pt x="153451" y="4383"/>
                  </a:lnTo>
                  <a:lnTo>
                    <a:pt x="157019" y="4479"/>
                  </a:lnTo>
                  <a:lnTo>
                    <a:pt x="160588" y="4574"/>
                  </a:lnTo>
                  <a:lnTo>
                    <a:pt x="164157" y="4670"/>
                  </a:lnTo>
                  <a:lnTo>
                    <a:pt x="167725" y="4765"/>
                  </a:lnTo>
                  <a:lnTo>
                    <a:pt x="171294" y="4859"/>
                  </a:lnTo>
                  <a:lnTo>
                    <a:pt x="174862" y="4954"/>
                  </a:lnTo>
                  <a:lnTo>
                    <a:pt x="178431" y="5048"/>
                  </a:lnTo>
                  <a:lnTo>
                    <a:pt x="182000" y="5142"/>
                  </a:lnTo>
                  <a:lnTo>
                    <a:pt x="185568" y="5236"/>
                  </a:lnTo>
                  <a:lnTo>
                    <a:pt x="189137" y="5329"/>
                  </a:lnTo>
                  <a:lnTo>
                    <a:pt x="192706" y="5422"/>
                  </a:lnTo>
                  <a:lnTo>
                    <a:pt x="196274" y="5515"/>
                  </a:lnTo>
                  <a:lnTo>
                    <a:pt x="199843" y="5608"/>
                  </a:lnTo>
                  <a:lnTo>
                    <a:pt x="203412" y="5700"/>
                  </a:lnTo>
                  <a:lnTo>
                    <a:pt x="206980" y="5792"/>
                  </a:lnTo>
                  <a:lnTo>
                    <a:pt x="210549" y="5884"/>
                  </a:lnTo>
                  <a:lnTo>
                    <a:pt x="214117" y="5975"/>
                  </a:lnTo>
                  <a:lnTo>
                    <a:pt x="217686" y="6066"/>
                  </a:lnTo>
                  <a:lnTo>
                    <a:pt x="221255" y="6157"/>
                  </a:lnTo>
                  <a:lnTo>
                    <a:pt x="224823" y="6248"/>
                  </a:lnTo>
                  <a:lnTo>
                    <a:pt x="228392" y="6338"/>
                  </a:lnTo>
                  <a:lnTo>
                    <a:pt x="231961" y="6428"/>
                  </a:lnTo>
                  <a:lnTo>
                    <a:pt x="235529" y="6518"/>
                  </a:lnTo>
                  <a:lnTo>
                    <a:pt x="239098" y="6607"/>
                  </a:lnTo>
                  <a:lnTo>
                    <a:pt x="242666" y="6696"/>
                  </a:lnTo>
                  <a:lnTo>
                    <a:pt x="246235" y="6785"/>
                  </a:lnTo>
                  <a:lnTo>
                    <a:pt x="249804" y="6874"/>
                  </a:lnTo>
                  <a:lnTo>
                    <a:pt x="253372" y="6962"/>
                  </a:lnTo>
                  <a:lnTo>
                    <a:pt x="256941" y="7050"/>
                  </a:lnTo>
                  <a:lnTo>
                    <a:pt x="260510" y="7138"/>
                  </a:lnTo>
                  <a:lnTo>
                    <a:pt x="264078" y="7225"/>
                  </a:lnTo>
                  <a:lnTo>
                    <a:pt x="267647" y="7313"/>
                  </a:lnTo>
                  <a:lnTo>
                    <a:pt x="271216" y="7400"/>
                  </a:lnTo>
                  <a:lnTo>
                    <a:pt x="274784" y="7486"/>
                  </a:lnTo>
                  <a:lnTo>
                    <a:pt x="278353" y="7572"/>
                  </a:lnTo>
                  <a:lnTo>
                    <a:pt x="281921" y="7659"/>
                  </a:lnTo>
                  <a:lnTo>
                    <a:pt x="285490" y="7744"/>
                  </a:lnTo>
                  <a:lnTo>
                    <a:pt x="289059" y="7830"/>
                  </a:lnTo>
                  <a:lnTo>
                    <a:pt x="292627" y="7915"/>
                  </a:lnTo>
                  <a:lnTo>
                    <a:pt x="296196" y="8000"/>
                  </a:lnTo>
                  <a:lnTo>
                    <a:pt x="299765" y="8085"/>
                  </a:lnTo>
                  <a:lnTo>
                    <a:pt x="303333" y="8169"/>
                  </a:lnTo>
                  <a:lnTo>
                    <a:pt x="306902" y="8253"/>
                  </a:lnTo>
                  <a:lnTo>
                    <a:pt x="310470" y="8337"/>
                  </a:lnTo>
                  <a:lnTo>
                    <a:pt x="314039" y="8420"/>
                  </a:lnTo>
                  <a:lnTo>
                    <a:pt x="317608" y="8504"/>
                  </a:lnTo>
                  <a:lnTo>
                    <a:pt x="321176" y="8587"/>
                  </a:lnTo>
                  <a:lnTo>
                    <a:pt x="324745" y="8669"/>
                  </a:lnTo>
                  <a:lnTo>
                    <a:pt x="328314" y="8752"/>
                  </a:lnTo>
                  <a:lnTo>
                    <a:pt x="331882" y="8834"/>
                  </a:lnTo>
                  <a:lnTo>
                    <a:pt x="335451" y="8915"/>
                  </a:lnTo>
                  <a:lnTo>
                    <a:pt x="339020" y="8997"/>
                  </a:lnTo>
                  <a:lnTo>
                    <a:pt x="342588" y="9078"/>
                  </a:lnTo>
                  <a:lnTo>
                    <a:pt x="346157" y="9159"/>
                  </a:lnTo>
                  <a:lnTo>
                    <a:pt x="349725" y="9240"/>
                  </a:lnTo>
                  <a:lnTo>
                    <a:pt x="353294" y="9320"/>
                  </a:lnTo>
                  <a:lnTo>
                    <a:pt x="356863" y="9400"/>
                  </a:lnTo>
                  <a:lnTo>
                    <a:pt x="360431" y="9480"/>
                  </a:lnTo>
                  <a:lnTo>
                    <a:pt x="364000" y="9560"/>
                  </a:lnTo>
                  <a:lnTo>
                    <a:pt x="367569" y="9639"/>
                  </a:lnTo>
                  <a:lnTo>
                    <a:pt x="371137" y="9718"/>
                  </a:lnTo>
                  <a:lnTo>
                    <a:pt x="374706" y="9796"/>
                  </a:lnTo>
                  <a:lnTo>
                    <a:pt x="378274" y="9875"/>
                  </a:lnTo>
                  <a:lnTo>
                    <a:pt x="381843" y="9953"/>
                  </a:lnTo>
                  <a:lnTo>
                    <a:pt x="385412" y="10031"/>
                  </a:lnTo>
                  <a:lnTo>
                    <a:pt x="388980" y="10108"/>
                  </a:lnTo>
                  <a:lnTo>
                    <a:pt x="392549" y="10186"/>
                  </a:lnTo>
                  <a:lnTo>
                    <a:pt x="396118" y="10263"/>
                  </a:lnTo>
                  <a:lnTo>
                    <a:pt x="399686" y="10339"/>
                  </a:lnTo>
                  <a:lnTo>
                    <a:pt x="403255" y="10416"/>
                  </a:lnTo>
                  <a:lnTo>
                    <a:pt x="406824" y="10492"/>
                  </a:lnTo>
                  <a:lnTo>
                    <a:pt x="410392" y="10568"/>
                  </a:lnTo>
                  <a:lnTo>
                    <a:pt x="413961" y="10643"/>
                  </a:lnTo>
                  <a:lnTo>
                    <a:pt x="417529" y="10718"/>
                  </a:lnTo>
                  <a:lnTo>
                    <a:pt x="421098" y="10793"/>
                  </a:lnTo>
                  <a:lnTo>
                    <a:pt x="424667" y="10868"/>
                  </a:lnTo>
                  <a:lnTo>
                    <a:pt x="428235" y="10942"/>
                  </a:lnTo>
                  <a:lnTo>
                    <a:pt x="431804" y="11016"/>
                  </a:lnTo>
                  <a:lnTo>
                    <a:pt x="435373" y="11090"/>
                  </a:lnTo>
                  <a:lnTo>
                    <a:pt x="438941" y="11164"/>
                  </a:lnTo>
                  <a:lnTo>
                    <a:pt x="442510" y="11237"/>
                  </a:lnTo>
                  <a:lnTo>
                    <a:pt x="446078" y="11310"/>
                  </a:lnTo>
                  <a:lnTo>
                    <a:pt x="449647" y="11383"/>
                  </a:lnTo>
                  <a:lnTo>
                    <a:pt x="453216" y="11455"/>
                  </a:lnTo>
                  <a:lnTo>
                    <a:pt x="456784" y="11527"/>
                  </a:lnTo>
                  <a:lnTo>
                    <a:pt x="460353" y="11599"/>
                  </a:lnTo>
                  <a:lnTo>
                    <a:pt x="463922" y="11671"/>
                  </a:lnTo>
                  <a:lnTo>
                    <a:pt x="467490" y="11742"/>
                  </a:lnTo>
                  <a:lnTo>
                    <a:pt x="471059" y="11813"/>
                  </a:lnTo>
                  <a:lnTo>
                    <a:pt x="474628" y="11884"/>
                  </a:lnTo>
                  <a:lnTo>
                    <a:pt x="478196" y="11954"/>
                  </a:lnTo>
                  <a:lnTo>
                    <a:pt x="481765" y="12024"/>
                  </a:lnTo>
                  <a:lnTo>
                    <a:pt x="485333" y="12094"/>
                  </a:lnTo>
                  <a:lnTo>
                    <a:pt x="488902" y="12164"/>
                  </a:lnTo>
                  <a:lnTo>
                    <a:pt x="492471" y="12233"/>
                  </a:lnTo>
                  <a:lnTo>
                    <a:pt x="496039" y="12302"/>
                  </a:lnTo>
                  <a:lnTo>
                    <a:pt x="499608" y="12371"/>
                  </a:lnTo>
                  <a:lnTo>
                    <a:pt x="503177" y="12439"/>
                  </a:lnTo>
                  <a:lnTo>
                    <a:pt x="506745" y="12507"/>
                  </a:lnTo>
                  <a:lnTo>
                    <a:pt x="510314" y="12575"/>
                  </a:lnTo>
                  <a:lnTo>
                    <a:pt x="513882" y="12643"/>
                  </a:lnTo>
                  <a:lnTo>
                    <a:pt x="517451" y="12710"/>
                  </a:lnTo>
                  <a:lnTo>
                    <a:pt x="521020" y="12777"/>
                  </a:lnTo>
                  <a:lnTo>
                    <a:pt x="524588" y="12844"/>
                  </a:lnTo>
                  <a:lnTo>
                    <a:pt x="528157" y="12910"/>
                  </a:lnTo>
                  <a:lnTo>
                    <a:pt x="531726" y="12976"/>
                  </a:lnTo>
                  <a:lnTo>
                    <a:pt x="535294" y="13042"/>
                  </a:lnTo>
                  <a:lnTo>
                    <a:pt x="538863" y="13108"/>
                  </a:lnTo>
                  <a:lnTo>
                    <a:pt x="542432" y="13173"/>
                  </a:lnTo>
                  <a:lnTo>
                    <a:pt x="546000" y="13238"/>
                  </a:lnTo>
                  <a:lnTo>
                    <a:pt x="549569" y="13303"/>
                  </a:lnTo>
                  <a:lnTo>
                    <a:pt x="553137" y="13367"/>
                  </a:lnTo>
                  <a:lnTo>
                    <a:pt x="556706" y="13431"/>
                  </a:lnTo>
                  <a:lnTo>
                    <a:pt x="560275" y="13495"/>
                  </a:lnTo>
                  <a:lnTo>
                    <a:pt x="563843" y="13559"/>
                  </a:lnTo>
                  <a:lnTo>
                    <a:pt x="567412" y="13622"/>
                  </a:lnTo>
                  <a:lnTo>
                    <a:pt x="570981" y="13685"/>
                  </a:lnTo>
                  <a:lnTo>
                    <a:pt x="574549" y="13748"/>
                  </a:lnTo>
                  <a:lnTo>
                    <a:pt x="578118" y="13810"/>
                  </a:lnTo>
                  <a:lnTo>
                    <a:pt x="581686" y="13873"/>
                  </a:lnTo>
                  <a:lnTo>
                    <a:pt x="585255" y="13935"/>
                  </a:lnTo>
                  <a:lnTo>
                    <a:pt x="588824" y="13996"/>
                  </a:lnTo>
                  <a:lnTo>
                    <a:pt x="592392" y="14058"/>
                  </a:lnTo>
                  <a:lnTo>
                    <a:pt x="595961" y="14119"/>
                  </a:lnTo>
                  <a:lnTo>
                    <a:pt x="599530" y="14179"/>
                  </a:lnTo>
                  <a:lnTo>
                    <a:pt x="603098" y="14240"/>
                  </a:lnTo>
                  <a:lnTo>
                    <a:pt x="606667" y="14300"/>
                  </a:lnTo>
                  <a:lnTo>
                    <a:pt x="610236" y="14360"/>
                  </a:lnTo>
                  <a:lnTo>
                    <a:pt x="613804" y="14420"/>
                  </a:lnTo>
                  <a:lnTo>
                    <a:pt x="617373" y="14479"/>
                  </a:lnTo>
                  <a:lnTo>
                    <a:pt x="620941" y="14538"/>
                  </a:lnTo>
                  <a:lnTo>
                    <a:pt x="624510" y="14597"/>
                  </a:lnTo>
                  <a:lnTo>
                    <a:pt x="628079" y="14656"/>
                  </a:lnTo>
                  <a:lnTo>
                    <a:pt x="631647" y="14714"/>
                  </a:lnTo>
                  <a:lnTo>
                    <a:pt x="635216" y="14772"/>
                  </a:lnTo>
                  <a:lnTo>
                    <a:pt x="638785" y="14830"/>
                  </a:lnTo>
                  <a:lnTo>
                    <a:pt x="642353" y="14887"/>
                  </a:lnTo>
                  <a:lnTo>
                    <a:pt x="645922" y="14944"/>
                  </a:lnTo>
                  <a:lnTo>
                    <a:pt x="649490" y="15001"/>
                  </a:lnTo>
                  <a:lnTo>
                    <a:pt x="653059" y="15058"/>
                  </a:lnTo>
                  <a:lnTo>
                    <a:pt x="656628" y="15114"/>
                  </a:lnTo>
                  <a:lnTo>
                    <a:pt x="660196" y="15170"/>
                  </a:lnTo>
                  <a:lnTo>
                    <a:pt x="663765" y="15226"/>
                  </a:lnTo>
                  <a:lnTo>
                    <a:pt x="667334" y="15281"/>
                  </a:lnTo>
                  <a:lnTo>
                    <a:pt x="670902" y="15336"/>
                  </a:lnTo>
                  <a:lnTo>
                    <a:pt x="674471" y="15391"/>
                  </a:lnTo>
                  <a:lnTo>
                    <a:pt x="678040" y="15446"/>
                  </a:lnTo>
                  <a:lnTo>
                    <a:pt x="681608" y="15500"/>
                  </a:lnTo>
                  <a:lnTo>
                    <a:pt x="685177" y="15554"/>
                  </a:lnTo>
                  <a:lnTo>
                    <a:pt x="688745" y="15608"/>
                  </a:lnTo>
                  <a:lnTo>
                    <a:pt x="692314" y="15662"/>
                  </a:lnTo>
                  <a:lnTo>
                    <a:pt x="695883" y="15715"/>
                  </a:lnTo>
                  <a:lnTo>
                    <a:pt x="699451" y="15768"/>
                  </a:lnTo>
                  <a:lnTo>
                    <a:pt x="703020" y="15821"/>
                  </a:lnTo>
                  <a:lnTo>
                    <a:pt x="706589" y="15873"/>
                  </a:lnTo>
                  <a:lnTo>
                    <a:pt x="710157" y="15925"/>
                  </a:lnTo>
                  <a:lnTo>
                    <a:pt x="713726" y="15977"/>
                  </a:lnTo>
                  <a:lnTo>
                    <a:pt x="717294" y="16029"/>
                  </a:lnTo>
                  <a:lnTo>
                    <a:pt x="720863" y="16080"/>
                  </a:lnTo>
                  <a:lnTo>
                    <a:pt x="724432" y="16131"/>
                  </a:lnTo>
                  <a:lnTo>
                    <a:pt x="728000" y="16182"/>
                  </a:lnTo>
                  <a:lnTo>
                    <a:pt x="731569" y="16232"/>
                  </a:lnTo>
                  <a:lnTo>
                    <a:pt x="735138" y="16283"/>
                  </a:lnTo>
                  <a:lnTo>
                    <a:pt x="738706" y="16332"/>
                  </a:lnTo>
                  <a:lnTo>
                    <a:pt x="742275" y="16382"/>
                  </a:lnTo>
                  <a:lnTo>
                    <a:pt x="745844" y="16432"/>
                  </a:lnTo>
                  <a:lnTo>
                    <a:pt x="749412" y="16481"/>
                  </a:lnTo>
                  <a:lnTo>
                    <a:pt x="752981" y="16530"/>
                  </a:lnTo>
                  <a:lnTo>
                    <a:pt x="756549" y="16578"/>
                  </a:lnTo>
                  <a:lnTo>
                    <a:pt x="760118" y="16626"/>
                  </a:lnTo>
                  <a:lnTo>
                    <a:pt x="763687" y="16674"/>
                  </a:lnTo>
                  <a:lnTo>
                    <a:pt x="767255" y="16722"/>
                  </a:lnTo>
                  <a:lnTo>
                    <a:pt x="770824" y="16770"/>
                  </a:lnTo>
                  <a:lnTo>
                    <a:pt x="774393" y="16817"/>
                  </a:lnTo>
                  <a:lnTo>
                    <a:pt x="777961" y="16864"/>
                  </a:lnTo>
                  <a:lnTo>
                    <a:pt x="781530" y="16911"/>
                  </a:lnTo>
                  <a:lnTo>
                    <a:pt x="785098" y="16957"/>
                  </a:lnTo>
                  <a:lnTo>
                    <a:pt x="788667" y="17003"/>
                  </a:lnTo>
                  <a:lnTo>
                    <a:pt x="792236" y="17049"/>
                  </a:lnTo>
                  <a:lnTo>
                    <a:pt x="795804" y="17095"/>
                  </a:lnTo>
                  <a:lnTo>
                    <a:pt x="799373" y="17140"/>
                  </a:lnTo>
                  <a:lnTo>
                    <a:pt x="802942" y="17185"/>
                  </a:lnTo>
                  <a:lnTo>
                    <a:pt x="806510" y="17230"/>
                  </a:lnTo>
                  <a:lnTo>
                    <a:pt x="810079" y="17274"/>
                  </a:lnTo>
                  <a:lnTo>
                    <a:pt x="813648" y="17318"/>
                  </a:lnTo>
                  <a:lnTo>
                    <a:pt x="817216" y="17362"/>
                  </a:lnTo>
                  <a:lnTo>
                    <a:pt x="820785" y="17406"/>
                  </a:lnTo>
                  <a:lnTo>
                    <a:pt x="824353" y="17450"/>
                  </a:lnTo>
                  <a:lnTo>
                    <a:pt x="827922" y="17493"/>
                  </a:lnTo>
                  <a:lnTo>
                    <a:pt x="831491" y="17536"/>
                  </a:lnTo>
                  <a:lnTo>
                    <a:pt x="835059" y="17578"/>
                  </a:lnTo>
                  <a:lnTo>
                    <a:pt x="838628" y="17621"/>
                  </a:lnTo>
                  <a:lnTo>
                    <a:pt x="842197" y="17663"/>
                  </a:lnTo>
                  <a:lnTo>
                    <a:pt x="845765" y="17705"/>
                  </a:lnTo>
                  <a:lnTo>
                    <a:pt x="849334" y="17746"/>
                  </a:lnTo>
                  <a:lnTo>
                    <a:pt x="852902" y="17787"/>
                  </a:lnTo>
                </a:path>
              </a:pathLst>
            </a:custGeom>
            <a:ln w="28456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1148528" y="3639043"/>
              <a:ext cx="93819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1191173" y="4114209"/>
              <a:ext cx="852902" cy="185426"/>
            </a:xfrm>
            <a:custGeom>
              <a:avLst/>
              <a:pathLst>
                <a:path w="852902" h="185426">
                  <a:moveTo>
                    <a:pt x="0" y="0"/>
                  </a:moveTo>
                  <a:lnTo>
                    <a:pt x="3568" y="523"/>
                  </a:lnTo>
                  <a:lnTo>
                    <a:pt x="7137" y="986"/>
                  </a:lnTo>
                  <a:lnTo>
                    <a:pt x="10705" y="1638"/>
                  </a:lnTo>
                  <a:lnTo>
                    <a:pt x="14274" y="2142"/>
                  </a:lnTo>
                  <a:lnTo>
                    <a:pt x="17843" y="2817"/>
                  </a:lnTo>
                  <a:lnTo>
                    <a:pt x="21411" y="3567"/>
                  </a:lnTo>
                  <a:lnTo>
                    <a:pt x="24980" y="4044"/>
                  </a:lnTo>
                  <a:lnTo>
                    <a:pt x="28549" y="4487"/>
                  </a:lnTo>
                  <a:lnTo>
                    <a:pt x="32117" y="4929"/>
                  </a:lnTo>
                  <a:lnTo>
                    <a:pt x="35686" y="5359"/>
                  </a:lnTo>
                  <a:lnTo>
                    <a:pt x="39254" y="5788"/>
                  </a:lnTo>
                  <a:lnTo>
                    <a:pt x="42823" y="6252"/>
                  </a:lnTo>
                  <a:lnTo>
                    <a:pt x="46392" y="6927"/>
                  </a:lnTo>
                  <a:lnTo>
                    <a:pt x="49960" y="7602"/>
                  </a:lnTo>
                  <a:lnTo>
                    <a:pt x="53529" y="8420"/>
                  </a:lnTo>
                  <a:lnTo>
                    <a:pt x="57098" y="8732"/>
                  </a:lnTo>
                  <a:lnTo>
                    <a:pt x="60666" y="9052"/>
                  </a:lnTo>
                  <a:lnTo>
                    <a:pt x="64235" y="9665"/>
                  </a:lnTo>
                  <a:lnTo>
                    <a:pt x="67804" y="10102"/>
                  </a:lnTo>
                  <a:lnTo>
                    <a:pt x="71372" y="10566"/>
                  </a:lnTo>
                  <a:lnTo>
                    <a:pt x="74941" y="11068"/>
                  </a:lnTo>
                  <a:lnTo>
                    <a:pt x="78509" y="11571"/>
                  </a:lnTo>
                  <a:lnTo>
                    <a:pt x="82078" y="12097"/>
                  </a:lnTo>
                  <a:lnTo>
                    <a:pt x="85647" y="12712"/>
                  </a:lnTo>
                  <a:lnTo>
                    <a:pt x="89215" y="13353"/>
                  </a:lnTo>
                  <a:lnTo>
                    <a:pt x="92784" y="13736"/>
                  </a:lnTo>
                  <a:lnTo>
                    <a:pt x="96353" y="14118"/>
                  </a:lnTo>
                  <a:lnTo>
                    <a:pt x="99921" y="14582"/>
                  </a:lnTo>
                  <a:lnTo>
                    <a:pt x="103490" y="15083"/>
                  </a:lnTo>
                  <a:lnTo>
                    <a:pt x="107058" y="15575"/>
                  </a:lnTo>
                  <a:lnTo>
                    <a:pt x="110627" y="16072"/>
                  </a:lnTo>
                  <a:lnTo>
                    <a:pt x="114196" y="16578"/>
                  </a:lnTo>
                  <a:lnTo>
                    <a:pt x="117764" y="17247"/>
                  </a:lnTo>
                  <a:lnTo>
                    <a:pt x="121333" y="18338"/>
                  </a:lnTo>
                  <a:lnTo>
                    <a:pt x="124902" y="19090"/>
                  </a:lnTo>
                  <a:lnTo>
                    <a:pt x="128470" y="19594"/>
                  </a:lnTo>
                  <a:lnTo>
                    <a:pt x="132039" y="19903"/>
                  </a:lnTo>
                  <a:lnTo>
                    <a:pt x="135608" y="20313"/>
                  </a:lnTo>
                  <a:lnTo>
                    <a:pt x="139176" y="20943"/>
                  </a:lnTo>
                  <a:lnTo>
                    <a:pt x="142745" y="21517"/>
                  </a:lnTo>
                  <a:lnTo>
                    <a:pt x="146313" y="22495"/>
                  </a:lnTo>
                  <a:lnTo>
                    <a:pt x="149882" y="22567"/>
                  </a:lnTo>
                  <a:lnTo>
                    <a:pt x="153451" y="22536"/>
                  </a:lnTo>
                  <a:lnTo>
                    <a:pt x="157019" y="22701"/>
                  </a:lnTo>
                  <a:lnTo>
                    <a:pt x="160588" y="23659"/>
                  </a:lnTo>
                  <a:lnTo>
                    <a:pt x="164157" y="24139"/>
                  </a:lnTo>
                  <a:lnTo>
                    <a:pt x="167725" y="24220"/>
                  </a:lnTo>
                  <a:lnTo>
                    <a:pt x="171294" y="24799"/>
                  </a:lnTo>
                  <a:lnTo>
                    <a:pt x="174862" y="25310"/>
                  </a:lnTo>
                  <a:lnTo>
                    <a:pt x="178431" y="25865"/>
                  </a:lnTo>
                  <a:lnTo>
                    <a:pt x="182000" y="26269"/>
                  </a:lnTo>
                  <a:lnTo>
                    <a:pt x="185568" y="26813"/>
                  </a:lnTo>
                  <a:lnTo>
                    <a:pt x="189137" y="27109"/>
                  </a:lnTo>
                  <a:lnTo>
                    <a:pt x="192706" y="27433"/>
                  </a:lnTo>
                  <a:lnTo>
                    <a:pt x="196274" y="27915"/>
                  </a:lnTo>
                  <a:lnTo>
                    <a:pt x="199843" y="28403"/>
                  </a:lnTo>
                  <a:lnTo>
                    <a:pt x="203412" y="28894"/>
                  </a:lnTo>
                  <a:lnTo>
                    <a:pt x="206980" y="29541"/>
                  </a:lnTo>
                  <a:lnTo>
                    <a:pt x="210549" y="29986"/>
                  </a:lnTo>
                  <a:lnTo>
                    <a:pt x="214117" y="30353"/>
                  </a:lnTo>
                  <a:lnTo>
                    <a:pt x="217686" y="30932"/>
                  </a:lnTo>
                  <a:lnTo>
                    <a:pt x="221255" y="31475"/>
                  </a:lnTo>
                  <a:lnTo>
                    <a:pt x="224823" y="31977"/>
                  </a:lnTo>
                  <a:lnTo>
                    <a:pt x="228392" y="32565"/>
                  </a:lnTo>
                  <a:lnTo>
                    <a:pt x="231961" y="32806"/>
                  </a:lnTo>
                  <a:lnTo>
                    <a:pt x="235529" y="33249"/>
                  </a:lnTo>
                  <a:lnTo>
                    <a:pt x="239098" y="33733"/>
                  </a:lnTo>
                  <a:lnTo>
                    <a:pt x="242666" y="33980"/>
                  </a:lnTo>
                  <a:lnTo>
                    <a:pt x="246235" y="34686"/>
                  </a:lnTo>
                  <a:lnTo>
                    <a:pt x="249804" y="34735"/>
                  </a:lnTo>
                  <a:lnTo>
                    <a:pt x="253372" y="34831"/>
                  </a:lnTo>
                  <a:lnTo>
                    <a:pt x="256941" y="35155"/>
                  </a:lnTo>
                  <a:lnTo>
                    <a:pt x="260510" y="35622"/>
                  </a:lnTo>
                  <a:lnTo>
                    <a:pt x="264078" y="36096"/>
                  </a:lnTo>
                  <a:lnTo>
                    <a:pt x="267647" y="36397"/>
                  </a:lnTo>
                  <a:lnTo>
                    <a:pt x="271216" y="36842"/>
                  </a:lnTo>
                  <a:lnTo>
                    <a:pt x="274784" y="36985"/>
                  </a:lnTo>
                  <a:lnTo>
                    <a:pt x="278353" y="36983"/>
                  </a:lnTo>
                  <a:lnTo>
                    <a:pt x="281921" y="37155"/>
                  </a:lnTo>
                  <a:lnTo>
                    <a:pt x="285490" y="37113"/>
                  </a:lnTo>
                  <a:lnTo>
                    <a:pt x="289059" y="37084"/>
                  </a:lnTo>
                  <a:lnTo>
                    <a:pt x="292627" y="37351"/>
                  </a:lnTo>
                  <a:lnTo>
                    <a:pt x="296196" y="37750"/>
                  </a:lnTo>
                  <a:lnTo>
                    <a:pt x="299765" y="38072"/>
                  </a:lnTo>
                  <a:lnTo>
                    <a:pt x="303333" y="38400"/>
                  </a:lnTo>
                  <a:lnTo>
                    <a:pt x="306902" y="38494"/>
                  </a:lnTo>
                  <a:lnTo>
                    <a:pt x="310470" y="38533"/>
                  </a:lnTo>
                  <a:lnTo>
                    <a:pt x="314039" y="38799"/>
                  </a:lnTo>
                  <a:lnTo>
                    <a:pt x="317608" y="39226"/>
                  </a:lnTo>
                  <a:lnTo>
                    <a:pt x="321176" y="39525"/>
                  </a:lnTo>
                  <a:lnTo>
                    <a:pt x="324745" y="39654"/>
                  </a:lnTo>
                  <a:lnTo>
                    <a:pt x="328314" y="39519"/>
                  </a:lnTo>
                  <a:lnTo>
                    <a:pt x="331882" y="39618"/>
                  </a:lnTo>
                  <a:lnTo>
                    <a:pt x="335451" y="39712"/>
                  </a:lnTo>
                  <a:lnTo>
                    <a:pt x="339020" y="39988"/>
                  </a:lnTo>
                  <a:lnTo>
                    <a:pt x="342588" y="40132"/>
                  </a:lnTo>
                  <a:lnTo>
                    <a:pt x="346157" y="40553"/>
                  </a:lnTo>
                  <a:lnTo>
                    <a:pt x="349725" y="40982"/>
                  </a:lnTo>
                  <a:lnTo>
                    <a:pt x="353294" y="41161"/>
                  </a:lnTo>
                  <a:lnTo>
                    <a:pt x="356863" y="41209"/>
                  </a:lnTo>
                  <a:lnTo>
                    <a:pt x="360431" y="41188"/>
                  </a:lnTo>
                  <a:lnTo>
                    <a:pt x="364000" y="41425"/>
                  </a:lnTo>
                  <a:lnTo>
                    <a:pt x="367569" y="41500"/>
                  </a:lnTo>
                  <a:lnTo>
                    <a:pt x="371137" y="41587"/>
                  </a:lnTo>
                  <a:lnTo>
                    <a:pt x="374706" y="41707"/>
                  </a:lnTo>
                  <a:lnTo>
                    <a:pt x="378274" y="41786"/>
                  </a:lnTo>
                  <a:lnTo>
                    <a:pt x="381843" y="41726"/>
                  </a:lnTo>
                  <a:lnTo>
                    <a:pt x="385412" y="41634"/>
                  </a:lnTo>
                  <a:lnTo>
                    <a:pt x="388980" y="41585"/>
                  </a:lnTo>
                  <a:lnTo>
                    <a:pt x="392549" y="41207"/>
                  </a:lnTo>
                  <a:lnTo>
                    <a:pt x="396118" y="41247"/>
                  </a:lnTo>
                  <a:lnTo>
                    <a:pt x="399686" y="41244"/>
                  </a:lnTo>
                  <a:lnTo>
                    <a:pt x="403255" y="41375"/>
                  </a:lnTo>
                  <a:lnTo>
                    <a:pt x="406824" y="40865"/>
                  </a:lnTo>
                  <a:lnTo>
                    <a:pt x="410392" y="40854"/>
                  </a:lnTo>
                  <a:lnTo>
                    <a:pt x="413961" y="40738"/>
                  </a:lnTo>
                  <a:lnTo>
                    <a:pt x="417529" y="40605"/>
                  </a:lnTo>
                  <a:lnTo>
                    <a:pt x="421098" y="40426"/>
                  </a:lnTo>
                  <a:lnTo>
                    <a:pt x="424667" y="40278"/>
                  </a:lnTo>
                  <a:lnTo>
                    <a:pt x="428235" y="40210"/>
                  </a:lnTo>
                  <a:lnTo>
                    <a:pt x="431804" y="40134"/>
                  </a:lnTo>
                  <a:lnTo>
                    <a:pt x="435373" y="39948"/>
                  </a:lnTo>
                  <a:lnTo>
                    <a:pt x="438941" y="39815"/>
                  </a:lnTo>
                  <a:lnTo>
                    <a:pt x="442510" y="39682"/>
                  </a:lnTo>
                  <a:lnTo>
                    <a:pt x="446078" y="39858"/>
                  </a:lnTo>
                  <a:lnTo>
                    <a:pt x="449647" y="40211"/>
                  </a:lnTo>
                  <a:lnTo>
                    <a:pt x="453216" y="40009"/>
                  </a:lnTo>
                  <a:lnTo>
                    <a:pt x="456784" y="39668"/>
                  </a:lnTo>
                  <a:lnTo>
                    <a:pt x="460353" y="39760"/>
                  </a:lnTo>
                  <a:lnTo>
                    <a:pt x="463922" y="40003"/>
                  </a:lnTo>
                  <a:lnTo>
                    <a:pt x="467490" y="39925"/>
                  </a:lnTo>
                  <a:lnTo>
                    <a:pt x="471059" y="39858"/>
                  </a:lnTo>
                  <a:lnTo>
                    <a:pt x="474628" y="39783"/>
                  </a:lnTo>
                  <a:lnTo>
                    <a:pt x="478196" y="39593"/>
                  </a:lnTo>
                  <a:lnTo>
                    <a:pt x="481765" y="39517"/>
                  </a:lnTo>
                  <a:lnTo>
                    <a:pt x="485333" y="39439"/>
                  </a:lnTo>
                  <a:lnTo>
                    <a:pt x="488902" y="39402"/>
                  </a:lnTo>
                  <a:lnTo>
                    <a:pt x="492471" y="39214"/>
                  </a:lnTo>
                  <a:lnTo>
                    <a:pt x="496039" y="39242"/>
                  </a:lnTo>
                  <a:lnTo>
                    <a:pt x="499608" y="39064"/>
                  </a:lnTo>
                  <a:lnTo>
                    <a:pt x="503177" y="39069"/>
                  </a:lnTo>
                  <a:lnTo>
                    <a:pt x="506745" y="38877"/>
                  </a:lnTo>
                  <a:lnTo>
                    <a:pt x="510314" y="38764"/>
                  </a:lnTo>
                  <a:lnTo>
                    <a:pt x="513882" y="38811"/>
                  </a:lnTo>
                  <a:lnTo>
                    <a:pt x="517451" y="38658"/>
                  </a:lnTo>
                  <a:lnTo>
                    <a:pt x="521020" y="38416"/>
                  </a:lnTo>
                  <a:lnTo>
                    <a:pt x="524588" y="38499"/>
                  </a:lnTo>
                  <a:lnTo>
                    <a:pt x="528157" y="38203"/>
                  </a:lnTo>
                  <a:lnTo>
                    <a:pt x="531726" y="38173"/>
                  </a:lnTo>
                  <a:lnTo>
                    <a:pt x="535294" y="38243"/>
                  </a:lnTo>
                  <a:lnTo>
                    <a:pt x="538863" y="37730"/>
                  </a:lnTo>
                  <a:lnTo>
                    <a:pt x="542432" y="37613"/>
                  </a:lnTo>
                  <a:lnTo>
                    <a:pt x="546000" y="37177"/>
                  </a:lnTo>
                  <a:lnTo>
                    <a:pt x="549569" y="36731"/>
                  </a:lnTo>
                  <a:lnTo>
                    <a:pt x="553137" y="36350"/>
                  </a:lnTo>
                  <a:lnTo>
                    <a:pt x="556706" y="36094"/>
                  </a:lnTo>
                  <a:lnTo>
                    <a:pt x="560275" y="36036"/>
                  </a:lnTo>
                  <a:lnTo>
                    <a:pt x="563843" y="35859"/>
                  </a:lnTo>
                  <a:lnTo>
                    <a:pt x="567412" y="35749"/>
                  </a:lnTo>
                  <a:lnTo>
                    <a:pt x="570981" y="35664"/>
                  </a:lnTo>
                  <a:lnTo>
                    <a:pt x="574549" y="35520"/>
                  </a:lnTo>
                  <a:lnTo>
                    <a:pt x="578118" y="35409"/>
                  </a:lnTo>
                  <a:lnTo>
                    <a:pt x="581686" y="34970"/>
                  </a:lnTo>
                  <a:lnTo>
                    <a:pt x="585255" y="34648"/>
                  </a:lnTo>
                  <a:lnTo>
                    <a:pt x="588824" y="34482"/>
                  </a:lnTo>
                  <a:lnTo>
                    <a:pt x="592392" y="34248"/>
                  </a:lnTo>
                  <a:lnTo>
                    <a:pt x="595961" y="34021"/>
                  </a:lnTo>
                  <a:lnTo>
                    <a:pt x="599530" y="33736"/>
                  </a:lnTo>
                  <a:lnTo>
                    <a:pt x="603098" y="33625"/>
                  </a:lnTo>
                  <a:lnTo>
                    <a:pt x="606667" y="33399"/>
                  </a:lnTo>
                  <a:lnTo>
                    <a:pt x="610236" y="33086"/>
                  </a:lnTo>
                  <a:lnTo>
                    <a:pt x="613804" y="32760"/>
                  </a:lnTo>
                  <a:lnTo>
                    <a:pt x="617373" y="32436"/>
                  </a:lnTo>
                  <a:lnTo>
                    <a:pt x="620941" y="32113"/>
                  </a:lnTo>
                  <a:lnTo>
                    <a:pt x="624510" y="31766"/>
                  </a:lnTo>
                  <a:lnTo>
                    <a:pt x="628079" y="31346"/>
                  </a:lnTo>
                  <a:lnTo>
                    <a:pt x="631647" y="30985"/>
                  </a:lnTo>
                  <a:lnTo>
                    <a:pt x="635216" y="30803"/>
                  </a:lnTo>
                  <a:lnTo>
                    <a:pt x="638785" y="30510"/>
                  </a:lnTo>
                  <a:lnTo>
                    <a:pt x="642353" y="30185"/>
                  </a:lnTo>
                  <a:lnTo>
                    <a:pt x="645922" y="29870"/>
                  </a:lnTo>
                  <a:lnTo>
                    <a:pt x="649490" y="29572"/>
                  </a:lnTo>
                  <a:lnTo>
                    <a:pt x="653059" y="29230"/>
                  </a:lnTo>
                  <a:lnTo>
                    <a:pt x="656628" y="28902"/>
                  </a:lnTo>
                  <a:lnTo>
                    <a:pt x="660196" y="28462"/>
                  </a:lnTo>
                  <a:lnTo>
                    <a:pt x="663765" y="28156"/>
                  </a:lnTo>
                  <a:lnTo>
                    <a:pt x="667334" y="27931"/>
                  </a:lnTo>
                  <a:lnTo>
                    <a:pt x="670902" y="27302"/>
                  </a:lnTo>
                  <a:lnTo>
                    <a:pt x="674471" y="26649"/>
                  </a:lnTo>
                  <a:lnTo>
                    <a:pt x="678040" y="26473"/>
                  </a:lnTo>
                  <a:lnTo>
                    <a:pt x="681608" y="26285"/>
                  </a:lnTo>
                  <a:lnTo>
                    <a:pt x="685177" y="26059"/>
                  </a:lnTo>
                  <a:lnTo>
                    <a:pt x="688745" y="25723"/>
                  </a:lnTo>
                  <a:lnTo>
                    <a:pt x="692314" y="25300"/>
                  </a:lnTo>
                  <a:lnTo>
                    <a:pt x="695883" y="24787"/>
                  </a:lnTo>
                  <a:lnTo>
                    <a:pt x="699451" y="24465"/>
                  </a:lnTo>
                  <a:lnTo>
                    <a:pt x="703020" y="24048"/>
                  </a:lnTo>
                  <a:lnTo>
                    <a:pt x="706589" y="23771"/>
                  </a:lnTo>
                  <a:lnTo>
                    <a:pt x="710157" y="23286"/>
                  </a:lnTo>
                  <a:lnTo>
                    <a:pt x="713726" y="23119"/>
                  </a:lnTo>
                  <a:lnTo>
                    <a:pt x="717294" y="22951"/>
                  </a:lnTo>
                  <a:lnTo>
                    <a:pt x="720863" y="22490"/>
                  </a:lnTo>
                  <a:lnTo>
                    <a:pt x="724432" y="21865"/>
                  </a:lnTo>
                  <a:lnTo>
                    <a:pt x="728000" y="21239"/>
                  </a:lnTo>
                  <a:lnTo>
                    <a:pt x="731569" y="20833"/>
                  </a:lnTo>
                  <a:lnTo>
                    <a:pt x="735138" y="20304"/>
                  </a:lnTo>
                  <a:lnTo>
                    <a:pt x="738706" y="19981"/>
                  </a:lnTo>
                  <a:lnTo>
                    <a:pt x="742275" y="19387"/>
                  </a:lnTo>
                  <a:lnTo>
                    <a:pt x="745844" y="18893"/>
                  </a:lnTo>
                  <a:lnTo>
                    <a:pt x="749412" y="18350"/>
                  </a:lnTo>
                  <a:lnTo>
                    <a:pt x="752981" y="17815"/>
                  </a:lnTo>
                  <a:lnTo>
                    <a:pt x="756549" y="17280"/>
                  </a:lnTo>
                  <a:lnTo>
                    <a:pt x="760118" y="16736"/>
                  </a:lnTo>
                  <a:lnTo>
                    <a:pt x="763687" y="16194"/>
                  </a:lnTo>
                  <a:lnTo>
                    <a:pt x="767255" y="15772"/>
                  </a:lnTo>
                  <a:lnTo>
                    <a:pt x="770824" y="15526"/>
                  </a:lnTo>
                  <a:lnTo>
                    <a:pt x="774393" y="15272"/>
                  </a:lnTo>
                  <a:lnTo>
                    <a:pt x="777961" y="14687"/>
                  </a:lnTo>
                  <a:lnTo>
                    <a:pt x="781530" y="13865"/>
                  </a:lnTo>
                  <a:lnTo>
                    <a:pt x="785098" y="13433"/>
                  </a:lnTo>
                  <a:lnTo>
                    <a:pt x="788667" y="13522"/>
                  </a:lnTo>
                  <a:lnTo>
                    <a:pt x="792236" y="12860"/>
                  </a:lnTo>
                  <a:lnTo>
                    <a:pt x="795804" y="12342"/>
                  </a:lnTo>
                  <a:lnTo>
                    <a:pt x="799373" y="11978"/>
                  </a:lnTo>
                  <a:lnTo>
                    <a:pt x="802942" y="11613"/>
                  </a:lnTo>
                  <a:lnTo>
                    <a:pt x="806510" y="11248"/>
                  </a:lnTo>
                  <a:lnTo>
                    <a:pt x="810079" y="10883"/>
                  </a:lnTo>
                  <a:lnTo>
                    <a:pt x="813648" y="10525"/>
                  </a:lnTo>
                  <a:lnTo>
                    <a:pt x="817216" y="10096"/>
                  </a:lnTo>
                  <a:lnTo>
                    <a:pt x="820785" y="9400"/>
                  </a:lnTo>
                  <a:lnTo>
                    <a:pt x="824353" y="8704"/>
                  </a:lnTo>
                  <a:lnTo>
                    <a:pt x="827922" y="8007"/>
                  </a:lnTo>
                  <a:lnTo>
                    <a:pt x="831491" y="7338"/>
                  </a:lnTo>
                  <a:lnTo>
                    <a:pt x="835059" y="6643"/>
                  </a:lnTo>
                  <a:lnTo>
                    <a:pt x="838628" y="5889"/>
                  </a:lnTo>
                  <a:lnTo>
                    <a:pt x="842197" y="5464"/>
                  </a:lnTo>
                  <a:lnTo>
                    <a:pt x="845765" y="5236"/>
                  </a:lnTo>
                  <a:lnTo>
                    <a:pt x="849334" y="4618"/>
                  </a:lnTo>
                  <a:lnTo>
                    <a:pt x="852902" y="3993"/>
                  </a:lnTo>
                  <a:lnTo>
                    <a:pt x="852902" y="185426"/>
                  </a:lnTo>
                  <a:lnTo>
                    <a:pt x="849334" y="185147"/>
                  </a:lnTo>
                  <a:lnTo>
                    <a:pt x="845765" y="184823"/>
                  </a:lnTo>
                  <a:lnTo>
                    <a:pt x="842197" y="184374"/>
                  </a:lnTo>
                  <a:lnTo>
                    <a:pt x="838628" y="183918"/>
                  </a:lnTo>
                  <a:lnTo>
                    <a:pt x="835059" y="183476"/>
                  </a:lnTo>
                  <a:lnTo>
                    <a:pt x="831491" y="183023"/>
                  </a:lnTo>
                  <a:lnTo>
                    <a:pt x="827922" y="182462"/>
                  </a:lnTo>
                  <a:lnTo>
                    <a:pt x="824353" y="182008"/>
                  </a:lnTo>
                  <a:lnTo>
                    <a:pt x="820785" y="181647"/>
                  </a:lnTo>
                  <a:lnTo>
                    <a:pt x="817216" y="181202"/>
                  </a:lnTo>
                  <a:lnTo>
                    <a:pt x="813648" y="180808"/>
                  </a:lnTo>
                  <a:lnTo>
                    <a:pt x="810079" y="180414"/>
                  </a:lnTo>
                  <a:lnTo>
                    <a:pt x="806510" y="180060"/>
                  </a:lnTo>
                  <a:lnTo>
                    <a:pt x="802942" y="179704"/>
                  </a:lnTo>
                  <a:lnTo>
                    <a:pt x="799373" y="179346"/>
                  </a:lnTo>
                  <a:lnTo>
                    <a:pt x="795804" y="178936"/>
                  </a:lnTo>
                  <a:lnTo>
                    <a:pt x="792236" y="178508"/>
                  </a:lnTo>
                  <a:lnTo>
                    <a:pt x="788667" y="178227"/>
                  </a:lnTo>
                  <a:lnTo>
                    <a:pt x="785098" y="177884"/>
                  </a:lnTo>
                  <a:lnTo>
                    <a:pt x="781530" y="177555"/>
                  </a:lnTo>
                  <a:lnTo>
                    <a:pt x="777961" y="177193"/>
                  </a:lnTo>
                  <a:lnTo>
                    <a:pt x="774393" y="176832"/>
                  </a:lnTo>
                  <a:lnTo>
                    <a:pt x="770824" y="176338"/>
                  </a:lnTo>
                  <a:lnTo>
                    <a:pt x="767255" y="176003"/>
                  </a:lnTo>
                  <a:lnTo>
                    <a:pt x="763687" y="175696"/>
                  </a:lnTo>
                  <a:lnTo>
                    <a:pt x="760118" y="175207"/>
                  </a:lnTo>
                  <a:lnTo>
                    <a:pt x="756549" y="174611"/>
                  </a:lnTo>
                  <a:lnTo>
                    <a:pt x="752981" y="174241"/>
                  </a:lnTo>
                  <a:lnTo>
                    <a:pt x="749412" y="173908"/>
                  </a:lnTo>
                  <a:lnTo>
                    <a:pt x="745844" y="173508"/>
                  </a:lnTo>
                  <a:lnTo>
                    <a:pt x="742275" y="173019"/>
                  </a:lnTo>
                  <a:lnTo>
                    <a:pt x="738706" y="172680"/>
                  </a:lnTo>
                  <a:lnTo>
                    <a:pt x="735138" y="172346"/>
                  </a:lnTo>
                  <a:lnTo>
                    <a:pt x="731569" y="172008"/>
                  </a:lnTo>
                  <a:lnTo>
                    <a:pt x="728000" y="171550"/>
                  </a:lnTo>
                  <a:lnTo>
                    <a:pt x="724432" y="171237"/>
                  </a:lnTo>
                  <a:lnTo>
                    <a:pt x="720863" y="170787"/>
                  </a:lnTo>
                  <a:lnTo>
                    <a:pt x="717294" y="170335"/>
                  </a:lnTo>
                  <a:lnTo>
                    <a:pt x="713726" y="169878"/>
                  </a:lnTo>
                  <a:lnTo>
                    <a:pt x="710157" y="169479"/>
                  </a:lnTo>
                  <a:lnTo>
                    <a:pt x="706589" y="169037"/>
                  </a:lnTo>
                  <a:lnTo>
                    <a:pt x="703020" y="168502"/>
                  </a:lnTo>
                  <a:lnTo>
                    <a:pt x="699451" y="168084"/>
                  </a:lnTo>
                  <a:lnTo>
                    <a:pt x="695883" y="167651"/>
                  </a:lnTo>
                  <a:lnTo>
                    <a:pt x="692314" y="167289"/>
                  </a:lnTo>
                  <a:lnTo>
                    <a:pt x="688745" y="166924"/>
                  </a:lnTo>
                  <a:lnTo>
                    <a:pt x="685177" y="166641"/>
                  </a:lnTo>
                  <a:lnTo>
                    <a:pt x="681608" y="166350"/>
                  </a:lnTo>
                  <a:lnTo>
                    <a:pt x="678040" y="166116"/>
                  </a:lnTo>
                  <a:lnTo>
                    <a:pt x="674471" y="165782"/>
                  </a:lnTo>
                  <a:lnTo>
                    <a:pt x="670902" y="165481"/>
                  </a:lnTo>
                  <a:lnTo>
                    <a:pt x="667334" y="165095"/>
                  </a:lnTo>
                  <a:lnTo>
                    <a:pt x="663765" y="164659"/>
                  </a:lnTo>
                  <a:lnTo>
                    <a:pt x="660196" y="164216"/>
                  </a:lnTo>
                  <a:lnTo>
                    <a:pt x="656628" y="163755"/>
                  </a:lnTo>
                  <a:lnTo>
                    <a:pt x="653059" y="163321"/>
                  </a:lnTo>
                  <a:lnTo>
                    <a:pt x="649490" y="162888"/>
                  </a:lnTo>
                  <a:lnTo>
                    <a:pt x="645922" y="162447"/>
                  </a:lnTo>
                  <a:lnTo>
                    <a:pt x="642353" y="162004"/>
                  </a:lnTo>
                  <a:lnTo>
                    <a:pt x="638785" y="161561"/>
                  </a:lnTo>
                  <a:lnTo>
                    <a:pt x="635216" y="161499"/>
                  </a:lnTo>
                  <a:lnTo>
                    <a:pt x="631647" y="161198"/>
                  </a:lnTo>
                  <a:lnTo>
                    <a:pt x="628079" y="160845"/>
                  </a:lnTo>
                  <a:lnTo>
                    <a:pt x="624510" y="160510"/>
                  </a:lnTo>
                  <a:lnTo>
                    <a:pt x="620941" y="160164"/>
                  </a:lnTo>
                  <a:lnTo>
                    <a:pt x="617373" y="159817"/>
                  </a:lnTo>
                  <a:lnTo>
                    <a:pt x="613804" y="159446"/>
                  </a:lnTo>
                  <a:lnTo>
                    <a:pt x="610236" y="159126"/>
                  </a:lnTo>
                  <a:lnTo>
                    <a:pt x="606667" y="158961"/>
                  </a:lnTo>
                  <a:lnTo>
                    <a:pt x="603098" y="158548"/>
                  </a:lnTo>
                  <a:lnTo>
                    <a:pt x="599530" y="158162"/>
                  </a:lnTo>
                  <a:lnTo>
                    <a:pt x="595961" y="157920"/>
                  </a:lnTo>
                  <a:lnTo>
                    <a:pt x="592392" y="157384"/>
                  </a:lnTo>
                  <a:lnTo>
                    <a:pt x="588824" y="157015"/>
                  </a:lnTo>
                  <a:lnTo>
                    <a:pt x="585255" y="156527"/>
                  </a:lnTo>
                  <a:lnTo>
                    <a:pt x="581686" y="156176"/>
                  </a:lnTo>
                  <a:lnTo>
                    <a:pt x="578118" y="155907"/>
                  </a:lnTo>
                  <a:lnTo>
                    <a:pt x="574549" y="155624"/>
                  </a:lnTo>
                  <a:lnTo>
                    <a:pt x="570981" y="155273"/>
                  </a:lnTo>
                  <a:lnTo>
                    <a:pt x="567412" y="154968"/>
                  </a:lnTo>
                  <a:lnTo>
                    <a:pt x="563843" y="154562"/>
                  </a:lnTo>
                  <a:lnTo>
                    <a:pt x="560275" y="154145"/>
                  </a:lnTo>
                  <a:lnTo>
                    <a:pt x="556706" y="153756"/>
                  </a:lnTo>
                  <a:lnTo>
                    <a:pt x="553137" y="153394"/>
                  </a:lnTo>
                  <a:lnTo>
                    <a:pt x="549569" y="152816"/>
                  </a:lnTo>
                  <a:lnTo>
                    <a:pt x="546000" y="152643"/>
                  </a:lnTo>
                  <a:lnTo>
                    <a:pt x="542432" y="152239"/>
                  </a:lnTo>
                  <a:lnTo>
                    <a:pt x="538863" y="151834"/>
                  </a:lnTo>
                  <a:lnTo>
                    <a:pt x="535294" y="151693"/>
                  </a:lnTo>
                  <a:lnTo>
                    <a:pt x="531726" y="151197"/>
                  </a:lnTo>
                  <a:lnTo>
                    <a:pt x="528157" y="150751"/>
                  </a:lnTo>
                  <a:lnTo>
                    <a:pt x="524588" y="150400"/>
                  </a:lnTo>
                  <a:lnTo>
                    <a:pt x="521020" y="150249"/>
                  </a:lnTo>
                  <a:lnTo>
                    <a:pt x="517451" y="149842"/>
                  </a:lnTo>
                  <a:lnTo>
                    <a:pt x="513882" y="149410"/>
                  </a:lnTo>
                  <a:lnTo>
                    <a:pt x="510314" y="149170"/>
                  </a:lnTo>
                  <a:lnTo>
                    <a:pt x="506745" y="149024"/>
                  </a:lnTo>
                  <a:lnTo>
                    <a:pt x="503177" y="148901"/>
                  </a:lnTo>
                  <a:lnTo>
                    <a:pt x="499608" y="148639"/>
                  </a:lnTo>
                  <a:lnTo>
                    <a:pt x="496039" y="148258"/>
                  </a:lnTo>
                  <a:lnTo>
                    <a:pt x="492471" y="148005"/>
                  </a:lnTo>
                  <a:lnTo>
                    <a:pt x="488902" y="147625"/>
                  </a:lnTo>
                  <a:lnTo>
                    <a:pt x="485333" y="147287"/>
                  </a:lnTo>
                  <a:lnTo>
                    <a:pt x="481765" y="147190"/>
                  </a:lnTo>
                  <a:lnTo>
                    <a:pt x="478196" y="147027"/>
                  </a:lnTo>
                  <a:lnTo>
                    <a:pt x="474628" y="146833"/>
                  </a:lnTo>
                  <a:lnTo>
                    <a:pt x="471059" y="146742"/>
                  </a:lnTo>
                  <a:lnTo>
                    <a:pt x="467490" y="146282"/>
                  </a:lnTo>
                  <a:lnTo>
                    <a:pt x="463922" y="145999"/>
                  </a:lnTo>
                  <a:lnTo>
                    <a:pt x="460353" y="146050"/>
                  </a:lnTo>
                  <a:lnTo>
                    <a:pt x="456784" y="145839"/>
                  </a:lnTo>
                  <a:lnTo>
                    <a:pt x="453216" y="145701"/>
                  </a:lnTo>
                  <a:lnTo>
                    <a:pt x="449647" y="145516"/>
                  </a:lnTo>
                  <a:lnTo>
                    <a:pt x="446078" y="145319"/>
                  </a:lnTo>
                  <a:lnTo>
                    <a:pt x="442510" y="145008"/>
                  </a:lnTo>
                  <a:lnTo>
                    <a:pt x="438941" y="144812"/>
                  </a:lnTo>
                  <a:lnTo>
                    <a:pt x="435373" y="144495"/>
                  </a:lnTo>
                  <a:lnTo>
                    <a:pt x="431804" y="144258"/>
                  </a:lnTo>
                  <a:lnTo>
                    <a:pt x="428235" y="144253"/>
                  </a:lnTo>
                  <a:lnTo>
                    <a:pt x="424667" y="144133"/>
                  </a:lnTo>
                  <a:lnTo>
                    <a:pt x="421098" y="143855"/>
                  </a:lnTo>
                  <a:lnTo>
                    <a:pt x="417529" y="143702"/>
                  </a:lnTo>
                  <a:lnTo>
                    <a:pt x="413961" y="143548"/>
                  </a:lnTo>
                  <a:lnTo>
                    <a:pt x="410392" y="143544"/>
                  </a:lnTo>
                  <a:lnTo>
                    <a:pt x="406824" y="143409"/>
                  </a:lnTo>
                  <a:lnTo>
                    <a:pt x="403255" y="143461"/>
                  </a:lnTo>
                  <a:lnTo>
                    <a:pt x="399686" y="143242"/>
                  </a:lnTo>
                  <a:lnTo>
                    <a:pt x="396118" y="143090"/>
                  </a:lnTo>
                  <a:lnTo>
                    <a:pt x="392549" y="143093"/>
                  </a:lnTo>
                  <a:lnTo>
                    <a:pt x="388980" y="143106"/>
                  </a:lnTo>
                  <a:lnTo>
                    <a:pt x="385412" y="142833"/>
                  </a:lnTo>
                  <a:lnTo>
                    <a:pt x="381843" y="142750"/>
                  </a:lnTo>
                  <a:lnTo>
                    <a:pt x="378274" y="142523"/>
                  </a:lnTo>
                  <a:lnTo>
                    <a:pt x="374706" y="142114"/>
                  </a:lnTo>
                  <a:lnTo>
                    <a:pt x="371137" y="142073"/>
                  </a:lnTo>
                  <a:lnTo>
                    <a:pt x="367569" y="141899"/>
                  </a:lnTo>
                  <a:lnTo>
                    <a:pt x="364000" y="142001"/>
                  </a:lnTo>
                  <a:lnTo>
                    <a:pt x="360431" y="142008"/>
                  </a:lnTo>
                  <a:lnTo>
                    <a:pt x="356863" y="141992"/>
                  </a:lnTo>
                  <a:lnTo>
                    <a:pt x="353294" y="141887"/>
                  </a:lnTo>
                  <a:lnTo>
                    <a:pt x="349725" y="141764"/>
                  </a:lnTo>
                  <a:lnTo>
                    <a:pt x="346157" y="141654"/>
                  </a:lnTo>
                  <a:lnTo>
                    <a:pt x="342588" y="141653"/>
                  </a:lnTo>
                  <a:lnTo>
                    <a:pt x="339020" y="141424"/>
                  </a:lnTo>
                  <a:lnTo>
                    <a:pt x="335451" y="141368"/>
                  </a:lnTo>
                  <a:lnTo>
                    <a:pt x="331882" y="141428"/>
                  </a:lnTo>
                  <a:lnTo>
                    <a:pt x="328314" y="141555"/>
                  </a:lnTo>
                  <a:lnTo>
                    <a:pt x="324745" y="141603"/>
                  </a:lnTo>
                  <a:lnTo>
                    <a:pt x="321176" y="141625"/>
                  </a:lnTo>
                  <a:lnTo>
                    <a:pt x="317608" y="141699"/>
                  </a:lnTo>
                  <a:lnTo>
                    <a:pt x="314039" y="141690"/>
                  </a:lnTo>
                  <a:lnTo>
                    <a:pt x="310470" y="141585"/>
                  </a:lnTo>
                  <a:lnTo>
                    <a:pt x="306902" y="141414"/>
                  </a:lnTo>
                  <a:lnTo>
                    <a:pt x="303333" y="141274"/>
                  </a:lnTo>
                  <a:lnTo>
                    <a:pt x="299765" y="141471"/>
                  </a:lnTo>
                  <a:lnTo>
                    <a:pt x="296196" y="141313"/>
                  </a:lnTo>
                  <a:lnTo>
                    <a:pt x="292627" y="141278"/>
                  </a:lnTo>
                  <a:lnTo>
                    <a:pt x="289059" y="141240"/>
                  </a:lnTo>
                  <a:lnTo>
                    <a:pt x="285490" y="141202"/>
                  </a:lnTo>
                  <a:lnTo>
                    <a:pt x="281921" y="141166"/>
                  </a:lnTo>
                  <a:lnTo>
                    <a:pt x="278353" y="141062"/>
                  </a:lnTo>
                  <a:lnTo>
                    <a:pt x="274784" y="141142"/>
                  </a:lnTo>
                  <a:lnTo>
                    <a:pt x="271216" y="141354"/>
                  </a:lnTo>
                  <a:lnTo>
                    <a:pt x="267647" y="141647"/>
                  </a:lnTo>
                  <a:lnTo>
                    <a:pt x="264078" y="141707"/>
                  </a:lnTo>
                  <a:lnTo>
                    <a:pt x="260510" y="141671"/>
                  </a:lnTo>
                  <a:lnTo>
                    <a:pt x="256941" y="141904"/>
                  </a:lnTo>
                  <a:lnTo>
                    <a:pt x="253372" y="142036"/>
                  </a:lnTo>
                  <a:lnTo>
                    <a:pt x="249804" y="142014"/>
                  </a:lnTo>
                  <a:lnTo>
                    <a:pt x="246235" y="142112"/>
                  </a:lnTo>
                  <a:lnTo>
                    <a:pt x="242666" y="142155"/>
                  </a:lnTo>
                  <a:lnTo>
                    <a:pt x="239098" y="142148"/>
                  </a:lnTo>
                  <a:lnTo>
                    <a:pt x="235529" y="142264"/>
                  </a:lnTo>
                  <a:lnTo>
                    <a:pt x="231961" y="142481"/>
                  </a:lnTo>
                  <a:lnTo>
                    <a:pt x="228392" y="142594"/>
                  </a:lnTo>
                  <a:lnTo>
                    <a:pt x="224823" y="142946"/>
                  </a:lnTo>
                  <a:lnTo>
                    <a:pt x="221255" y="143153"/>
                  </a:lnTo>
                  <a:lnTo>
                    <a:pt x="217686" y="143306"/>
                  </a:lnTo>
                  <a:lnTo>
                    <a:pt x="214117" y="143539"/>
                  </a:lnTo>
                  <a:lnTo>
                    <a:pt x="210549" y="143600"/>
                  </a:lnTo>
                  <a:lnTo>
                    <a:pt x="206980" y="143751"/>
                  </a:lnTo>
                  <a:lnTo>
                    <a:pt x="203412" y="143898"/>
                  </a:lnTo>
                  <a:lnTo>
                    <a:pt x="199843" y="143798"/>
                  </a:lnTo>
                  <a:lnTo>
                    <a:pt x="196274" y="144039"/>
                  </a:lnTo>
                  <a:lnTo>
                    <a:pt x="192706" y="144367"/>
                  </a:lnTo>
                  <a:lnTo>
                    <a:pt x="189137" y="144629"/>
                  </a:lnTo>
                  <a:lnTo>
                    <a:pt x="185568" y="144740"/>
                  </a:lnTo>
                  <a:lnTo>
                    <a:pt x="182000" y="145039"/>
                  </a:lnTo>
                  <a:lnTo>
                    <a:pt x="178431" y="145100"/>
                  </a:lnTo>
                  <a:lnTo>
                    <a:pt x="174862" y="145352"/>
                  </a:lnTo>
                  <a:lnTo>
                    <a:pt x="171294" y="145587"/>
                  </a:lnTo>
                  <a:lnTo>
                    <a:pt x="167725" y="145853"/>
                  </a:lnTo>
                  <a:lnTo>
                    <a:pt x="164157" y="146122"/>
                  </a:lnTo>
                  <a:lnTo>
                    <a:pt x="160588" y="146393"/>
                  </a:lnTo>
                  <a:lnTo>
                    <a:pt x="157019" y="146620"/>
                  </a:lnTo>
                  <a:lnTo>
                    <a:pt x="153451" y="146822"/>
                  </a:lnTo>
                  <a:lnTo>
                    <a:pt x="149882" y="147127"/>
                  </a:lnTo>
                  <a:lnTo>
                    <a:pt x="146313" y="147340"/>
                  </a:lnTo>
                  <a:lnTo>
                    <a:pt x="142745" y="147616"/>
                  </a:lnTo>
                  <a:lnTo>
                    <a:pt x="139176" y="147823"/>
                  </a:lnTo>
                  <a:lnTo>
                    <a:pt x="135608" y="148268"/>
                  </a:lnTo>
                  <a:lnTo>
                    <a:pt x="132039" y="148431"/>
                  </a:lnTo>
                  <a:lnTo>
                    <a:pt x="128470" y="148553"/>
                  </a:lnTo>
                  <a:lnTo>
                    <a:pt x="124902" y="148624"/>
                  </a:lnTo>
                  <a:lnTo>
                    <a:pt x="121333" y="148899"/>
                  </a:lnTo>
                  <a:lnTo>
                    <a:pt x="117764" y="149303"/>
                  </a:lnTo>
                  <a:lnTo>
                    <a:pt x="114196" y="149497"/>
                  </a:lnTo>
                  <a:lnTo>
                    <a:pt x="110627" y="149764"/>
                  </a:lnTo>
                  <a:lnTo>
                    <a:pt x="107058" y="150138"/>
                  </a:lnTo>
                  <a:lnTo>
                    <a:pt x="103490" y="150246"/>
                  </a:lnTo>
                  <a:lnTo>
                    <a:pt x="99921" y="150229"/>
                  </a:lnTo>
                  <a:lnTo>
                    <a:pt x="96353" y="150540"/>
                  </a:lnTo>
                  <a:lnTo>
                    <a:pt x="92784" y="150869"/>
                  </a:lnTo>
                  <a:lnTo>
                    <a:pt x="89215" y="151107"/>
                  </a:lnTo>
                  <a:lnTo>
                    <a:pt x="85647" y="151526"/>
                  </a:lnTo>
                  <a:lnTo>
                    <a:pt x="82078" y="151855"/>
                  </a:lnTo>
                  <a:lnTo>
                    <a:pt x="78509" y="152181"/>
                  </a:lnTo>
                  <a:lnTo>
                    <a:pt x="74941" y="152506"/>
                  </a:lnTo>
                  <a:lnTo>
                    <a:pt x="71372" y="152864"/>
                  </a:lnTo>
                  <a:lnTo>
                    <a:pt x="67804" y="153024"/>
                  </a:lnTo>
                  <a:lnTo>
                    <a:pt x="64235" y="153031"/>
                  </a:lnTo>
                  <a:lnTo>
                    <a:pt x="60666" y="153576"/>
                  </a:lnTo>
                  <a:lnTo>
                    <a:pt x="57098" y="153793"/>
                  </a:lnTo>
                  <a:lnTo>
                    <a:pt x="53529" y="153985"/>
                  </a:lnTo>
                  <a:lnTo>
                    <a:pt x="49960" y="154314"/>
                  </a:lnTo>
                  <a:lnTo>
                    <a:pt x="46392" y="154612"/>
                  </a:lnTo>
                  <a:lnTo>
                    <a:pt x="42823" y="154837"/>
                  </a:lnTo>
                  <a:lnTo>
                    <a:pt x="39254" y="155067"/>
                  </a:lnTo>
                  <a:lnTo>
                    <a:pt x="35686" y="155288"/>
                  </a:lnTo>
                  <a:lnTo>
                    <a:pt x="32117" y="155519"/>
                  </a:lnTo>
                  <a:lnTo>
                    <a:pt x="28549" y="155856"/>
                  </a:lnTo>
                  <a:lnTo>
                    <a:pt x="24980" y="155956"/>
                  </a:lnTo>
                  <a:lnTo>
                    <a:pt x="21411" y="156091"/>
                  </a:lnTo>
                  <a:lnTo>
                    <a:pt x="17843" y="156403"/>
                  </a:lnTo>
                  <a:lnTo>
                    <a:pt x="14274" y="156567"/>
                  </a:lnTo>
                  <a:lnTo>
                    <a:pt x="10705" y="156847"/>
                  </a:lnTo>
                  <a:lnTo>
                    <a:pt x="7137" y="157158"/>
                  </a:lnTo>
                  <a:lnTo>
                    <a:pt x="3568" y="157302"/>
                  </a:lnTo>
                  <a:lnTo>
                    <a:pt x="0" y="157589"/>
                  </a:lnTo>
                  <a:close/>
                </a:path>
              </a:pathLst>
            </a:custGeom>
            <a:solidFill>
              <a:srgbClr val="009E73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191173" y="4114209"/>
              <a:ext cx="852902" cy="41786"/>
            </a:xfrm>
            <a:custGeom>
              <a:avLst/>
              <a:pathLst>
                <a:path w="852902" h="41786">
                  <a:moveTo>
                    <a:pt x="0" y="0"/>
                  </a:moveTo>
                  <a:lnTo>
                    <a:pt x="3568" y="523"/>
                  </a:lnTo>
                  <a:lnTo>
                    <a:pt x="7137" y="986"/>
                  </a:lnTo>
                  <a:lnTo>
                    <a:pt x="10705" y="1638"/>
                  </a:lnTo>
                  <a:lnTo>
                    <a:pt x="14274" y="2142"/>
                  </a:lnTo>
                  <a:lnTo>
                    <a:pt x="17843" y="2817"/>
                  </a:lnTo>
                  <a:lnTo>
                    <a:pt x="21411" y="3567"/>
                  </a:lnTo>
                  <a:lnTo>
                    <a:pt x="24980" y="4044"/>
                  </a:lnTo>
                  <a:lnTo>
                    <a:pt x="28549" y="4487"/>
                  </a:lnTo>
                  <a:lnTo>
                    <a:pt x="32117" y="4929"/>
                  </a:lnTo>
                  <a:lnTo>
                    <a:pt x="35686" y="5359"/>
                  </a:lnTo>
                  <a:lnTo>
                    <a:pt x="39254" y="5788"/>
                  </a:lnTo>
                  <a:lnTo>
                    <a:pt x="42823" y="6252"/>
                  </a:lnTo>
                  <a:lnTo>
                    <a:pt x="46392" y="6927"/>
                  </a:lnTo>
                  <a:lnTo>
                    <a:pt x="49960" y="7602"/>
                  </a:lnTo>
                  <a:lnTo>
                    <a:pt x="53529" y="8420"/>
                  </a:lnTo>
                  <a:lnTo>
                    <a:pt x="57098" y="8732"/>
                  </a:lnTo>
                  <a:lnTo>
                    <a:pt x="60666" y="9052"/>
                  </a:lnTo>
                  <a:lnTo>
                    <a:pt x="64235" y="9665"/>
                  </a:lnTo>
                  <a:lnTo>
                    <a:pt x="67804" y="10102"/>
                  </a:lnTo>
                  <a:lnTo>
                    <a:pt x="71372" y="10566"/>
                  </a:lnTo>
                  <a:lnTo>
                    <a:pt x="74941" y="11068"/>
                  </a:lnTo>
                  <a:lnTo>
                    <a:pt x="78509" y="11571"/>
                  </a:lnTo>
                  <a:lnTo>
                    <a:pt x="82078" y="12097"/>
                  </a:lnTo>
                  <a:lnTo>
                    <a:pt x="85647" y="12712"/>
                  </a:lnTo>
                  <a:lnTo>
                    <a:pt x="89215" y="13353"/>
                  </a:lnTo>
                  <a:lnTo>
                    <a:pt x="92784" y="13736"/>
                  </a:lnTo>
                  <a:lnTo>
                    <a:pt x="96353" y="14118"/>
                  </a:lnTo>
                  <a:lnTo>
                    <a:pt x="99921" y="14582"/>
                  </a:lnTo>
                  <a:lnTo>
                    <a:pt x="103490" y="15083"/>
                  </a:lnTo>
                  <a:lnTo>
                    <a:pt x="107058" y="15575"/>
                  </a:lnTo>
                  <a:lnTo>
                    <a:pt x="110627" y="16072"/>
                  </a:lnTo>
                  <a:lnTo>
                    <a:pt x="114196" y="16578"/>
                  </a:lnTo>
                  <a:lnTo>
                    <a:pt x="117764" y="17247"/>
                  </a:lnTo>
                  <a:lnTo>
                    <a:pt x="121333" y="18338"/>
                  </a:lnTo>
                  <a:lnTo>
                    <a:pt x="124902" y="19090"/>
                  </a:lnTo>
                  <a:lnTo>
                    <a:pt x="128470" y="19594"/>
                  </a:lnTo>
                  <a:lnTo>
                    <a:pt x="132039" y="19903"/>
                  </a:lnTo>
                  <a:lnTo>
                    <a:pt x="135608" y="20313"/>
                  </a:lnTo>
                  <a:lnTo>
                    <a:pt x="139176" y="20943"/>
                  </a:lnTo>
                  <a:lnTo>
                    <a:pt x="142745" y="21517"/>
                  </a:lnTo>
                  <a:lnTo>
                    <a:pt x="146313" y="22495"/>
                  </a:lnTo>
                  <a:lnTo>
                    <a:pt x="149882" y="22567"/>
                  </a:lnTo>
                  <a:lnTo>
                    <a:pt x="153451" y="22536"/>
                  </a:lnTo>
                  <a:lnTo>
                    <a:pt x="157019" y="22701"/>
                  </a:lnTo>
                  <a:lnTo>
                    <a:pt x="160588" y="23659"/>
                  </a:lnTo>
                  <a:lnTo>
                    <a:pt x="164157" y="24139"/>
                  </a:lnTo>
                  <a:lnTo>
                    <a:pt x="167725" y="24220"/>
                  </a:lnTo>
                  <a:lnTo>
                    <a:pt x="171294" y="24799"/>
                  </a:lnTo>
                  <a:lnTo>
                    <a:pt x="174862" y="25310"/>
                  </a:lnTo>
                  <a:lnTo>
                    <a:pt x="178431" y="25865"/>
                  </a:lnTo>
                  <a:lnTo>
                    <a:pt x="182000" y="26269"/>
                  </a:lnTo>
                  <a:lnTo>
                    <a:pt x="185568" y="26813"/>
                  </a:lnTo>
                  <a:lnTo>
                    <a:pt x="189137" y="27109"/>
                  </a:lnTo>
                  <a:lnTo>
                    <a:pt x="192706" y="27433"/>
                  </a:lnTo>
                  <a:lnTo>
                    <a:pt x="196274" y="27915"/>
                  </a:lnTo>
                  <a:lnTo>
                    <a:pt x="199843" y="28403"/>
                  </a:lnTo>
                  <a:lnTo>
                    <a:pt x="203412" y="28894"/>
                  </a:lnTo>
                  <a:lnTo>
                    <a:pt x="206980" y="29541"/>
                  </a:lnTo>
                  <a:lnTo>
                    <a:pt x="210549" y="29986"/>
                  </a:lnTo>
                  <a:lnTo>
                    <a:pt x="214117" y="30353"/>
                  </a:lnTo>
                  <a:lnTo>
                    <a:pt x="217686" y="30932"/>
                  </a:lnTo>
                  <a:lnTo>
                    <a:pt x="221255" y="31475"/>
                  </a:lnTo>
                  <a:lnTo>
                    <a:pt x="224823" y="31977"/>
                  </a:lnTo>
                  <a:lnTo>
                    <a:pt x="228392" y="32565"/>
                  </a:lnTo>
                  <a:lnTo>
                    <a:pt x="231961" y="32806"/>
                  </a:lnTo>
                  <a:lnTo>
                    <a:pt x="235529" y="33249"/>
                  </a:lnTo>
                  <a:lnTo>
                    <a:pt x="239098" y="33733"/>
                  </a:lnTo>
                  <a:lnTo>
                    <a:pt x="242666" y="33980"/>
                  </a:lnTo>
                  <a:lnTo>
                    <a:pt x="246235" y="34686"/>
                  </a:lnTo>
                  <a:lnTo>
                    <a:pt x="249804" y="34735"/>
                  </a:lnTo>
                  <a:lnTo>
                    <a:pt x="253372" y="34831"/>
                  </a:lnTo>
                  <a:lnTo>
                    <a:pt x="256941" y="35155"/>
                  </a:lnTo>
                  <a:lnTo>
                    <a:pt x="260510" y="35622"/>
                  </a:lnTo>
                  <a:lnTo>
                    <a:pt x="264078" y="36096"/>
                  </a:lnTo>
                  <a:lnTo>
                    <a:pt x="267647" y="36397"/>
                  </a:lnTo>
                  <a:lnTo>
                    <a:pt x="271216" y="36842"/>
                  </a:lnTo>
                  <a:lnTo>
                    <a:pt x="274784" y="36985"/>
                  </a:lnTo>
                  <a:lnTo>
                    <a:pt x="278353" y="36983"/>
                  </a:lnTo>
                  <a:lnTo>
                    <a:pt x="281921" y="37155"/>
                  </a:lnTo>
                  <a:lnTo>
                    <a:pt x="285490" y="37113"/>
                  </a:lnTo>
                  <a:lnTo>
                    <a:pt x="289059" y="37084"/>
                  </a:lnTo>
                  <a:lnTo>
                    <a:pt x="292627" y="37351"/>
                  </a:lnTo>
                  <a:lnTo>
                    <a:pt x="296196" y="37750"/>
                  </a:lnTo>
                  <a:lnTo>
                    <a:pt x="299765" y="38072"/>
                  </a:lnTo>
                  <a:lnTo>
                    <a:pt x="303333" y="38400"/>
                  </a:lnTo>
                  <a:lnTo>
                    <a:pt x="306902" y="38494"/>
                  </a:lnTo>
                  <a:lnTo>
                    <a:pt x="310470" y="38533"/>
                  </a:lnTo>
                  <a:lnTo>
                    <a:pt x="314039" y="38799"/>
                  </a:lnTo>
                  <a:lnTo>
                    <a:pt x="317608" y="39226"/>
                  </a:lnTo>
                  <a:lnTo>
                    <a:pt x="321176" y="39525"/>
                  </a:lnTo>
                  <a:lnTo>
                    <a:pt x="324745" y="39654"/>
                  </a:lnTo>
                  <a:lnTo>
                    <a:pt x="328314" y="39519"/>
                  </a:lnTo>
                  <a:lnTo>
                    <a:pt x="331882" y="39618"/>
                  </a:lnTo>
                  <a:lnTo>
                    <a:pt x="335451" y="39712"/>
                  </a:lnTo>
                  <a:lnTo>
                    <a:pt x="339020" y="39988"/>
                  </a:lnTo>
                  <a:lnTo>
                    <a:pt x="342588" y="40132"/>
                  </a:lnTo>
                  <a:lnTo>
                    <a:pt x="346157" y="40553"/>
                  </a:lnTo>
                  <a:lnTo>
                    <a:pt x="349725" y="40982"/>
                  </a:lnTo>
                  <a:lnTo>
                    <a:pt x="353294" y="41161"/>
                  </a:lnTo>
                  <a:lnTo>
                    <a:pt x="356863" y="41209"/>
                  </a:lnTo>
                  <a:lnTo>
                    <a:pt x="360431" y="41188"/>
                  </a:lnTo>
                  <a:lnTo>
                    <a:pt x="364000" y="41425"/>
                  </a:lnTo>
                  <a:lnTo>
                    <a:pt x="367569" y="41500"/>
                  </a:lnTo>
                  <a:lnTo>
                    <a:pt x="371137" y="41587"/>
                  </a:lnTo>
                  <a:lnTo>
                    <a:pt x="374706" y="41707"/>
                  </a:lnTo>
                  <a:lnTo>
                    <a:pt x="378274" y="41786"/>
                  </a:lnTo>
                  <a:lnTo>
                    <a:pt x="381843" y="41726"/>
                  </a:lnTo>
                  <a:lnTo>
                    <a:pt x="385412" y="41634"/>
                  </a:lnTo>
                  <a:lnTo>
                    <a:pt x="388980" y="41585"/>
                  </a:lnTo>
                  <a:lnTo>
                    <a:pt x="392549" y="41207"/>
                  </a:lnTo>
                  <a:lnTo>
                    <a:pt x="396118" y="41247"/>
                  </a:lnTo>
                  <a:lnTo>
                    <a:pt x="399686" y="41244"/>
                  </a:lnTo>
                  <a:lnTo>
                    <a:pt x="403255" y="41375"/>
                  </a:lnTo>
                  <a:lnTo>
                    <a:pt x="406824" y="40865"/>
                  </a:lnTo>
                  <a:lnTo>
                    <a:pt x="410392" y="40854"/>
                  </a:lnTo>
                  <a:lnTo>
                    <a:pt x="413961" y="40738"/>
                  </a:lnTo>
                  <a:lnTo>
                    <a:pt x="417529" y="40605"/>
                  </a:lnTo>
                  <a:lnTo>
                    <a:pt x="421098" y="40426"/>
                  </a:lnTo>
                  <a:lnTo>
                    <a:pt x="424667" y="40278"/>
                  </a:lnTo>
                  <a:lnTo>
                    <a:pt x="428235" y="40210"/>
                  </a:lnTo>
                  <a:lnTo>
                    <a:pt x="431804" y="40134"/>
                  </a:lnTo>
                  <a:lnTo>
                    <a:pt x="435373" y="39948"/>
                  </a:lnTo>
                  <a:lnTo>
                    <a:pt x="438941" y="39815"/>
                  </a:lnTo>
                  <a:lnTo>
                    <a:pt x="442510" y="39682"/>
                  </a:lnTo>
                  <a:lnTo>
                    <a:pt x="446078" y="39858"/>
                  </a:lnTo>
                  <a:lnTo>
                    <a:pt x="449647" y="40211"/>
                  </a:lnTo>
                  <a:lnTo>
                    <a:pt x="453216" y="40009"/>
                  </a:lnTo>
                  <a:lnTo>
                    <a:pt x="456784" y="39668"/>
                  </a:lnTo>
                  <a:lnTo>
                    <a:pt x="460353" y="39760"/>
                  </a:lnTo>
                  <a:lnTo>
                    <a:pt x="463922" y="40003"/>
                  </a:lnTo>
                  <a:lnTo>
                    <a:pt x="467490" y="39925"/>
                  </a:lnTo>
                  <a:lnTo>
                    <a:pt x="471059" y="39858"/>
                  </a:lnTo>
                  <a:lnTo>
                    <a:pt x="474628" y="39783"/>
                  </a:lnTo>
                  <a:lnTo>
                    <a:pt x="478196" y="39593"/>
                  </a:lnTo>
                  <a:lnTo>
                    <a:pt x="481765" y="39517"/>
                  </a:lnTo>
                  <a:lnTo>
                    <a:pt x="485333" y="39439"/>
                  </a:lnTo>
                  <a:lnTo>
                    <a:pt x="488902" y="39402"/>
                  </a:lnTo>
                  <a:lnTo>
                    <a:pt x="492471" y="39214"/>
                  </a:lnTo>
                  <a:lnTo>
                    <a:pt x="496039" y="39242"/>
                  </a:lnTo>
                  <a:lnTo>
                    <a:pt x="499608" y="39064"/>
                  </a:lnTo>
                  <a:lnTo>
                    <a:pt x="503177" y="39069"/>
                  </a:lnTo>
                  <a:lnTo>
                    <a:pt x="506745" y="38877"/>
                  </a:lnTo>
                  <a:lnTo>
                    <a:pt x="510314" y="38764"/>
                  </a:lnTo>
                  <a:lnTo>
                    <a:pt x="513882" y="38811"/>
                  </a:lnTo>
                  <a:lnTo>
                    <a:pt x="517451" y="38658"/>
                  </a:lnTo>
                  <a:lnTo>
                    <a:pt x="521020" y="38416"/>
                  </a:lnTo>
                  <a:lnTo>
                    <a:pt x="524588" y="38499"/>
                  </a:lnTo>
                  <a:lnTo>
                    <a:pt x="528157" y="38203"/>
                  </a:lnTo>
                  <a:lnTo>
                    <a:pt x="531726" y="38173"/>
                  </a:lnTo>
                  <a:lnTo>
                    <a:pt x="535294" y="38243"/>
                  </a:lnTo>
                  <a:lnTo>
                    <a:pt x="538863" y="37730"/>
                  </a:lnTo>
                  <a:lnTo>
                    <a:pt x="542432" y="37613"/>
                  </a:lnTo>
                  <a:lnTo>
                    <a:pt x="546000" y="37177"/>
                  </a:lnTo>
                  <a:lnTo>
                    <a:pt x="549569" y="36731"/>
                  </a:lnTo>
                  <a:lnTo>
                    <a:pt x="553137" y="36350"/>
                  </a:lnTo>
                  <a:lnTo>
                    <a:pt x="556706" y="36094"/>
                  </a:lnTo>
                  <a:lnTo>
                    <a:pt x="560275" y="36036"/>
                  </a:lnTo>
                  <a:lnTo>
                    <a:pt x="563843" y="35859"/>
                  </a:lnTo>
                  <a:lnTo>
                    <a:pt x="567412" y="35749"/>
                  </a:lnTo>
                  <a:lnTo>
                    <a:pt x="570981" y="35664"/>
                  </a:lnTo>
                  <a:lnTo>
                    <a:pt x="574549" y="35520"/>
                  </a:lnTo>
                  <a:lnTo>
                    <a:pt x="578118" y="35409"/>
                  </a:lnTo>
                  <a:lnTo>
                    <a:pt x="581686" y="34970"/>
                  </a:lnTo>
                  <a:lnTo>
                    <a:pt x="585255" y="34648"/>
                  </a:lnTo>
                  <a:lnTo>
                    <a:pt x="588824" y="34482"/>
                  </a:lnTo>
                  <a:lnTo>
                    <a:pt x="592392" y="34248"/>
                  </a:lnTo>
                  <a:lnTo>
                    <a:pt x="595961" y="34021"/>
                  </a:lnTo>
                  <a:lnTo>
                    <a:pt x="599530" y="33736"/>
                  </a:lnTo>
                  <a:lnTo>
                    <a:pt x="603098" y="33625"/>
                  </a:lnTo>
                  <a:lnTo>
                    <a:pt x="606667" y="33399"/>
                  </a:lnTo>
                  <a:lnTo>
                    <a:pt x="610236" y="33086"/>
                  </a:lnTo>
                  <a:lnTo>
                    <a:pt x="613804" y="32760"/>
                  </a:lnTo>
                  <a:lnTo>
                    <a:pt x="617373" y="32436"/>
                  </a:lnTo>
                  <a:lnTo>
                    <a:pt x="620941" y="32113"/>
                  </a:lnTo>
                  <a:lnTo>
                    <a:pt x="624510" y="31766"/>
                  </a:lnTo>
                  <a:lnTo>
                    <a:pt x="628079" y="31346"/>
                  </a:lnTo>
                  <a:lnTo>
                    <a:pt x="631647" y="30985"/>
                  </a:lnTo>
                  <a:lnTo>
                    <a:pt x="635216" y="30803"/>
                  </a:lnTo>
                  <a:lnTo>
                    <a:pt x="638785" y="30510"/>
                  </a:lnTo>
                  <a:lnTo>
                    <a:pt x="642353" y="30185"/>
                  </a:lnTo>
                  <a:lnTo>
                    <a:pt x="645922" y="29870"/>
                  </a:lnTo>
                  <a:lnTo>
                    <a:pt x="649490" y="29572"/>
                  </a:lnTo>
                  <a:lnTo>
                    <a:pt x="653059" y="29230"/>
                  </a:lnTo>
                  <a:lnTo>
                    <a:pt x="656628" y="28902"/>
                  </a:lnTo>
                  <a:lnTo>
                    <a:pt x="660196" y="28462"/>
                  </a:lnTo>
                  <a:lnTo>
                    <a:pt x="663765" y="28156"/>
                  </a:lnTo>
                  <a:lnTo>
                    <a:pt x="667334" y="27931"/>
                  </a:lnTo>
                  <a:lnTo>
                    <a:pt x="670902" y="27302"/>
                  </a:lnTo>
                  <a:lnTo>
                    <a:pt x="674471" y="26649"/>
                  </a:lnTo>
                  <a:lnTo>
                    <a:pt x="678040" y="26473"/>
                  </a:lnTo>
                  <a:lnTo>
                    <a:pt x="681608" y="26285"/>
                  </a:lnTo>
                  <a:lnTo>
                    <a:pt x="685177" y="26059"/>
                  </a:lnTo>
                  <a:lnTo>
                    <a:pt x="688745" y="25723"/>
                  </a:lnTo>
                  <a:lnTo>
                    <a:pt x="692314" y="25300"/>
                  </a:lnTo>
                  <a:lnTo>
                    <a:pt x="695883" y="24787"/>
                  </a:lnTo>
                  <a:lnTo>
                    <a:pt x="699451" y="24465"/>
                  </a:lnTo>
                  <a:lnTo>
                    <a:pt x="703020" y="24048"/>
                  </a:lnTo>
                  <a:lnTo>
                    <a:pt x="706589" y="23771"/>
                  </a:lnTo>
                  <a:lnTo>
                    <a:pt x="710157" y="23286"/>
                  </a:lnTo>
                  <a:lnTo>
                    <a:pt x="713726" y="23119"/>
                  </a:lnTo>
                  <a:lnTo>
                    <a:pt x="717294" y="22951"/>
                  </a:lnTo>
                  <a:lnTo>
                    <a:pt x="720863" y="22490"/>
                  </a:lnTo>
                  <a:lnTo>
                    <a:pt x="724432" y="21865"/>
                  </a:lnTo>
                  <a:lnTo>
                    <a:pt x="728000" y="21239"/>
                  </a:lnTo>
                  <a:lnTo>
                    <a:pt x="731569" y="20833"/>
                  </a:lnTo>
                  <a:lnTo>
                    <a:pt x="735138" y="20304"/>
                  </a:lnTo>
                  <a:lnTo>
                    <a:pt x="738706" y="19981"/>
                  </a:lnTo>
                  <a:lnTo>
                    <a:pt x="742275" y="19387"/>
                  </a:lnTo>
                  <a:lnTo>
                    <a:pt x="745844" y="18893"/>
                  </a:lnTo>
                  <a:lnTo>
                    <a:pt x="749412" y="18350"/>
                  </a:lnTo>
                  <a:lnTo>
                    <a:pt x="752981" y="17815"/>
                  </a:lnTo>
                  <a:lnTo>
                    <a:pt x="756549" y="17280"/>
                  </a:lnTo>
                  <a:lnTo>
                    <a:pt x="760118" y="16736"/>
                  </a:lnTo>
                  <a:lnTo>
                    <a:pt x="763687" y="16194"/>
                  </a:lnTo>
                  <a:lnTo>
                    <a:pt x="767255" y="15772"/>
                  </a:lnTo>
                  <a:lnTo>
                    <a:pt x="770824" y="15526"/>
                  </a:lnTo>
                  <a:lnTo>
                    <a:pt x="774393" y="15272"/>
                  </a:lnTo>
                  <a:lnTo>
                    <a:pt x="777961" y="14687"/>
                  </a:lnTo>
                  <a:lnTo>
                    <a:pt x="781530" y="13865"/>
                  </a:lnTo>
                  <a:lnTo>
                    <a:pt x="785098" y="13433"/>
                  </a:lnTo>
                  <a:lnTo>
                    <a:pt x="788667" y="13522"/>
                  </a:lnTo>
                  <a:lnTo>
                    <a:pt x="792236" y="12860"/>
                  </a:lnTo>
                  <a:lnTo>
                    <a:pt x="795804" y="12342"/>
                  </a:lnTo>
                  <a:lnTo>
                    <a:pt x="799373" y="11978"/>
                  </a:lnTo>
                  <a:lnTo>
                    <a:pt x="802942" y="11613"/>
                  </a:lnTo>
                  <a:lnTo>
                    <a:pt x="806510" y="11248"/>
                  </a:lnTo>
                  <a:lnTo>
                    <a:pt x="810079" y="10883"/>
                  </a:lnTo>
                  <a:lnTo>
                    <a:pt x="813648" y="10525"/>
                  </a:lnTo>
                  <a:lnTo>
                    <a:pt x="817216" y="10096"/>
                  </a:lnTo>
                  <a:lnTo>
                    <a:pt x="820785" y="9400"/>
                  </a:lnTo>
                  <a:lnTo>
                    <a:pt x="824353" y="8704"/>
                  </a:lnTo>
                  <a:lnTo>
                    <a:pt x="827922" y="8007"/>
                  </a:lnTo>
                  <a:lnTo>
                    <a:pt x="831491" y="7338"/>
                  </a:lnTo>
                  <a:lnTo>
                    <a:pt x="835059" y="6643"/>
                  </a:lnTo>
                  <a:lnTo>
                    <a:pt x="838628" y="5889"/>
                  </a:lnTo>
                  <a:lnTo>
                    <a:pt x="842197" y="5464"/>
                  </a:lnTo>
                  <a:lnTo>
                    <a:pt x="845765" y="5236"/>
                  </a:lnTo>
                  <a:lnTo>
                    <a:pt x="849334" y="4618"/>
                  </a:lnTo>
                  <a:lnTo>
                    <a:pt x="852902" y="399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191173" y="4255272"/>
              <a:ext cx="852902" cy="44363"/>
            </a:xfrm>
            <a:custGeom>
              <a:avLst/>
              <a:pathLst>
                <a:path w="852902" h="44363">
                  <a:moveTo>
                    <a:pt x="852902" y="44363"/>
                  </a:moveTo>
                  <a:lnTo>
                    <a:pt x="849334" y="44084"/>
                  </a:lnTo>
                  <a:lnTo>
                    <a:pt x="845765" y="43760"/>
                  </a:lnTo>
                  <a:lnTo>
                    <a:pt x="842197" y="43311"/>
                  </a:lnTo>
                  <a:lnTo>
                    <a:pt x="838628" y="42855"/>
                  </a:lnTo>
                  <a:lnTo>
                    <a:pt x="835059" y="42413"/>
                  </a:lnTo>
                  <a:lnTo>
                    <a:pt x="831491" y="41960"/>
                  </a:lnTo>
                  <a:lnTo>
                    <a:pt x="827922" y="41399"/>
                  </a:lnTo>
                  <a:lnTo>
                    <a:pt x="824353" y="40945"/>
                  </a:lnTo>
                  <a:lnTo>
                    <a:pt x="820785" y="40584"/>
                  </a:lnTo>
                  <a:lnTo>
                    <a:pt x="817216" y="40139"/>
                  </a:lnTo>
                  <a:lnTo>
                    <a:pt x="813648" y="39745"/>
                  </a:lnTo>
                  <a:lnTo>
                    <a:pt x="810079" y="39351"/>
                  </a:lnTo>
                  <a:lnTo>
                    <a:pt x="806510" y="38997"/>
                  </a:lnTo>
                  <a:lnTo>
                    <a:pt x="802942" y="38641"/>
                  </a:lnTo>
                  <a:lnTo>
                    <a:pt x="799373" y="38283"/>
                  </a:lnTo>
                  <a:lnTo>
                    <a:pt x="795804" y="37873"/>
                  </a:lnTo>
                  <a:lnTo>
                    <a:pt x="792236" y="37445"/>
                  </a:lnTo>
                  <a:lnTo>
                    <a:pt x="788667" y="37164"/>
                  </a:lnTo>
                  <a:lnTo>
                    <a:pt x="785098" y="36821"/>
                  </a:lnTo>
                  <a:lnTo>
                    <a:pt x="781530" y="36492"/>
                  </a:lnTo>
                  <a:lnTo>
                    <a:pt x="777961" y="36131"/>
                  </a:lnTo>
                  <a:lnTo>
                    <a:pt x="774393" y="35769"/>
                  </a:lnTo>
                  <a:lnTo>
                    <a:pt x="770824" y="35275"/>
                  </a:lnTo>
                  <a:lnTo>
                    <a:pt x="767255" y="34940"/>
                  </a:lnTo>
                  <a:lnTo>
                    <a:pt x="763687" y="34633"/>
                  </a:lnTo>
                  <a:lnTo>
                    <a:pt x="760118" y="34144"/>
                  </a:lnTo>
                  <a:lnTo>
                    <a:pt x="756549" y="33548"/>
                  </a:lnTo>
                  <a:lnTo>
                    <a:pt x="752981" y="33178"/>
                  </a:lnTo>
                  <a:lnTo>
                    <a:pt x="749412" y="32845"/>
                  </a:lnTo>
                  <a:lnTo>
                    <a:pt x="745844" y="32446"/>
                  </a:lnTo>
                  <a:lnTo>
                    <a:pt x="742275" y="31957"/>
                  </a:lnTo>
                  <a:lnTo>
                    <a:pt x="738706" y="31617"/>
                  </a:lnTo>
                  <a:lnTo>
                    <a:pt x="735138" y="31283"/>
                  </a:lnTo>
                  <a:lnTo>
                    <a:pt x="731569" y="30945"/>
                  </a:lnTo>
                  <a:lnTo>
                    <a:pt x="728000" y="30487"/>
                  </a:lnTo>
                  <a:lnTo>
                    <a:pt x="724432" y="30175"/>
                  </a:lnTo>
                  <a:lnTo>
                    <a:pt x="720863" y="29724"/>
                  </a:lnTo>
                  <a:lnTo>
                    <a:pt x="717294" y="29272"/>
                  </a:lnTo>
                  <a:lnTo>
                    <a:pt x="713726" y="28816"/>
                  </a:lnTo>
                  <a:lnTo>
                    <a:pt x="710157" y="28416"/>
                  </a:lnTo>
                  <a:lnTo>
                    <a:pt x="706589" y="27975"/>
                  </a:lnTo>
                  <a:lnTo>
                    <a:pt x="703020" y="27439"/>
                  </a:lnTo>
                  <a:lnTo>
                    <a:pt x="699451" y="27021"/>
                  </a:lnTo>
                  <a:lnTo>
                    <a:pt x="695883" y="26589"/>
                  </a:lnTo>
                  <a:lnTo>
                    <a:pt x="692314" y="26226"/>
                  </a:lnTo>
                  <a:lnTo>
                    <a:pt x="688745" y="25861"/>
                  </a:lnTo>
                  <a:lnTo>
                    <a:pt x="685177" y="25578"/>
                  </a:lnTo>
                  <a:lnTo>
                    <a:pt x="681608" y="25288"/>
                  </a:lnTo>
                  <a:lnTo>
                    <a:pt x="678040" y="25053"/>
                  </a:lnTo>
                  <a:lnTo>
                    <a:pt x="674471" y="24719"/>
                  </a:lnTo>
                  <a:lnTo>
                    <a:pt x="670902" y="24418"/>
                  </a:lnTo>
                  <a:lnTo>
                    <a:pt x="667334" y="24032"/>
                  </a:lnTo>
                  <a:lnTo>
                    <a:pt x="663765" y="23596"/>
                  </a:lnTo>
                  <a:lnTo>
                    <a:pt x="660196" y="23153"/>
                  </a:lnTo>
                  <a:lnTo>
                    <a:pt x="656628" y="22693"/>
                  </a:lnTo>
                  <a:lnTo>
                    <a:pt x="653059" y="22258"/>
                  </a:lnTo>
                  <a:lnTo>
                    <a:pt x="649490" y="21825"/>
                  </a:lnTo>
                  <a:lnTo>
                    <a:pt x="645922" y="21384"/>
                  </a:lnTo>
                  <a:lnTo>
                    <a:pt x="642353" y="20941"/>
                  </a:lnTo>
                  <a:lnTo>
                    <a:pt x="638785" y="20498"/>
                  </a:lnTo>
                  <a:lnTo>
                    <a:pt x="635216" y="20436"/>
                  </a:lnTo>
                  <a:lnTo>
                    <a:pt x="631647" y="20135"/>
                  </a:lnTo>
                  <a:lnTo>
                    <a:pt x="628079" y="19782"/>
                  </a:lnTo>
                  <a:lnTo>
                    <a:pt x="624510" y="19447"/>
                  </a:lnTo>
                  <a:lnTo>
                    <a:pt x="620941" y="19101"/>
                  </a:lnTo>
                  <a:lnTo>
                    <a:pt x="617373" y="18754"/>
                  </a:lnTo>
                  <a:lnTo>
                    <a:pt x="613804" y="18383"/>
                  </a:lnTo>
                  <a:lnTo>
                    <a:pt x="610236" y="18063"/>
                  </a:lnTo>
                  <a:lnTo>
                    <a:pt x="606667" y="17898"/>
                  </a:lnTo>
                  <a:lnTo>
                    <a:pt x="603098" y="17485"/>
                  </a:lnTo>
                  <a:lnTo>
                    <a:pt x="599530" y="17099"/>
                  </a:lnTo>
                  <a:lnTo>
                    <a:pt x="595961" y="16857"/>
                  </a:lnTo>
                  <a:lnTo>
                    <a:pt x="592392" y="16321"/>
                  </a:lnTo>
                  <a:lnTo>
                    <a:pt x="588824" y="15952"/>
                  </a:lnTo>
                  <a:lnTo>
                    <a:pt x="585255" y="15464"/>
                  </a:lnTo>
                  <a:lnTo>
                    <a:pt x="581686" y="15113"/>
                  </a:lnTo>
                  <a:lnTo>
                    <a:pt x="578118" y="14844"/>
                  </a:lnTo>
                  <a:lnTo>
                    <a:pt x="574549" y="14561"/>
                  </a:lnTo>
                  <a:lnTo>
                    <a:pt x="570981" y="14210"/>
                  </a:lnTo>
                  <a:lnTo>
                    <a:pt x="567412" y="13905"/>
                  </a:lnTo>
                  <a:lnTo>
                    <a:pt x="563843" y="13499"/>
                  </a:lnTo>
                  <a:lnTo>
                    <a:pt x="560275" y="13082"/>
                  </a:lnTo>
                  <a:lnTo>
                    <a:pt x="556706" y="12694"/>
                  </a:lnTo>
                  <a:lnTo>
                    <a:pt x="553137" y="12331"/>
                  </a:lnTo>
                  <a:lnTo>
                    <a:pt x="549569" y="11753"/>
                  </a:lnTo>
                  <a:lnTo>
                    <a:pt x="546000" y="11580"/>
                  </a:lnTo>
                  <a:lnTo>
                    <a:pt x="542432" y="11176"/>
                  </a:lnTo>
                  <a:lnTo>
                    <a:pt x="538863" y="10771"/>
                  </a:lnTo>
                  <a:lnTo>
                    <a:pt x="535294" y="10630"/>
                  </a:lnTo>
                  <a:lnTo>
                    <a:pt x="531726" y="10134"/>
                  </a:lnTo>
                  <a:lnTo>
                    <a:pt x="528157" y="9688"/>
                  </a:lnTo>
                  <a:lnTo>
                    <a:pt x="524588" y="9337"/>
                  </a:lnTo>
                  <a:lnTo>
                    <a:pt x="521020" y="9186"/>
                  </a:lnTo>
                  <a:lnTo>
                    <a:pt x="517451" y="8779"/>
                  </a:lnTo>
                  <a:lnTo>
                    <a:pt x="513882" y="8347"/>
                  </a:lnTo>
                  <a:lnTo>
                    <a:pt x="510314" y="8107"/>
                  </a:lnTo>
                  <a:lnTo>
                    <a:pt x="506745" y="7961"/>
                  </a:lnTo>
                  <a:lnTo>
                    <a:pt x="503177" y="7838"/>
                  </a:lnTo>
                  <a:lnTo>
                    <a:pt x="499608" y="7576"/>
                  </a:lnTo>
                  <a:lnTo>
                    <a:pt x="496039" y="7195"/>
                  </a:lnTo>
                  <a:lnTo>
                    <a:pt x="492471" y="6942"/>
                  </a:lnTo>
                  <a:lnTo>
                    <a:pt x="488902" y="6562"/>
                  </a:lnTo>
                  <a:lnTo>
                    <a:pt x="485333" y="6224"/>
                  </a:lnTo>
                  <a:lnTo>
                    <a:pt x="481765" y="6127"/>
                  </a:lnTo>
                  <a:lnTo>
                    <a:pt x="478196" y="5964"/>
                  </a:lnTo>
                  <a:lnTo>
                    <a:pt x="474628" y="5770"/>
                  </a:lnTo>
                  <a:lnTo>
                    <a:pt x="471059" y="5679"/>
                  </a:lnTo>
                  <a:lnTo>
                    <a:pt x="467490" y="5219"/>
                  </a:lnTo>
                  <a:lnTo>
                    <a:pt x="463922" y="4936"/>
                  </a:lnTo>
                  <a:lnTo>
                    <a:pt x="460353" y="4987"/>
                  </a:lnTo>
                  <a:lnTo>
                    <a:pt x="456784" y="4776"/>
                  </a:lnTo>
                  <a:lnTo>
                    <a:pt x="453216" y="4638"/>
                  </a:lnTo>
                  <a:lnTo>
                    <a:pt x="449647" y="4453"/>
                  </a:lnTo>
                  <a:lnTo>
                    <a:pt x="446078" y="4256"/>
                  </a:lnTo>
                  <a:lnTo>
                    <a:pt x="442510" y="3945"/>
                  </a:lnTo>
                  <a:lnTo>
                    <a:pt x="438941" y="3749"/>
                  </a:lnTo>
                  <a:lnTo>
                    <a:pt x="435373" y="3432"/>
                  </a:lnTo>
                  <a:lnTo>
                    <a:pt x="431804" y="3195"/>
                  </a:lnTo>
                  <a:lnTo>
                    <a:pt x="428235" y="3190"/>
                  </a:lnTo>
                  <a:lnTo>
                    <a:pt x="424667" y="3071"/>
                  </a:lnTo>
                  <a:lnTo>
                    <a:pt x="421098" y="2792"/>
                  </a:lnTo>
                  <a:lnTo>
                    <a:pt x="417529" y="2639"/>
                  </a:lnTo>
                  <a:lnTo>
                    <a:pt x="413961" y="2485"/>
                  </a:lnTo>
                  <a:lnTo>
                    <a:pt x="410392" y="2481"/>
                  </a:lnTo>
                  <a:lnTo>
                    <a:pt x="406824" y="2346"/>
                  </a:lnTo>
                  <a:lnTo>
                    <a:pt x="403255" y="2398"/>
                  </a:lnTo>
                  <a:lnTo>
                    <a:pt x="399686" y="2179"/>
                  </a:lnTo>
                  <a:lnTo>
                    <a:pt x="396118" y="2027"/>
                  </a:lnTo>
                  <a:lnTo>
                    <a:pt x="392549" y="2030"/>
                  </a:lnTo>
                  <a:lnTo>
                    <a:pt x="388980" y="2043"/>
                  </a:lnTo>
                  <a:lnTo>
                    <a:pt x="385412" y="1770"/>
                  </a:lnTo>
                  <a:lnTo>
                    <a:pt x="381843" y="1687"/>
                  </a:lnTo>
                  <a:lnTo>
                    <a:pt x="378274" y="1460"/>
                  </a:lnTo>
                  <a:lnTo>
                    <a:pt x="374706" y="1051"/>
                  </a:lnTo>
                  <a:lnTo>
                    <a:pt x="371137" y="1010"/>
                  </a:lnTo>
                  <a:lnTo>
                    <a:pt x="367569" y="836"/>
                  </a:lnTo>
                  <a:lnTo>
                    <a:pt x="364000" y="938"/>
                  </a:lnTo>
                  <a:lnTo>
                    <a:pt x="360431" y="945"/>
                  </a:lnTo>
                  <a:lnTo>
                    <a:pt x="356863" y="929"/>
                  </a:lnTo>
                  <a:lnTo>
                    <a:pt x="353294" y="824"/>
                  </a:lnTo>
                  <a:lnTo>
                    <a:pt x="349725" y="702"/>
                  </a:lnTo>
                  <a:lnTo>
                    <a:pt x="346157" y="591"/>
                  </a:lnTo>
                  <a:lnTo>
                    <a:pt x="342588" y="590"/>
                  </a:lnTo>
                  <a:lnTo>
                    <a:pt x="339020" y="361"/>
                  </a:lnTo>
                  <a:lnTo>
                    <a:pt x="335451" y="306"/>
                  </a:lnTo>
                  <a:lnTo>
                    <a:pt x="331882" y="365"/>
                  </a:lnTo>
                  <a:lnTo>
                    <a:pt x="328314" y="492"/>
                  </a:lnTo>
                  <a:lnTo>
                    <a:pt x="324745" y="540"/>
                  </a:lnTo>
                  <a:lnTo>
                    <a:pt x="321176" y="562"/>
                  </a:lnTo>
                  <a:lnTo>
                    <a:pt x="317608" y="636"/>
                  </a:lnTo>
                  <a:lnTo>
                    <a:pt x="314039" y="627"/>
                  </a:lnTo>
                  <a:lnTo>
                    <a:pt x="310470" y="522"/>
                  </a:lnTo>
                  <a:lnTo>
                    <a:pt x="306902" y="351"/>
                  </a:lnTo>
                  <a:lnTo>
                    <a:pt x="303333" y="211"/>
                  </a:lnTo>
                  <a:lnTo>
                    <a:pt x="299765" y="408"/>
                  </a:lnTo>
                  <a:lnTo>
                    <a:pt x="296196" y="250"/>
                  </a:lnTo>
                  <a:lnTo>
                    <a:pt x="292627" y="215"/>
                  </a:lnTo>
                  <a:lnTo>
                    <a:pt x="289059" y="177"/>
                  </a:lnTo>
                  <a:lnTo>
                    <a:pt x="285490" y="139"/>
                  </a:lnTo>
                  <a:lnTo>
                    <a:pt x="281921" y="103"/>
                  </a:lnTo>
                  <a:lnTo>
                    <a:pt x="278353" y="0"/>
                  </a:lnTo>
                  <a:lnTo>
                    <a:pt x="274784" y="79"/>
                  </a:lnTo>
                  <a:lnTo>
                    <a:pt x="271216" y="291"/>
                  </a:lnTo>
                  <a:lnTo>
                    <a:pt x="267647" y="584"/>
                  </a:lnTo>
                  <a:lnTo>
                    <a:pt x="264078" y="644"/>
                  </a:lnTo>
                  <a:lnTo>
                    <a:pt x="260510" y="608"/>
                  </a:lnTo>
                  <a:lnTo>
                    <a:pt x="256941" y="842"/>
                  </a:lnTo>
                  <a:lnTo>
                    <a:pt x="253372" y="973"/>
                  </a:lnTo>
                  <a:lnTo>
                    <a:pt x="249804" y="951"/>
                  </a:lnTo>
                  <a:lnTo>
                    <a:pt x="246235" y="1049"/>
                  </a:lnTo>
                  <a:lnTo>
                    <a:pt x="242666" y="1093"/>
                  </a:lnTo>
                  <a:lnTo>
                    <a:pt x="239098" y="1085"/>
                  </a:lnTo>
                  <a:lnTo>
                    <a:pt x="235529" y="1202"/>
                  </a:lnTo>
                  <a:lnTo>
                    <a:pt x="231961" y="1418"/>
                  </a:lnTo>
                  <a:lnTo>
                    <a:pt x="228392" y="1531"/>
                  </a:lnTo>
                  <a:lnTo>
                    <a:pt x="224823" y="1883"/>
                  </a:lnTo>
                  <a:lnTo>
                    <a:pt x="221255" y="2091"/>
                  </a:lnTo>
                  <a:lnTo>
                    <a:pt x="217686" y="2244"/>
                  </a:lnTo>
                  <a:lnTo>
                    <a:pt x="214117" y="2476"/>
                  </a:lnTo>
                  <a:lnTo>
                    <a:pt x="210549" y="2537"/>
                  </a:lnTo>
                  <a:lnTo>
                    <a:pt x="206980" y="2688"/>
                  </a:lnTo>
                  <a:lnTo>
                    <a:pt x="203412" y="2835"/>
                  </a:lnTo>
                  <a:lnTo>
                    <a:pt x="199843" y="2735"/>
                  </a:lnTo>
                  <a:lnTo>
                    <a:pt x="196274" y="2976"/>
                  </a:lnTo>
                  <a:lnTo>
                    <a:pt x="192706" y="3304"/>
                  </a:lnTo>
                  <a:lnTo>
                    <a:pt x="189137" y="3566"/>
                  </a:lnTo>
                  <a:lnTo>
                    <a:pt x="185568" y="3677"/>
                  </a:lnTo>
                  <a:lnTo>
                    <a:pt x="182000" y="3976"/>
                  </a:lnTo>
                  <a:lnTo>
                    <a:pt x="178431" y="4037"/>
                  </a:lnTo>
                  <a:lnTo>
                    <a:pt x="174862" y="4289"/>
                  </a:lnTo>
                  <a:lnTo>
                    <a:pt x="171294" y="4524"/>
                  </a:lnTo>
                  <a:lnTo>
                    <a:pt x="167725" y="4790"/>
                  </a:lnTo>
                  <a:lnTo>
                    <a:pt x="164157" y="5059"/>
                  </a:lnTo>
                  <a:lnTo>
                    <a:pt x="160588" y="5330"/>
                  </a:lnTo>
                  <a:lnTo>
                    <a:pt x="157019" y="5557"/>
                  </a:lnTo>
                  <a:lnTo>
                    <a:pt x="153451" y="5759"/>
                  </a:lnTo>
                  <a:lnTo>
                    <a:pt x="149882" y="6064"/>
                  </a:lnTo>
                  <a:lnTo>
                    <a:pt x="146313" y="6277"/>
                  </a:lnTo>
                  <a:lnTo>
                    <a:pt x="142745" y="6553"/>
                  </a:lnTo>
                  <a:lnTo>
                    <a:pt x="139176" y="6760"/>
                  </a:lnTo>
                  <a:lnTo>
                    <a:pt x="135608" y="7205"/>
                  </a:lnTo>
                  <a:lnTo>
                    <a:pt x="132039" y="7368"/>
                  </a:lnTo>
                  <a:lnTo>
                    <a:pt x="128470" y="7490"/>
                  </a:lnTo>
                  <a:lnTo>
                    <a:pt x="124902" y="7561"/>
                  </a:lnTo>
                  <a:lnTo>
                    <a:pt x="121333" y="7836"/>
                  </a:lnTo>
                  <a:lnTo>
                    <a:pt x="117764" y="8240"/>
                  </a:lnTo>
                  <a:lnTo>
                    <a:pt x="114196" y="8434"/>
                  </a:lnTo>
                  <a:lnTo>
                    <a:pt x="110627" y="8702"/>
                  </a:lnTo>
                  <a:lnTo>
                    <a:pt x="107058" y="9075"/>
                  </a:lnTo>
                  <a:lnTo>
                    <a:pt x="103490" y="9183"/>
                  </a:lnTo>
                  <a:lnTo>
                    <a:pt x="99921" y="9166"/>
                  </a:lnTo>
                  <a:lnTo>
                    <a:pt x="96353" y="9477"/>
                  </a:lnTo>
                  <a:lnTo>
                    <a:pt x="92784" y="9806"/>
                  </a:lnTo>
                  <a:lnTo>
                    <a:pt x="89215" y="10044"/>
                  </a:lnTo>
                  <a:lnTo>
                    <a:pt x="85647" y="10463"/>
                  </a:lnTo>
                  <a:lnTo>
                    <a:pt x="82078" y="10792"/>
                  </a:lnTo>
                  <a:lnTo>
                    <a:pt x="78509" y="11118"/>
                  </a:lnTo>
                  <a:lnTo>
                    <a:pt x="74941" y="11443"/>
                  </a:lnTo>
                  <a:lnTo>
                    <a:pt x="71372" y="11801"/>
                  </a:lnTo>
                  <a:lnTo>
                    <a:pt x="67804" y="11961"/>
                  </a:lnTo>
                  <a:lnTo>
                    <a:pt x="64235" y="11968"/>
                  </a:lnTo>
                  <a:lnTo>
                    <a:pt x="60666" y="12513"/>
                  </a:lnTo>
                  <a:lnTo>
                    <a:pt x="57098" y="12730"/>
                  </a:lnTo>
                  <a:lnTo>
                    <a:pt x="53529" y="12922"/>
                  </a:lnTo>
                  <a:lnTo>
                    <a:pt x="49960" y="13252"/>
                  </a:lnTo>
                  <a:lnTo>
                    <a:pt x="46392" y="13549"/>
                  </a:lnTo>
                  <a:lnTo>
                    <a:pt x="42823" y="13774"/>
                  </a:lnTo>
                  <a:lnTo>
                    <a:pt x="39254" y="14004"/>
                  </a:lnTo>
                  <a:lnTo>
                    <a:pt x="35686" y="14225"/>
                  </a:lnTo>
                  <a:lnTo>
                    <a:pt x="32117" y="14456"/>
                  </a:lnTo>
                  <a:lnTo>
                    <a:pt x="28549" y="14793"/>
                  </a:lnTo>
                  <a:lnTo>
                    <a:pt x="24980" y="14893"/>
                  </a:lnTo>
                  <a:lnTo>
                    <a:pt x="21411" y="15028"/>
                  </a:lnTo>
                  <a:lnTo>
                    <a:pt x="17843" y="15340"/>
                  </a:lnTo>
                  <a:lnTo>
                    <a:pt x="14274" y="15504"/>
                  </a:lnTo>
                  <a:lnTo>
                    <a:pt x="10705" y="15784"/>
                  </a:lnTo>
                  <a:lnTo>
                    <a:pt x="7137" y="16095"/>
                  </a:lnTo>
                  <a:lnTo>
                    <a:pt x="3568" y="16239"/>
                  </a:lnTo>
                  <a:lnTo>
                    <a:pt x="0" y="165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191173" y="4200267"/>
              <a:ext cx="852902" cy="17787"/>
            </a:xfrm>
            <a:custGeom>
              <a:avLst/>
              <a:pathLst>
                <a:path w="852902" h="17787">
                  <a:moveTo>
                    <a:pt x="0" y="0"/>
                  </a:moveTo>
                  <a:lnTo>
                    <a:pt x="3568" y="107"/>
                  </a:lnTo>
                  <a:lnTo>
                    <a:pt x="7137" y="214"/>
                  </a:lnTo>
                  <a:lnTo>
                    <a:pt x="10705" y="322"/>
                  </a:lnTo>
                  <a:lnTo>
                    <a:pt x="14274" y="428"/>
                  </a:lnTo>
                  <a:lnTo>
                    <a:pt x="17843" y="535"/>
                  </a:lnTo>
                  <a:lnTo>
                    <a:pt x="21411" y="641"/>
                  </a:lnTo>
                  <a:lnTo>
                    <a:pt x="24980" y="747"/>
                  </a:lnTo>
                  <a:lnTo>
                    <a:pt x="28549" y="853"/>
                  </a:lnTo>
                  <a:lnTo>
                    <a:pt x="32117" y="958"/>
                  </a:lnTo>
                  <a:lnTo>
                    <a:pt x="35686" y="1064"/>
                  </a:lnTo>
                  <a:lnTo>
                    <a:pt x="39254" y="1169"/>
                  </a:lnTo>
                  <a:lnTo>
                    <a:pt x="42823" y="1273"/>
                  </a:lnTo>
                  <a:lnTo>
                    <a:pt x="46392" y="1378"/>
                  </a:lnTo>
                  <a:lnTo>
                    <a:pt x="49960" y="1482"/>
                  </a:lnTo>
                  <a:lnTo>
                    <a:pt x="53529" y="1586"/>
                  </a:lnTo>
                  <a:lnTo>
                    <a:pt x="57098" y="1689"/>
                  </a:lnTo>
                  <a:lnTo>
                    <a:pt x="60666" y="1793"/>
                  </a:lnTo>
                  <a:lnTo>
                    <a:pt x="64235" y="1896"/>
                  </a:lnTo>
                  <a:lnTo>
                    <a:pt x="67804" y="1998"/>
                  </a:lnTo>
                  <a:lnTo>
                    <a:pt x="71372" y="2101"/>
                  </a:lnTo>
                  <a:lnTo>
                    <a:pt x="74941" y="2203"/>
                  </a:lnTo>
                  <a:lnTo>
                    <a:pt x="78509" y="2305"/>
                  </a:lnTo>
                  <a:lnTo>
                    <a:pt x="82078" y="2407"/>
                  </a:lnTo>
                  <a:lnTo>
                    <a:pt x="85647" y="2508"/>
                  </a:lnTo>
                  <a:lnTo>
                    <a:pt x="89215" y="2609"/>
                  </a:lnTo>
                  <a:lnTo>
                    <a:pt x="92784" y="2710"/>
                  </a:lnTo>
                  <a:lnTo>
                    <a:pt x="96353" y="2811"/>
                  </a:lnTo>
                  <a:lnTo>
                    <a:pt x="99921" y="2911"/>
                  </a:lnTo>
                  <a:lnTo>
                    <a:pt x="103490" y="3011"/>
                  </a:lnTo>
                  <a:lnTo>
                    <a:pt x="107058" y="3111"/>
                  </a:lnTo>
                  <a:lnTo>
                    <a:pt x="110627" y="3210"/>
                  </a:lnTo>
                  <a:lnTo>
                    <a:pt x="114196" y="3310"/>
                  </a:lnTo>
                  <a:lnTo>
                    <a:pt x="117764" y="3409"/>
                  </a:lnTo>
                  <a:lnTo>
                    <a:pt x="121333" y="3507"/>
                  </a:lnTo>
                  <a:lnTo>
                    <a:pt x="124902" y="3606"/>
                  </a:lnTo>
                  <a:lnTo>
                    <a:pt x="128470" y="3704"/>
                  </a:lnTo>
                  <a:lnTo>
                    <a:pt x="132039" y="3802"/>
                  </a:lnTo>
                  <a:lnTo>
                    <a:pt x="135608" y="3899"/>
                  </a:lnTo>
                  <a:lnTo>
                    <a:pt x="139176" y="3996"/>
                  </a:lnTo>
                  <a:lnTo>
                    <a:pt x="142745" y="4093"/>
                  </a:lnTo>
                  <a:lnTo>
                    <a:pt x="146313" y="4190"/>
                  </a:lnTo>
                  <a:lnTo>
                    <a:pt x="149882" y="4287"/>
                  </a:lnTo>
                  <a:lnTo>
                    <a:pt x="153451" y="4383"/>
                  </a:lnTo>
                  <a:lnTo>
                    <a:pt x="157019" y="4479"/>
                  </a:lnTo>
                  <a:lnTo>
                    <a:pt x="160588" y="4574"/>
                  </a:lnTo>
                  <a:lnTo>
                    <a:pt x="164157" y="4670"/>
                  </a:lnTo>
                  <a:lnTo>
                    <a:pt x="167725" y="4765"/>
                  </a:lnTo>
                  <a:lnTo>
                    <a:pt x="171294" y="4859"/>
                  </a:lnTo>
                  <a:lnTo>
                    <a:pt x="174862" y="4954"/>
                  </a:lnTo>
                  <a:lnTo>
                    <a:pt x="178431" y="5048"/>
                  </a:lnTo>
                  <a:lnTo>
                    <a:pt x="182000" y="5142"/>
                  </a:lnTo>
                  <a:lnTo>
                    <a:pt x="185568" y="5236"/>
                  </a:lnTo>
                  <a:lnTo>
                    <a:pt x="189137" y="5329"/>
                  </a:lnTo>
                  <a:lnTo>
                    <a:pt x="192706" y="5422"/>
                  </a:lnTo>
                  <a:lnTo>
                    <a:pt x="196274" y="5515"/>
                  </a:lnTo>
                  <a:lnTo>
                    <a:pt x="199843" y="5608"/>
                  </a:lnTo>
                  <a:lnTo>
                    <a:pt x="203412" y="5700"/>
                  </a:lnTo>
                  <a:lnTo>
                    <a:pt x="206980" y="5792"/>
                  </a:lnTo>
                  <a:lnTo>
                    <a:pt x="210549" y="5884"/>
                  </a:lnTo>
                  <a:lnTo>
                    <a:pt x="214117" y="5975"/>
                  </a:lnTo>
                  <a:lnTo>
                    <a:pt x="217686" y="6066"/>
                  </a:lnTo>
                  <a:lnTo>
                    <a:pt x="221255" y="6157"/>
                  </a:lnTo>
                  <a:lnTo>
                    <a:pt x="224823" y="6248"/>
                  </a:lnTo>
                  <a:lnTo>
                    <a:pt x="228392" y="6338"/>
                  </a:lnTo>
                  <a:lnTo>
                    <a:pt x="231961" y="6428"/>
                  </a:lnTo>
                  <a:lnTo>
                    <a:pt x="235529" y="6518"/>
                  </a:lnTo>
                  <a:lnTo>
                    <a:pt x="239098" y="6607"/>
                  </a:lnTo>
                  <a:lnTo>
                    <a:pt x="242666" y="6696"/>
                  </a:lnTo>
                  <a:lnTo>
                    <a:pt x="246235" y="6785"/>
                  </a:lnTo>
                  <a:lnTo>
                    <a:pt x="249804" y="6874"/>
                  </a:lnTo>
                  <a:lnTo>
                    <a:pt x="253372" y="6962"/>
                  </a:lnTo>
                  <a:lnTo>
                    <a:pt x="256941" y="7050"/>
                  </a:lnTo>
                  <a:lnTo>
                    <a:pt x="260510" y="7138"/>
                  </a:lnTo>
                  <a:lnTo>
                    <a:pt x="264078" y="7225"/>
                  </a:lnTo>
                  <a:lnTo>
                    <a:pt x="267647" y="7313"/>
                  </a:lnTo>
                  <a:lnTo>
                    <a:pt x="271216" y="7400"/>
                  </a:lnTo>
                  <a:lnTo>
                    <a:pt x="274784" y="7486"/>
                  </a:lnTo>
                  <a:lnTo>
                    <a:pt x="278353" y="7572"/>
                  </a:lnTo>
                  <a:lnTo>
                    <a:pt x="281921" y="7659"/>
                  </a:lnTo>
                  <a:lnTo>
                    <a:pt x="285490" y="7744"/>
                  </a:lnTo>
                  <a:lnTo>
                    <a:pt x="289059" y="7830"/>
                  </a:lnTo>
                  <a:lnTo>
                    <a:pt x="292627" y="7915"/>
                  </a:lnTo>
                  <a:lnTo>
                    <a:pt x="296196" y="8000"/>
                  </a:lnTo>
                  <a:lnTo>
                    <a:pt x="299765" y="8085"/>
                  </a:lnTo>
                  <a:lnTo>
                    <a:pt x="303333" y="8169"/>
                  </a:lnTo>
                  <a:lnTo>
                    <a:pt x="306902" y="8253"/>
                  </a:lnTo>
                  <a:lnTo>
                    <a:pt x="310470" y="8337"/>
                  </a:lnTo>
                  <a:lnTo>
                    <a:pt x="314039" y="8420"/>
                  </a:lnTo>
                  <a:lnTo>
                    <a:pt x="317608" y="8504"/>
                  </a:lnTo>
                  <a:lnTo>
                    <a:pt x="321176" y="8587"/>
                  </a:lnTo>
                  <a:lnTo>
                    <a:pt x="324745" y="8669"/>
                  </a:lnTo>
                  <a:lnTo>
                    <a:pt x="328314" y="8752"/>
                  </a:lnTo>
                  <a:lnTo>
                    <a:pt x="331882" y="8834"/>
                  </a:lnTo>
                  <a:lnTo>
                    <a:pt x="335451" y="8915"/>
                  </a:lnTo>
                  <a:lnTo>
                    <a:pt x="339020" y="8997"/>
                  </a:lnTo>
                  <a:lnTo>
                    <a:pt x="342588" y="9078"/>
                  </a:lnTo>
                  <a:lnTo>
                    <a:pt x="346157" y="9159"/>
                  </a:lnTo>
                  <a:lnTo>
                    <a:pt x="349725" y="9240"/>
                  </a:lnTo>
                  <a:lnTo>
                    <a:pt x="353294" y="9320"/>
                  </a:lnTo>
                  <a:lnTo>
                    <a:pt x="356863" y="9400"/>
                  </a:lnTo>
                  <a:lnTo>
                    <a:pt x="360431" y="9480"/>
                  </a:lnTo>
                  <a:lnTo>
                    <a:pt x="364000" y="9560"/>
                  </a:lnTo>
                  <a:lnTo>
                    <a:pt x="367569" y="9639"/>
                  </a:lnTo>
                  <a:lnTo>
                    <a:pt x="371137" y="9718"/>
                  </a:lnTo>
                  <a:lnTo>
                    <a:pt x="374706" y="9796"/>
                  </a:lnTo>
                  <a:lnTo>
                    <a:pt x="378274" y="9875"/>
                  </a:lnTo>
                  <a:lnTo>
                    <a:pt x="381843" y="9953"/>
                  </a:lnTo>
                  <a:lnTo>
                    <a:pt x="385412" y="10031"/>
                  </a:lnTo>
                  <a:lnTo>
                    <a:pt x="388980" y="10108"/>
                  </a:lnTo>
                  <a:lnTo>
                    <a:pt x="392549" y="10186"/>
                  </a:lnTo>
                  <a:lnTo>
                    <a:pt x="396118" y="10263"/>
                  </a:lnTo>
                  <a:lnTo>
                    <a:pt x="399686" y="10339"/>
                  </a:lnTo>
                  <a:lnTo>
                    <a:pt x="403255" y="10416"/>
                  </a:lnTo>
                  <a:lnTo>
                    <a:pt x="406824" y="10492"/>
                  </a:lnTo>
                  <a:lnTo>
                    <a:pt x="410392" y="10568"/>
                  </a:lnTo>
                  <a:lnTo>
                    <a:pt x="413961" y="10643"/>
                  </a:lnTo>
                  <a:lnTo>
                    <a:pt x="417529" y="10718"/>
                  </a:lnTo>
                  <a:lnTo>
                    <a:pt x="421098" y="10793"/>
                  </a:lnTo>
                  <a:lnTo>
                    <a:pt x="424667" y="10868"/>
                  </a:lnTo>
                  <a:lnTo>
                    <a:pt x="428235" y="10942"/>
                  </a:lnTo>
                  <a:lnTo>
                    <a:pt x="431804" y="11016"/>
                  </a:lnTo>
                  <a:lnTo>
                    <a:pt x="435373" y="11090"/>
                  </a:lnTo>
                  <a:lnTo>
                    <a:pt x="438941" y="11164"/>
                  </a:lnTo>
                  <a:lnTo>
                    <a:pt x="442510" y="11237"/>
                  </a:lnTo>
                  <a:lnTo>
                    <a:pt x="446078" y="11310"/>
                  </a:lnTo>
                  <a:lnTo>
                    <a:pt x="449647" y="11383"/>
                  </a:lnTo>
                  <a:lnTo>
                    <a:pt x="453216" y="11455"/>
                  </a:lnTo>
                  <a:lnTo>
                    <a:pt x="456784" y="11527"/>
                  </a:lnTo>
                  <a:lnTo>
                    <a:pt x="460353" y="11599"/>
                  </a:lnTo>
                  <a:lnTo>
                    <a:pt x="463922" y="11671"/>
                  </a:lnTo>
                  <a:lnTo>
                    <a:pt x="467490" y="11742"/>
                  </a:lnTo>
                  <a:lnTo>
                    <a:pt x="471059" y="11813"/>
                  </a:lnTo>
                  <a:lnTo>
                    <a:pt x="474628" y="11884"/>
                  </a:lnTo>
                  <a:lnTo>
                    <a:pt x="478196" y="11954"/>
                  </a:lnTo>
                  <a:lnTo>
                    <a:pt x="481765" y="12024"/>
                  </a:lnTo>
                  <a:lnTo>
                    <a:pt x="485333" y="12094"/>
                  </a:lnTo>
                  <a:lnTo>
                    <a:pt x="488902" y="12164"/>
                  </a:lnTo>
                  <a:lnTo>
                    <a:pt x="492471" y="12233"/>
                  </a:lnTo>
                  <a:lnTo>
                    <a:pt x="496039" y="12302"/>
                  </a:lnTo>
                  <a:lnTo>
                    <a:pt x="499608" y="12371"/>
                  </a:lnTo>
                  <a:lnTo>
                    <a:pt x="503177" y="12439"/>
                  </a:lnTo>
                  <a:lnTo>
                    <a:pt x="506745" y="12507"/>
                  </a:lnTo>
                  <a:lnTo>
                    <a:pt x="510314" y="12575"/>
                  </a:lnTo>
                  <a:lnTo>
                    <a:pt x="513882" y="12643"/>
                  </a:lnTo>
                  <a:lnTo>
                    <a:pt x="517451" y="12710"/>
                  </a:lnTo>
                  <a:lnTo>
                    <a:pt x="521020" y="12777"/>
                  </a:lnTo>
                  <a:lnTo>
                    <a:pt x="524588" y="12844"/>
                  </a:lnTo>
                  <a:lnTo>
                    <a:pt x="528157" y="12910"/>
                  </a:lnTo>
                  <a:lnTo>
                    <a:pt x="531726" y="12976"/>
                  </a:lnTo>
                  <a:lnTo>
                    <a:pt x="535294" y="13042"/>
                  </a:lnTo>
                  <a:lnTo>
                    <a:pt x="538863" y="13108"/>
                  </a:lnTo>
                  <a:lnTo>
                    <a:pt x="542432" y="13173"/>
                  </a:lnTo>
                  <a:lnTo>
                    <a:pt x="546000" y="13238"/>
                  </a:lnTo>
                  <a:lnTo>
                    <a:pt x="549569" y="13303"/>
                  </a:lnTo>
                  <a:lnTo>
                    <a:pt x="553137" y="13367"/>
                  </a:lnTo>
                  <a:lnTo>
                    <a:pt x="556706" y="13431"/>
                  </a:lnTo>
                  <a:lnTo>
                    <a:pt x="560275" y="13495"/>
                  </a:lnTo>
                  <a:lnTo>
                    <a:pt x="563843" y="13559"/>
                  </a:lnTo>
                  <a:lnTo>
                    <a:pt x="567412" y="13622"/>
                  </a:lnTo>
                  <a:lnTo>
                    <a:pt x="570981" y="13685"/>
                  </a:lnTo>
                  <a:lnTo>
                    <a:pt x="574549" y="13748"/>
                  </a:lnTo>
                  <a:lnTo>
                    <a:pt x="578118" y="13810"/>
                  </a:lnTo>
                  <a:lnTo>
                    <a:pt x="581686" y="13873"/>
                  </a:lnTo>
                  <a:lnTo>
                    <a:pt x="585255" y="13935"/>
                  </a:lnTo>
                  <a:lnTo>
                    <a:pt x="588824" y="13996"/>
                  </a:lnTo>
                  <a:lnTo>
                    <a:pt x="592392" y="14058"/>
                  </a:lnTo>
                  <a:lnTo>
                    <a:pt x="595961" y="14119"/>
                  </a:lnTo>
                  <a:lnTo>
                    <a:pt x="599530" y="14179"/>
                  </a:lnTo>
                  <a:lnTo>
                    <a:pt x="603098" y="14240"/>
                  </a:lnTo>
                  <a:lnTo>
                    <a:pt x="606667" y="14300"/>
                  </a:lnTo>
                  <a:lnTo>
                    <a:pt x="610236" y="14360"/>
                  </a:lnTo>
                  <a:lnTo>
                    <a:pt x="613804" y="14420"/>
                  </a:lnTo>
                  <a:lnTo>
                    <a:pt x="617373" y="14479"/>
                  </a:lnTo>
                  <a:lnTo>
                    <a:pt x="620941" y="14538"/>
                  </a:lnTo>
                  <a:lnTo>
                    <a:pt x="624510" y="14597"/>
                  </a:lnTo>
                  <a:lnTo>
                    <a:pt x="628079" y="14656"/>
                  </a:lnTo>
                  <a:lnTo>
                    <a:pt x="631647" y="14714"/>
                  </a:lnTo>
                  <a:lnTo>
                    <a:pt x="635216" y="14772"/>
                  </a:lnTo>
                  <a:lnTo>
                    <a:pt x="638785" y="14830"/>
                  </a:lnTo>
                  <a:lnTo>
                    <a:pt x="642353" y="14887"/>
                  </a:lnTo>
                  <a:lnTo>
                    <a:pt x="645922" y="14944"/>
                  </a:lnTo>
                  <a:lnTo>
                    <a:pt x="649490" y="15001"/>
                  </a:lnTo>
                  <a:lnTo>
                    <a:pt x="653059" y="15058"/>
                  </a:lnTo>
                  <a:lnTo>
                    <a:pt x="656628" y="15114"/>
                  </a:lnTo>
                  <a:lnTo>
                    <a:pt x="660196" y="15170"/>
                  </a:lnTo>
                  <a:lnTo>
                    <a:pt x="663765" y="15226"/>
                  </a:lnTo>
                  <a:lnTo>
                    <a:pt x="667334" y="15281"/>
                  </a:lnTo>
                  <a:lnTo>
                    <a:pt x="670902" y="15336"/>
                  </a:lnTo>
                  <a:lnTo>
                    <a:pt x="674471" y="15391"/>
                  </a:lnTo>
                  <a:lnTo>
                    <a:pt x="678040" y="15446"/>
                  </a:lnTo>
                  <a:lnTo>
                    <a:pt x="681608" y="15500"/>
                  </a:lnTo>
                  <a:lnTo>
                    <a:pt x="685177" y="15554"/>
                  </a:lnTo>
                  <a:lnTo>
                    <a:pt x="688745" y="15608"/>
                  </a:lnTo>
                  <a:lnTo>
                    <a:pt x="692314" y="15662"/>
                  </a:lnTo>
                  <a:lnTo>
                    <a:pt x="695883" y="15715"/>
                  </a:lnTo>
                  <a:lnTo>
                    <a:pt x="699451" y="15768"/>
                  </a:lnTo>
                  <a:lnTo>
                    <a:pt x="703020" y="15821"/>
                  </a:lnTo>
                  <a:lnTo>
                    <a:pt x="706589" y="15873"/>
                  </a:lnTo>
                  <a:lnTo>
                    <a:pt x="710157" y="15925"/>
                  </a:lnTo>
                  <a:lnTo>
                    <a:pt x="713726" y="15977"/>
                  </a:lnTo>
                  <a:lnTo>
                    <a:pt x="717294" y="16029"/>
                  </a:lnTo>
                  <a:lnTo>
                    <a:pt x="720863" y="16080"/>
                  </a:lnTo>
                  <a:lnTo>
                    <a:pt x="724432" y="16131"/>
                  </a:lnTo>
                  <a:lnTo>
                    <a:pt x="728000" y="16182"/>
                  </a:lnTo>
                  <a:lnTo>
                    <a:pt x="731569" y="16232"/>
                  </a:lnTo>
                  <a:lnTo>
                    <a:pt x="735138" y="16283"/>
                  </a:lnTo>
                  <a:lnTo>
                    <a:pt x="738706" y="16332"/>
                  </a:lnTo>
                  <a:lnTo>
                    <a:pt x="742275" y="16382"/>
                  </a:lnTo>
                  <a:lnTo>
                    <a:pt x="745844" y="16432"/>
                  </a:lnTo>
                  <a:lnTo>
                    <a:pt x="749412" y="16481"/>
                  </a:lnTo>
                  <a:lnTo>
                    <a:pt x="752981" y="16530"/>
                  </a:lnTo>
                  <a:lnTo>
                    <a:pt x="756549" y="16578"/>
                  </a:lnTo>
                  <a:lnTo>
                    <a:pt x="760118" y="16626"/>
                  </a:lnTo>
                  <a:lnTo>
                    <a:pt x="763687" y="16674"/>
                  </a:lnTo>
                  <a:lnTo>
                    <a:pt x="767255" y="16722"/>
                  </a:lnTo>
                  <a:lnTo>
                    <a:pt x="770824" y="16770"/>
                  </a:lnTo>
                  <a:lnTo>
                    <a:pt x="774393" y="16817"/>
                  </a:lnTo>
                  <a:lnTo>
                    <a:pt x="777961" y="16864"/>
                  </a:lnTo>
                  <a:lnTo>
                    <a:pt x="781530" y="16911"/>
                  </a:lnTo>
                  <a:lnTo>
                    <a:pt x="785098" y="16957"/>
                  </a:lnTo>
                  <a:lnTo>
                    <a:pt x="788667" y="17003"/>
                  </a:lnTo>
                  <a:lnTo>
                    <a:pt x="792236" y="17049"/>
                  </a:lnTo>
                  <a:lnTo>
                    <a:pt x="795804" y="17095"/>
                  </a:lnTo>
                  <a:lnTo>
                    <a:pt x="799373" y="17140"/>
                  </a:lnTo>
                  <a:lnTo>
                    <a:pt x="802942" y="17185"/>
                  </a:lnTo>
                  <a:lnTo>
                    <a:pt x="806510" y="17230"/>
                  </a:lnTo>
                  <a:lnTo>
                    <a:pt x="810079" y="17274"/>
                  </a:lnTo>
                  <a:lnTo>
                    <a:pt x="813648" y="17318"/>
                  </a:lnTo>
                  <a:lnTo>
                    <a:pt x="817216" y="17362"/>
                  </a:lnTo>
                  <a:lnTo>
                    <a:pt x="820785" y="17406"/>
                  </a:lnTo>
                  <a:lnTo>
                    <a:pt x="824353" y="17450"/>
                  </a:lnTo>
                  <a:lnTo>
                    <a:pt x="827922" y="17493"/>
                  </a:lnTo>
                  <a:lnTo>
                    <a:pt x="831491" y="17536"/>
                  </a:lnTo>
                  <a:lnTo>
                    <a:pt x="835059" y="17578"/>
                  </a:lnTo>
                  <a:lnTo>
                    <a:pt x="838628" y="17621"/>
                  </a:lnTo>
                  <a:lnTo>
                    <a:pt x="842197" y="17663"/>
                  </a:lnTo>
                  <a:lnTo>
                    <a:pt x="845765" y="17705"/>
                  </a:lnTo>
                  <a:lnTo>
                    <a:pt x="849334" y="17746"/>
                  </a:lnTo>
                  <a:lnTo>
                    <a:pt x="852902" y="17787"/>
                  </a:lnTo>
                </a:path>
              </a:pathLst>
            </a:custGeom>
            <a:ln w="28456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148528" y="4632901"/>
              <a:ext cx="93819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1191173" y="4885089"/>
              <a:ext cx="852902" cy="321960"/>
            </a:xfrm>
            <a:custGeom>
              <a:avLst/>
              <a:pathLst>
                <a:path w="852902" h="321960">
                  <a:moveTo>
                    <a:pt x="0" y="134606"/>
                  </a:moveTo>
                  <a:lnTo>
                    <a:pt x="3568" y="134774"/>
                  </a:lnTo>
                  <a:lnTo>
                    <a:pt x="7137" y="134584"/>
                  </a:lnTo>
                  <a:lnTo>
                    <a:pt x="10705" y="134858"/>
                  </a:lnTo>
                  <a:lnTo>
                    <a:pt x="14274" y="135214"/>
                  </a:lnTo>
                  <a:lnTo>
                    <a:pt x="17843" y="135164"/>
                  </a:lnTo>
                  <a:lnTo>
                    <a:pt x="21411" y="135708"/>
                  </a:lnTo>
                  <a:lnTo>
                    <a:pt x="24980" y="135887"/>
                  </a:lnTo>
                  <a:lnTo>
                    <a:pt x="28549" y="135794"/>
                  </a:lnTo>
                  <a:lnTo>
                    <a:pt x="32117" y="136195"/>
                  </a:lnTo>
                  <a:lnTo>
                    <a:pt x="35686" y="136185"/>
                  </a:lnTo>
                  <a:lnTo>
                    <a:pt x="39254" y="136048"/>
                  </a:lnTo>
                  <a:lnTo>
                    <a:pt x="42823" y="136456"/>
                  </a:lnTo>
                  <a:lnTo>
                    <a:pt x="46392" y="136524"/>
                  </a:lnTo>
                  <a:lnTo>
                    <a:pt x="49960" y="136405"/>
                  </a:lnTo>
                  <a:lnTo>
                    <a:pt x="53529" y="136188"/>
                  </a:lnTo>
                  <a:lnTo>
                    <a:pt x="57098" y="135974"/>
                  </a:lnTo>
                  <a:lnTo>
                    <a:pt x="60666" y="135752"/>
                  </a:lnTo>
                  <a:lnTo>
                    <a:pt x="64235" y="135533"/>
                  </a:lnTo>
                  <a:lnTo>
                    <a:pt x="67804" y="135493"/>
                  </a:lnTo>
                  <a:lnTo>
                    <a:pt x="71372" y="135971"/>
                  </a:lnTo>
                  <a:lnTo>
                    <a:pt x="74941" y="136140"/>
                  </a:lnTo>
                  <a:lnTo>
                    <a:pt x="78509" y="136664"/>
                  </a:lnTo>
                  <a:lnTo>
                    <a:pt x="82078" y="137234"/>
                  </a:lnTo>
                  <a:lnTo>
                    <a:pt x="85647" y="137183"/>
                  </a:lnTo>
                  <a:lnTo>
                    <a:pt x="89215" y="137124"/>
                  </a:lnTo>
                  <a:lnTo>
                    <a:pt x="92784" y="137107"/>
                  </a:lnTo>
                  <a:lnTo>
                    <a:pt x="96353" y="136985"/>
                  </a:lnTo>
                  <a:lnTo>
                    <a:pt x="99921" y="136910"/>
                  </a:lnTo>
                  <a:lnTo>
                    <a:pt x="103490" y="136837"/>
                  </a:lnTo>
                  <a:lnTo>
                    <a:pt x="107058" y="136767"/>
                  </a:lnTo>
                  <a:lnTo>
                    <a:pt x="110627" y="136666"/>
                  </a:lnTo>
                  <a:lnTo>
                    <a:pt x="114196" y="137148"/>
                  </a:lnTo>
                  <a:lnTo>
                    <a:pt x="117764" y="137360"/>
                  </a:lnTo>
                  <a:lnTo>
                    <a:pt x="121333" y="137674"/>
                  </a:lnTo>
                  <a:lnTo>
                    <a:pt x="124902" y="137943"/>
                  </a:lnTo>
                  <a:lnTo>
                    <a:pt x="128470" y="137843"/>
                  </a:lnTo>
                  <a:lnTo>
                    <a:pt x="132039" y="137768"/>
                  </a:lnTo>
                  <a:lnTo>
                    <a:pt x="135608" y="138150"/>
                  </a:lnTo>
                  <a:lnTo>
                    <a:pt x="139176" y="137995"/>
                  </a:lnTo>
                  <a:lnTo>
                    <a:pt x="142745" y="137819"/>
                  </a:lnTo>
                  <a:lnTo>
                    <a:pt x="146313" y="137646"/>
                  </a:lnTo>
                  <a:lnTo>
                    <a:pt x="149882" y="138002"/>
                  </a:lnTo>
                  <a:lnTo>
                    <a:pt x="153451" y="138189"/>
                  </a:lnTo>
                  <a:lnTo>
                    <a:pt x="157019" y="138252"/>
                  </a:lnTo>
                  <a:lnTo>
                    <a:pt x="160588" y="138360"/>
                  </a:lnTo>
                  <a:lnTo>
                    <a:pt x="164157" y="138099"/>
                  </a:lnTo>
                  <a:lnTo>
                    <a:pt x="167725" y="137833"/>
                  </a:lnTo>
                  <a:lnTo>
                    <a:pt x="171294" y="137521"/>
                  </a:lnTo>
                  <a:lnTo>
                    <a:pt x="174862" y="137297"/>
                  </a:lnTo>
                  <a:lnTo>
                    <a:pt x="178431" y="137333"/>
                  </a:lnTo>
                  <a:lnTo>
                    <a:pt x="182000" y="137528"/>
                  </a:lnTo>
                  <a:lnTo>
                    <a:pt x="185568" y="137267"/>
                  </a:lnTo>
                  <a:lnTo>
                    <a:pt x="189137" y="137252"/>
                  </a:lnTo>
                  <a:lnTo>
                    <a:pt x="192706" y="136998"/>
                  </a:lnTo>
                  <a:lnTo>
                    <a:pt x="196274" y="136866"/>
                  </a:lnTo>
                  <a:lnTo>
                    <a:pt x="199843" y="136818"/>
                  </a:lnTo>
                  <a:lnTo>
                    <a:pt x="203412" y="136179"/>
                  </a:lnTo>
                  <a:lnTo>
                    <a:pt x="206980" y="136295"/>
                  </a:lnTo>
                  <a:lnTo>
                    <a:pt x="210549" y="136415"/>
                  </a:lnTo>
                  <a:lnTo>
                    <a:pt x="214117" y="135702"/>
                  </a:lnTo>
                  <a:lnTo>
                    <a:pt x="217686" y="135981"/>
                  </a:lnTo>
                  <a:lnTo>
                    <a:pt x="221255" y="136526"/>
                  </a:lnTo>
                  <a:lnTo>
                    <a:pt x="224823" y="136655"/>
                  </a:lnTo>
                  <a:lnTo>
                    <a:pt x="228392" y="136979"/>
                  </a:lnTo>
                  <a:lnTo>
                    <a:pt x="231961" y="136798"/>
                  </a:lnTo>
                  <a:lnTo>
                    <a:pt x="235529" y="136864"/>
                  </a:lnTo>
                  <a:lnTo>
                    <a:pt x="239098" y="136555"/>
                  </a:lnTo>
                  <a:lnTo>
                    <a:pt x="242666" y="136296"/>
                  </a:lnTo>
                  <a:lnTo>
                    <a:pt x="246235" y="136258"/>
                  </a:lnTo>
                  <a:lnTo>
                    <a:pt x="249804" y="136052"/>
                  </a:lnTo>
                  <a:lnTo>
                    <a:pt x="253372" y="135811"/>
                  </a:lnTo>
                  <a:lnTo>
                    <a:pt x="256941" y="135571"/>
                  </a:lnTo>
                  <a:lnTo>
                    <a:pt x="260510" y="135326"/>
                  </a:lnTo>
                  <a:lnTo>
                    <a:pt x="264078" y="134867"/>
                  </a:lnTo>
                  <a:lnTo>
                    <a:pt x="267647" y="134861"/>
                  </a:lnTo>
                  <a:lnTo>
                    <a:pt x="271216" y="134596"/>
                  </a:lnTo>
                  <a:lnTo>
                    <a:pt x="274784" y="134271"/>
                  </a:lnTo>
                  <a:lnTo>
                    <a:pt x="278353" y="134153"/>
                  </a:lnTo>
                  <a:lnTo>
                    <a:pt x="281921" y="133835"/>
                  </a:lnTo>
                  <a:lnTo>
                    <a:pt x="285490" y="133611"/>
                  </a:lnTo>
                  <a:lnTo>
                    <a:pt x="289059" y="133209"/>
                  </a:lnTo>
                  <a:lnTo>
                    <a:pt x="292627" y="132660"/>
                  </a:lnTo>
                  <a:lnTo>
                    <a:pt x="296196" y="132288"/>
                  </a:lnTo>
                  <a:lnTo>
                    <a:pt x="299765" y="132297"/>
                  </a:lnTo>
                  <a:lnTo>
                    <a:pt x="303333" y="132086"/>
                  </a:lnTo>
                  <a:lnTo>
                    <a:pt x="306902" y="131738"/>
                  </a:lnTo>
                  <a:lnTo>
                    <a:pt x="310470" y="131545"/>
                  </a:lnTo>
                  <a:lnTo>
                    <a:pt x="314039" y="131556"/>
                  </a:lnTo>
                  <a:lnTo>
                    <a:pt x="317608" y="131469"/>
                  </a:lnTo>
                  <a:lnTo>
                    <a:pt x="321176" y="130929"/>
                  </a:lnTo>
                  <a:lnTo>
                    <a:pt x="324745" y="130751"/>
                  </a:lnTo>
                  <a:lnTo>
                    <a:pt x="328314" y="130050"/>
                  </a:lnTo>
                  <a:lnTo>
                    <a:pt x="331882" y="129442"/>
                  </a:lnTo>
                  <a:lnTo>
                    <a:pt x="335451" y="129043"/>
                  </a:lnTo>
                  <a:lnTo>
                    <a:pt x="339020" y="128407"/>
                  </a:lnTo>
                  <a:lnTo>
                    <a:pt x="342588" y="127813"/>
                  </a:lnTo>
                  <a:lnTo>
                    <a:pt x="346157" y="127625"/>
                  </a:lnTo>
                  <a:lnTo>
                    <a:pt x="349725" y="127442"/>
                  </a:lnTo>
                  <a:lnTo>
                    <a:pt x="353294" y="126812"/>
                  </a:lnTo>
                  <a:lnTo>
                    <a:pt x="356863" y="126409"/>
                  </a:lnTo>
                  <a:lnTo>
                    <a:pt x="360431" y="126049"/>
                  </a:lnTo>
                  <a:lnTo>
                    <a:pt x="364000" y="125617"/>
                  </a:lnTo>
                  <a:lnTo>
                    <a:pt x="367569" y="125052"/>
                  </a:lnTo>
                  <a:lnTo>
                    <a:pt x="371137" y="124416"/>
                  </a:lnTo>
                  <a:lnTo>
                    <a:pt x="374706" y="123603"/>
                  </a:lnTo>
                  <a:lnTo>
                    <a:pt x="378274" y="123152"/>
                  </a:lnTo>
                  <a:lnTo>
                    <a:pt x="381843" y="122771"/>
                  </a:lnTo>
                  <a:lnTo>
                    <a:pt x="385412" y="122420"/>
                  </a:lnTo>
                  <a:lnTo>
                    <a:pt x="388980" y="122023"/>
                  </a:lnTo>
                  <a:lnTo>
                    <a:pt x="392549" y="121609"/>
                  </a:lnTo>
                  <a:lnTo>
                    <a:pt x="396118" y="120925"/>
                  </a:lnTo>
                  <a:lnTo>
                    <a:pt x="399686" y="120506"/>
                  </a:lnTo>
                  <a:lnTo>
                    <a:pt x="403255" y="119867"/>
                  </a:lnTo>
                  <a:lnTo>
                    <a:pt x="406824" y="119147"/>
                  </a:lnTo>
                  <a:lnTo>
                    <a:pt x="410392" y="118223"/>
                  </a:lnTo>
                  <a:lnTo>
                    <a:pt x="413961" y="117004"/>
                  </a:lnTo>
                  <a:lnTo>
                    <a:pt x="417529" y="116404"/>
                  </a:lnTo>
                  <a:lnTo>
                    <a:pt x="421098" y="115633"/>
                  </a:lnTo>
                  <a:lnTo>
                    <a:pt x="424667" y="115267"/>
                  </a:lnTo>
                  <a:lnTo>
                    <a:pt x="428235" y="114849"/>
                  </a:lnTo>
                  <a:lnTo>
                    <a:pt x="431804" y="114279"/>
                  </a:lnTo>
                  <a:lnTo>
                    <a:pt x="435373" y="113705"/>
                  </a:lnTo>
                  <a:lnTo>
                    <a:pt x="438941" y="113206"/>
                  </a:lnTo>
                  <a:lnTo>
                    <a:pt x="442510" y="113000"/>
                  </a:lnTo>
                  <a:lnTo>
                    <a:pt x="446078" y="112436"/>
                  </a:lnTo>
                  <a:lnTo>
                    <a:pt x="449647" y="111623"/>
                  </a:lnTo>
                  <a:lnTo>
                    <a:pt x="453216" y="110666"/>
                  </a:lnTo>
                  <a:lnTo>
                    <a:pt x="456784" y="110046"/>
                  </a:lnTo>
                  <a:lnTo>
                    <a:pt x="460353" y="109123"/>
                  </a:lnTo>
                  <a:lnTo>
                    <a:pt x="463922" y="108174"/>
                  </a:lnTo>
                  <a:lnTo>
                    <a:pt x="467490" y="107237"/>
                  </a:lnTo>
                  <a:lnTo>
                    <a:pt x="471059" y="106592"/>
                  </a:lnTo>
                  <a:lnTo>
                    <a:pt x="474628" y="105857"/>
                  </a:lnTo>
                  <a:lnTo>
                    <a:pt x="478196" y="105117"/>
                  </a:lnTo>
                  <a:lnTo>
                    <a:pt x="481765" y="104312"/>
                  </a:lnTo>
                  <a:lnTo>
                    <a:pt x="485333" y="103445"/>
                  </a:lnTo>
                  <a:lnTo>
                    <a:pt x="488902" y="102895"/>
                  </a:lnTo>
                  <a:lnTo>
                    <a:pt x="492471" y="101881"/>
                  </a:lnTo>
                  <a:lnTo>
                    <a:pt x="496039" y="100933"/>
                  </a:lnTo>
                  <a:lnTo>
                    <a:pt x="499608" y="100325"/>
                  </a:lnTo>
                  <a:lnTo>
                    <a:pt x="503177" y="99593"/>
                  </a:lnTo>
                  <a:lnTo>
                    <a:pt x="506745" y="98823"/>
                  </a:lnTo>
                  <a:lnTo>
                    <a:pt x="510314" y="98202"/>
                  </a:lnTo>
                  <a:lnTo>
                    <a:pt x="513882" y="97537"/>
                  </a:lnTo>
                  <a:lnTo>
                    <a:pt x="517451" y="96870"/>
                  </a:lnTo>
                  <a:lnTo>
                    <a:pt x="521020" y="96083"/>
                  </a:lnTo>
                  <a:lnTo>
                    <a:pt x="524588" y="95360"/>
                  </a:lnTo>
                  <a:lnTo>
                    <a:pt x="528157" y="94549"/>
                  </a:lnTo>
                  <a:lnTo>
                    <a:pt x="531726" y="93913"/>
                  </a:lnTo>
                  <a:lnTo>
                    <a:pt x="535294" y="93269"/>
                  </a:lnTo>
                  <a:lnTo>
                    <a:pt x="538863" y="92615"/>
                  </a:lnTo>
                  <a:lnTo>
                    <a:pt x="542432" y="91785"/>
                  </a:lnTo>
                  <a:lnTo>
                    <a:pt x="546000" y="91039"/>
                  </a:lnTo>
                  <a:lnTo>
                    <a:pt x="549569" y="90282"/>
                  </a:lnTo>
                  <a:lnTo>
                    <a:pt x="553137" y="89555"/>
                  </a:lnTo>
                  <a:lnTo>
                    <a:pt x="556706" y="88809"/>
                  </a:lnTo>
                  <a:lnTo>
                    <a:pt x="560275" y="88056"/>
                  </a:lnTo>
                  <a:lnTo>
                    <a:pt x="563843" y="86818"/>
                  </a:lnTo>
                  <a:lnTo>
                    <a:pt x="567412" y="85626"/>
                  </a:lnTo>
                  <a:lnTo>
                    <a:pt x="570981" y="84469"/>
                  </a:lnTo>
                  <a:lnTo>
                    <a:pt x="574549" y="83870"/>
                  </a:lnTo>
                  <a:lnTo>
                    <a:pt x="578118" y="82796"/>
                  </a:lnTo>
                  <a:lnTo>
                    <a:pt x="581686" y="81613"/>
                  </a:lnTo>
                  <a:lnTo>
                    <a:pt x="585255" y="80423"/>
                  </a:lnTo>
                  <a:lnTo>
                    <a:pt x="588824" y="79625"/>
                  </a:lnTo>
                  <a:lnTo>
                    <a:pt x="592392" y="78774"/>
                  </a:lnTo>
                  <a:lnTo>
                    <a:pt x="595961" y="77899"/>
                  </a:lnTo>
                  <a:lnTo>
                    <a:pt x="599530" y="76633"/>
                  </a:lnTo>
                  <a:lnTo>
                    <a:pt x="603098" y="75713"/>
                  </a:lnTo>
                  <a:lnTo>
                    <a:pt x="606667" y="74917"/>
                  </a:lnTo>
                  <a:lnTo>
                    <a:pt x="610236" y="74061"/>
                  </a:lnTo>
                  <a:lnTo>
                    <a:pt x="613804" y="73200"/>
                  </a:lnTo>
                  <a:lnTo>
                    <a:pt x="617373" y="72346"/>
                  </a:lnTo>
                  <a:lnTo>
                    <a:pt x="620941" y="71167"/>
                  </a:lnTo>
                  <a:lnTo>
                    <a:pt x="624510" y="70014"/>
                  </a:lnTo>
                  <a:lnTo>
                    <a:pt x="628079" y="69083"/>
                  </a:lnTo>
                  <a:lnTo>
                    <a:pt x="631647" y="67992"/>
                  </a:lnTo>
                  <a:lnTo>
                    <a:pt x="635216" y="66793"/>
                  </a:lnTo>
                  <a:lnTo>
                    <a:pt x="638785" y="65684"/>
                  </a:lnTo>
                  <a:lnTo>
                    <a:pt x="642353" y="64320"/>
                  </a:lnTo>
                  <a:lnTo>
                    <a:pt x="645922" y="63084"/>
                  </a:lnTo>
                  <a:lnTo>
                    <a:pt x="649490" y="61923"/>
                  </a:lnTo>
                  <a:lnTo>
                    <a:pt x="653059" y="60769"/>
                  </a:lnTo>
                  <a:lnTo>
                    <a:pt x="656628" y="59620"/>
                  </a:lnTo>
                  <a:lnTo>
                    <a:pt x="660196" y="58734"/>
                  </a:lnTo>
                  <a:lnTo>
                    <a:pt x="663765" y="57883"/>
                  </a:lnTo>
                  <a:lnTo>
                    <a:pt x="667334" y="57033"/>
                  </a:lnTo>
                  <a:lnTo>
                    <a:pt x="670902" y="55871"/>
                  </a:lnTo>
                  <a:lnTo>
                    <a:pt x="674471" y="54915"/>
                  </a:lnTo>
                  <a:lnTo>
                    <a:pt x="678040" y="53805"/>
                  </a:lnTo>
                  <a:lnTo>
                    <a:pt x="681608" y="52703"/>
                  </a:lnTo>
                  <a:lnTo>
                    <a:pt x="685177" y="51411"/>
                  </a:lnTo>
                  <a:lnTo>
                    <a:pt x="688745" y="50129"/>
                  </a:lnTo>
                  <a:lnTo>
                    <a:pt x="692314" y="49420"/>
                  </a:lnTo>
                  <a:lnTo>
                    <a:pt x="695883" y="48333"/>
                  </a:lnTo>
                  <a:lnTo>
                    <a:pt x="699451" y="47764"/>
                  </a:lnTo>
                  <a:lnTo>
                    <a:pt x="703020" y="47011"/>
                  </a:lnTo>
                  <a:lnTo>
                    <a:pt x="706589" y="46036"/>
                  </a:lnTo>
                  <a:lnTo>
                    <a:pt x="710157" y="44929"/>
                  </a:lnTo>
                  <a:lnTo>
                    <a:pt x="713726" y="43805"/>
                  </a:lnTo>
                  <a:lnTo>
                    <a:pt x="717294" y="42697"/>
                  </a:lnTo>
                  <a:lnTo>
                    <a:pt x="720863" y="41838"/>
                  </a:lnTo>
                  <a:lnTo>
                    <a:pt x="724432" y="40574"/>
                  </a:lnTo>
                  <a:lnTo>
                    <a:pt x="728000" y="39582"/>
                  </a:lnTo>
                  <a:lnTo>
                    <a:pt x="731569" y="38250"/>
                  </a:lnTo>
                  <a:lnTo>
                    <a:pt x="735138" y="36920"/>
                  </a:lnTo>
                  <a:lnTo>
                    <a:pt x="738706" y="35721"/>
                  </a:lnTo>
                  <a:lnTo>
                    <a:pt x="742275" y="34910"/>
                  </a:lnTo>
                  <a:lnTo>
                    <a:pt x="745844" y="33983"/>
                  </a:lnTo>
                  <a:lnTo>
                    <a:pt x="749412" y="32795"/>
                  </a:lnTo>
                  <a:lnTo>
                    <a:pt x="752981" y="31604"/>
                  </a:lnTo>
                  <a:lnTo>
                    <a:pt x="756549" y="30405"/>
                  </a:lnTo>
                  <a:lnTo>
                    <a:pt x="760118" y="29223"/>
                  </a:lnTo>
                  <a:lnTo>
                    <a:pt x="763687" y="28017"/>
                  </a:lnTo>
                  <a:lnTo>
                    <a:pt x="767255" y="26820"/>
                  </a:lnTo>
                  <a:lnTo>
                    <a:pt x="770824" y="25458"/>
                  </a:lnTo>
                  <a:lnTo>
                    <a:pt x="774393" y="24246"/>
                  </a:lnTo>
                  <a:lnTo>
                    <a:pt x="777961" y="23218"/>
                  </a:lnTo>
                  <a:lnTo>
                    <a:pt x="781530" y="22039"/>
                  </a:lnTo>
                  <a:lnTo>
                    <a:pt x="785098" y="20836"/>
                  </a:lnTo>
                  <a:lnTo>
                    <a:pt x="788667" y="19651"/>
                  </a:lnTo>
                  <a:lnTo>
                    <a:pt x="792236" y="18464"/>
                  </a:lnTo>
                  <a:lnTo>
                    <a:pt x="795804" y="17313"/>
                  </a:lnTo>
                  <a:lnTo>
                    <a:pt x="799373" y="16165"/>
                  </a:lnTo>
                  <a:lnTo>
                    <a:pt x="802942" y="15033"/>
                  </a:lnTo>
                  <a:lnTo>
                    <a:pt x="806510" y="13866"/>
                  </a:lnTo>
                  <a:lnTo>
                    <a:pt x="810079" y="13007"/>
                  </a:lnTo>
                  <a:lnTo>
                    <a:pt x="813648" y="12041"/>
                  </a:lnTo>
                  <a:lnTo>
                    <a:pt x="817216" y="10945"/>
                  </a:lnTo>
                  <a:lnTo>
                    <a:pt x="820785" y="9578"/>
                  </a:lnTo>
                  <a:lnTo>
                    <a:pt x="824353" y="8175"/>
                  </a:lnTo>
                  <a:lnTo>
                    <a:pt x="827922" y="6983"/>
                  </a:lnTo>
                  <a:lnTo>
                    <a:pt x="831491" y="6099"/>
                  </a:lnTo>
                  <a:lnTo>
                    <a:pt x="835059" y="5237"/>
                  </a:lnTo>
                  <a:lnTo>
                    <a:pt x="838628" y="4368"/>
                  </a:lnTo>
                  <a:lnTo>
                    <a:pt x="842197" y="3279"/>
                  </a:lnTo>
                  <a:lnTo>
                    <a:pt x="845765" y="2191"/>
                  </a:lnTo>
                  <a:lnTo>
                    <a:pt x="849334" y="1102"/>
                  </a:lnTo>
                  <a:lnTo>
                    <a:pt x="852902" y="0"/>
                  </a:lnTo>
                  <a:lnTo>
                    <a:pt x="852902" y="254155"/>
                  </a:lnTo>
                  <a:lnTo>
                    <a:pt x="849334" y="253958"/>
                  </a:lnTo>
                  <a:lnTo>
                    <a:pt x="845765" y="253761"/>
                  </a:lnTo>
                  <a:lnTo>
                    <a:pt x="842197" y="253563"/>
                  </a:lnTo>
                  <a:lnTo>
                    <a:pt x="838628" y="253294"/>
                  </a:lnTo>
                  <a:lnTo>
                    <a:pt x="835059" y="253001"/>
                  </a:lnTo>
                  <a:lnTo>
                    <a:pt x="831491" y="252708"/>
                  </a:lnTo>
                  <a:lnTo>
                    <a:pt x="827922" y="252432"/>
                  </a:lnTo>
                  <a:lnTo>
                    <a:pt x="824353" y="252159"/>
                  </a:lnTo>
                  <a:lnTo>
                    <a:pt x="820785" y="251909"/>
                  </a:lnTo>
                  <a:lnTo>
                    <a:pt x="817216" y="251559"/>
                  </a:lnTo>
                  <a:lnTo>
                    <a:pt x="813648" y="251553"/>
                  </a:lnTo>
                  <a:lnTo>
                    <a:pt x="810079" y="251451"/>
                  </a:lnTo>
                  <a:lnTo>
                    <a:pt x="806510" y="251297"/>
                  </a:lnTo>
                  <a:lnTo>
                    <a:pt x="802942" y="251141"/>
                  </a:lnTo>
                  <a:lnTo>
                    <a:pt x="799373" y="250777"/>
                  </a:lnTo>
                  <a:lnTo>
                    <a:pt x="795804" y="250650"/>
                  </a:lnTo>
                  <a:lnTo>
                    <a:pt x="792236" y="250688"/>
                  </a:lnTo>
                  <a:lnTo>
                    <a:pt x="788667" y="250786"/>
                  </a:lnTo>
                  <a:lnTo>
                    <a:pt x="785098" y="250630"/>
                  </a:lnTo>
                  <a:lnTo>
                    <a:pt x="781530" y="250288"/>
                  </a:lnTo>
                  <a:lnTo>
                    <a:pt x="777961" y="250211"/>
                  </a:lnTo>
                  <a:lnTo>
                    <a:pt x="774393" y="250134"/>
                  </a:lnTo>
                  <a:lnTo>
                    <a:pt x="770824" y="250056"/>
                  </a:lnTo>
                  <a:lnTo>
                    <a:pt x="767255" y="249923"/>
                  </a:lnTo>
                  <a:lnTo>
                    <a:pt x="763687" y="249722"/>
                  </a:lnTo>
                  <a:lnTo>
                    <a:pt x="760118" y="249478"/>
                  </a:lnTo>
                  <a:lnTo>
                    <a:pt x="756549" y="249234"/>
                  </a:lnTo>
                  <a:lnTo>
                    <a:pt x="752981" y="249159"/>
                  </a:lnTo>
                  <a:lnTo>
                    <a:pt x="749412" y="248804"/>
                  </a:lnTo>
                  <a:lnTo>
                    <a:pt x="745844" y="248498"/>
                  </a:lnTo>
                  <a:lnTo>
                    <a:pt x="742275" y="248251"/>
                  </a:lnTo>
                  <a:lnTo>
                    <a:pt x="738706" y="248002"/>
                  </a:lnTo>
                  <a:lnTo>
                    <a:pt x="735138" y="247901"/>
                  </a:lnTo>
                  <a:lnTo>
                    <a:pt x="731569" y="248044"/>
                  </a:lnTo>
                  <a:lnTo>
                    <a:pt x="728000" y="247682"/>
                  </a:lnTo>
                  <a:lnTo>
                    <a:pt x="724432" y="247737"/>
                  </a:lnTo>
                  <a:lnTo>
                    <a:pt x="720863" y="247791"/>
                  </a:lnTo>
                  <a:lnTo>
                    <a:pt x="717294" y="247804"/>
                  </a:lnTo>
                  <a:lnTo>
                    <a:pt x="713726" y="247675"/>
                  </a:lnTo>
                  <a:lnTo>
                    <a:pt x="710157" y="247554"/>
                  </a:lnTo>
                  <a:lnTo>
                    <a:pt x="706589" y="247422"/>
                  </a:lnTo>
                  <a:lnTo>
                    <a:pt x="703020" y="247408"/>
                  </a:lnTo>
                  <a:lnTo>
                    <a:pt x="699451" y="247566"/>
                  </a:lnTo>
                  <a:lnTo>
                    <a:pt x="695883" y="247655"/>
                  </a:lnTo>
                  <a:lnTo>
                    <a:pt x="692314" y="247347"/>
                  </a:lnTo>
                  <a:lnTo>
                    <a:pt x="688745" y="247220"/>
                  </a:lnTo>
                  <a:lnTo>
                    <a:pt x="685177" y="247148"/>
                  </a:lnTo>
                  <a:lnTo>
                    <a:pt x="681608" y="247359"/>
                  </a:lnTo>
                  <a:lnTo>
                    <a:pt x="678040" y="247581"/>
                  </a:lnTo>
                  <a:lnTo>
                    <a:pt x="674471" y="247629"/>
                  </a:lnTo>
                  <a:lnTo>
                    <a:pt x="670902" y="247065"/>
                  </a:lnTo>
                  <a:lnTo>
                    <a:pt x="667334" y="247069"/>
                  </a:lnTo>
                  <a:lnTo>
                    <a:pt x="663765" y="246803"/>
                  </a:lnTo>
                  <a:lnTo>
                    <a:pt x="660196" y="246532"/>
                  </a:lnTo>
                  <a:lnTo>
                    <a:pt x="656628" y="246252"/>
                  </a:lnTo>
                  <a:lnTo>
                    <a:pt x="653059" y="246301"/>
                  </a:lnTo>
                  <a:lnTo>
                    <a:pt x="649490" y="246390"/>
                  </a:lnTo>
                  <a:lnTo>
                    <a:pt x="645922" y="246329"/>
                  </a:lnTo>
                  <a:lnTo>
                    <a:pt x="642353" y="246403"/>
                  </a:lnTo>
                  <a:lnTo>
                    <a:pt x="638785" y="246547"/>
                  </a:lnTo>
                  <a:lnTo>
                    <a:pt x="635216" y="246445"/>
                  </a:lnTo>
                  <a:lnTo>
                    <a:pt x="631647" y="246436"/>
                  </a:lnTo>
                  <a:lnTo>
                    <a:pt x="628079" y="246265"/>
                  </a:lnTo>
                  <a:lnTo>
                    <a:pt x="624510" y="246382"/>
                  </a:lnTo>
                  <a:lnTo>
                    <a:pt x="620941" y="246002"/>
                  </a:lnTo>
                  <a:lnTo>
                    <a:pt x="617373" y="245667"/>
                  </a:lnTo>
                  <a:lnTo>
                    <a:pt x="613804" y="245304"/>
                  </a:lnTo>
                  <a:lnTo>
                    <a:pt x="610236" y="245183"/>
                  </a:lnTo>
                  <a:lnTo>
                    <a:pt x="606667" y="245398"/>
                  </a:lnTo>
                  <a:lnTo>
                    <a:pt x="603098" y="245599"/>
                  </a:lnTo>
                  <a:lnTo>
                    <a:pt x="599530" y="245570"/>
                  </a:lnTo>
                  <a:lnTo>
                    <a:pt x="595961" y="245629"/>
                  </a:lnTo>
                  <a:lnTo>
                    <a:pt x="592392" y="245481"/>
                  </a:lnTo>
                  <a:lnTo>
                    <a:pt x="588824" y="246189"/>
                  </a:lnTo>
                  <a:lnTo>
                    <a:pt x="585255" y="246063"/>
                  </a:lnTo>
                  <a:lnTo>
                    <a:pt x="581686" y="245961"/>
                  </a:lnTo>
                  <a:lnTo>
                    <a:pt x="578118" y="245967"/>
                  </a:lnTo>
                  <a:lnTo>
                    <a:pt x="574549" y="245965"/>
                  </a:lnTo>
                  <a:lnTo>
                    <a:pt x="570981" y="246179"/>
                  </a:lnTo>
                  <a:lnTo>
                    <a:pt x="567412" y="246079"/>
                  </a:lnTo>
                  <a:lnTo>
                    <a:pt x="563843" y="245745"/>
                  </a:lnTo>
                  <a:lnTo>
                    <a:pt x="560275" y="245591"/>
                  </a:lnTo>
                  <a:lnTo>
                    <a:pt x="556706" y="245514"/>
                  </a:lnTo>
                  <a:lnTo>
                    <a:pt x="553137" y="245438"/>
                  </a:lnTo>
                  <a:lnTo>
                    <a:pt x="549569" y="245744"/>
                  </a:lnTo>
                  <a:lnTo>
                    <a:pt x="546000" y="245582"/>
                  </a:lnTo>
                  <a:lnTo>
                    <a:pt x="542432" y="245504"/>
                  </a:lnTo>
                  <a:lnTo>
                    <a:pt x="538863" y="245448"/>
                  </a:lnTo>
                  <a:lnTo>
                    <a:pt x="535294" y="245341"/>
                  </a:lnTo>
                  <a:lnTo>
                    <a:pt x="531726" y="245237"/>
                  </a:lnTo>
                  <a:lnTo>
                    <a:pt x="528157" y="245334"/>
                  </a:lnTo>
                  <a:lnTo>
                    <a:pt x="524588" y="245255"/>
                  </a:lnTo>
                  <a:lnTo>
                    <a:pt x="521020" y="245415"/>
                  </a:lnTo>
                  <a:lnTo>
                    <a:pt x="517451" y="245973"/>
                  </a:lnTo>
                  <a:lnTo>
                    <a:pt x="513882" y="245790"/>
                  </a:lnTo>
                  <a:lnTo>
                    <a:pt x="510314" y="245738"/>
                  </a:lnTo>
                  <a:lnTo>
                    <a:pt x="506745" y="245753"/>
                  </a:lnTo>
                  <a:lnTo>
                    <a:pt x="503177" y="245494"/>
                  </a:lnTo>
                  <a:lnTo>
                    <a:pt x="499608" y="245512"/>
                  </a:lnTo>
                  <a:lnTo>
                    <a:pt x="496039" y="245639"/>
                  </a:lnTo>
                  <a:lnTo>
                    <a:pt x="492471" y="245840"/>
                  </a:lnTo>
                  <a:lnTo>
                    <a:pt x="488902" y="245994"/>
                  </a:lnTo>
                  <a:lnTo>
                    <a:pt x="485333" y="246347"/>
                  </a:lnTo>
                  <a:lnTo>
                    <a:pt x="481765" y="246425"/>
                  </a:lnTo>
                  <a:lnTo>
                    <a:pt x="478196" y="246494"/>
                  </a:lnTo>
                  <a:lnTo>
                    <a:pt x="474628" y="246490"/>
                  </a:lnTo>
                  <a:lnTo>
                    <a:pt x="471059" y="246642"/>
                  </a:lnTo>
                  <a:lnTo>
                    <a:pt x="467490" y="246728"/>
                  </a:lnTo>
                  <a:lnTo>
                    <a:pt x="463922" y="247245"/>
                  </a:lnTo>
                  <a:lnTo>
                    <a:pt x="460353" y="247069"/>
                  </a:lnTo>
                  <a:lnTo>
                    <a:pt x="456784" y="247315"/>
                  </a:lnTo>
                  <a:lnTo>
                    <a:pt x="453216" y="247238"/>
                  </a:lnTo>
                  <a:lnTo>
                    <a:pt x="449647" y="247269"/>
                  </a:lnTo>
                  <a:lnTo>
                    <a:pt x="446078" y="247375"/>
                  </a:lnTo>
                  <a:lnTo>
                    <a:pt x="442510" y="247875"/>
                  </a:lnTo>
                  <a:lnTo>
                    <a:pt x="438941" y="248263"/>
                  </a:lnTo>
                  <a:lnTo>
                    <a:pt x="435373" y="248732"/>
                  </a:lnTo>
                  <a:lnTo>
                    <a:pt x="431804" y="248971"/>
                  </a:lnTo>
                  <a:lnTo>
                    <a:pt x="428235" y="249282"/>
                  </a:lnTo>
                  <a:lnTo>
                    <a:pt x="424667" y="249291"/>
                  </a:lnTo>
                  <a:lnTo>
                    <a:pt x="421098" y="249930"/>
                  </a:lnTo>
                  <a:lnTo>
                    <a:pt x="417529" y="250225"/>
                  </a:lnTo>
                  <a:lnTo>
                    <a:pt x="413961" y="250542"/>
                  </a:lnTo>
                  <a:lnTo>
                    <a:pt x="410392" y="250976"/>
                  </a:lnTo>
                  <a:lnTo>
                    <a:pt x="406824" y="251117"/>
                  </a:lnTo>
                  <a:lnTo>
                    <a:pt x="403255" y="251287"/>
                  </a:lnTo>
                  <a:lnTo>
                    <a:pt x="399686" y="251683"/>
                  </a:lnTo>
                  <a:lnTo>
                    <a:pt x="396118" y="252012"/>
                  </a:lnTo>
                  <a:lnTo>
                    <a:pt x="392549" y="252309"/>
                  </a:lnTo>
                  <a:lnTo>
                    <a:pt x="388980" y="252649"/>
                  </a:lnTo>
                  <a:lnTo>
                    <a:pt x="385412" y="252899"/>
                  </a:lnTo>
                  <a:lnTo>
                    <a:pt x="381843" y="253349"/>
                  </a:lnTo>
                  <a:lnTo>
                    <a:pt x="378274" y="253818"/>
                  </a:lnTo>
                  <a:lnTo>
                    <a:pt x="374706" y="254178"/>
                  </a:lnTo>
                  <a:lnTo>
                    <a:pt x="371137" y="254178"/>
                  </a:lnTo>
                  <a:lnTo>
                    <a:pt x="367569" y="254673"/>
                  </a:lnTo>
                  <a:lnTo>
                    <a:pt x="364000" y="255199"/>
                  </a:lnTo>
                  <a:lnTo>
                    <a:pt x="360431" y="255677"/>
                  </a:lnTo>
                  <a:lnTo>
                    <a:pt x="356863" y="256106"/>
                  </a:lnTo>
                  <a:lnTo>
                    <a:pt x="353294" y="256390"/>
                  </a:lnTo>
                  <a:lnTo>
                    <a:pt x="349725" y="256808"/>
                  </a:lnTo>
                  <a:lnTo>
                    <a:pt x="346157" y="257204"/>
                  </a:lnTo>
                  <a:lnTo>
                    <a:pt x="342588" y="257386"/>
                  </a:lnTo>
                  <a:lnTo>
                    <a:pt x="339020" y="257898"/>
                  </a:lnTo>
                  <a:lnTo>
                    <a:pt x="335451" y="258330"/>
                  </a:lnTo>
                  <a:lnTo>
                    <a:pt x="331882" y="258698"/>
                  </a:lnTo>
                  <a:lnTo>
                    <a:pt x="328314" y="259045"/>
                  </a:lnTo>
                  <a:lnTo>
                    <a:pt x="324745" y="259392"/>
                  </a:lnTo>
                  <a:lnTo>
                    <a:pt x="321176" y="259860"/>
                  </a:lnTo>
                  <a:lnTo>
                    <a:pt x="317608" y="260440"/>
                  </a:lnTo>
                  <a:lnTo>
                    <a:pt x="314039" y="260953"/>
                  </a:lnTo>
                  <a:lnTo>
                    <a:pt x="310470" y="261532"/>
                  </a:lnTo>
                  <a:lnTo>
                    <a:pt x="306902" y="261795"/>
                  </a:lnTo>
                  <a:lnTo>
                    <a:pt x="303333" y="262418"/>
                  </a:lnTo>
                  <a:lnTo>
                    <a:pt x="299765" y="262649"/>
                  </a:lnTo>
                  <a:lnTo>
                    <a:pt x="296196" y="263078"/>
                  </a:lnTo>
                  <a:lnTo>
                    <a:pt x="292627" y="263616"/>
                  </a:lnTo>
                  <a:lnTo>
                    <a:pt x="289059" y="264226"/>
                  </a:lnTo>
                  <a:lnTo>
                    <a:pt x="285490" y="265025"/>
                  </a:lnTo>
                  <a:lnTo>
                    <a:pt x="281921" y="265492"/>
                  </a:lnTo>
                  <a:lnTo>
                    <a:pt x="278353" y="266142"/>
                  </a:lnTo>
                  <a:lnTo>
                    <a:pt x="274784" y="266653"/>
                  </a:lnTo>
                  <a:lnTo>
                    <a:pt x="271216" y="267259"/>
                  </a:lnTo>
                  <a:lnTo>
                    <a:pt x="267647" y="268040"/>
                  </a:lnTo>
                  <a:lnTo>
                    <a:pt x="264078" y="268560"/>
                  </a:lnTo>
                  <a:lnTo>
                    <a:pt x="260510" y="269242"/>
                  </a:lnTo>
                  <a:lnTo>
                    <a:pt x="256941" y="269669"/>
                  </a:lnTo>
                  <a:lnTo>
                    <a:pt x="253372" y="270164"/>
                  </a:lnTo>
                  <a:lnTo>
                    <a:pt x="249804" y="270866"/>
                  </a:lnTo>
                  <a:lnTo>
                    <a:pt x="246235" y="271362"/>
                  </a:lnTo>
                  <a:lnTo>
                    <a:pt x="242666" y="272018"/>
                  </a:lnTo>
                  <a:lnTo>
                    <a:pt x="239098" y="272654"/>
                  </a:lnTo>
                  <a:lnTo>
                    <a:pt x="235529" y="273257"/>
                  </a:lnTo>
                  <a:lnTo>
                    <a:pt x="231961" y="273925"/>
                  </a:lnTo>
                  <a:lnTo>
                    <a:pt x="228392" y="274607"/>
                  </a:lnTo>
                  <a:lnTo>
                    <a:pt x="224823" y="275286"/>
                  </a:lnTo>
                  <a:lnTo>
                    <a:pt x="221255" y="275938"/>
                  </a:lnTo>
                  <a:lnTo>
                    <a:pt x="217686" y="276470"/>
                  </a:lnTo>
                  <a:lnTo>
                    <a:pt x="214117" y="277074"/>
                  </a:lnTo>
                  <a:lnTo>
                    <a:pt x="210549" y="277565"/>
                  </a:lnTo>
                  <a:lnTo>
                    <a:pt x="206980" y="278205"/>
                  </a:lnTo>
                  <a:lnTo>
                    <a:pt x="203412" y="279030"/>
                  </a:lnTo>
                  <a:lnTo>
                    <a:pt x="199843" y="279486"/>
                  </a:lnTo>
                  <a:lnTo>
                    <a:pt x="196274" y="280278"/>
                  </a:lnTo>
                  <a:lnTo>
                    <a:pt x="192706" y="280923"/>
                  </a:lnTo>
                  <a:lnTo>
                    <a:pt x="189137" y="281707"/>
                  </a:lnTo>
                  <a:lnTo>
                    <a:pt x="185568" y="282395"/>
                  </a:lnTo>
                  <a:lnTo>
                    <a:pt x="182000" y="283088"/>
                  </a:lnTo>
                  <a:lnTo>
                    <a:pt x="178431" y="283728"/>
                  </a:lnTo>
                  <a:lnTo>
                    <a:pt x="174862" y="284380"/>
                  </a:lnTo>
                  <a:lnTo>
                    <a:pt x="171294" y="285091"/>
                  </a:lnTo>
                  <a:lnTo>
                    <a:pt x="167725" y="285966"/>
                  </a:lnTo>
                  <a:lnTo>
                    <a:pt x="164157" y="286404"/>
                  </a:lnTo>
                  <a:lnTo>
                    <a:pt x="160588" y="286982"/>
                  </a:lnTo>
                  <a:lnTo>
                    <a:pt x="157019" y="287879"/>
                  </a:lnTo>
                  <a:lnTo>
                    <a:pt x="153451" y="288718"/>
                  </a:lnTo>
                  <a:lnTo>
                    <a:pt x="149882" y="289597"/>
                  </a:lnTo>
                  <a:lnTo>
                    <a:pt x="146313" y="290480"/>
                  </a:lnTo>
                  <a:lnTo>
                    <a:pt x="142745" y="291296"/>
                  </a:lnTo>
                  <a:lnTo>
                    <a:pt x="139176" y="292115"/>
                  </a:lnTo>
                  <a:lnTo>
                    <a:pt x="135608" y="292611"/>
                  </a:lnTo>
                  <a:lnTo>
                    <a:pt x="132039" y="293498"/>
                  </a:lnTo>
                  <a:lnTo>
                    <a:pt x="128470" y="294102"/>
                  </a:lnTo>
                  <a:lnTo>
                    <a:pt x="124902" y="294685"/>
                  </a:lnTo>
                  <a:lnTo>
                    <a:pt x="121333" y="295263"/>
                  </a:lnTo>
                  <a:lnTo>
                    <a:pt x="117764" y="295836"/>
                  </a:lnTo>
                  <a:lnTo>
                    <a:pt x="114196" y="296629"/>
                  </a:lnTo>
                  <a:lnTo>
                    <a:pt x="110627" y="297469"/>
                  </a:lnTo>
                  <a:lnTo>
                    <a:pt x="107058" y="298491"/>
                  </a:lnTo>
                  <a:lnTo>
                    <a:pt x="103490" y="299508"/>
                  </a:lnTo>
                  <a:lnTo>
                    <a:pt x="99921" y="300520"/>
                  </a:lnTo>
                  <a:lnTo>
                    <a:pt x="96353" y="301281"/>
                  </a:lnTo>
                  <a:lnTo>
                    <a:pt x="92784" y="302037"/>
                  </a:lnTo>
                  <a:lnTo>
                    <a:pt x="89215" y="302943"/>
                  </a:lnTo>
                  <a:lnTo>
                    <a:pt x="85647" y="303840"/>
                  </a:lnTo>
                  <a:lnTo>
                    <a:pt x="82078" y="304737"/>
                  </a:lnTo>
                  <a:lnTo>
                    <a:pt x="78509" y="305356"/>
                  </a:lnTo>
                  <a:lnTo>
                    <a:pt x="74941" y="306275"/>
                  </a:lnTo>
                  <a:lnTo>
                    <a:pt x="71372" y="307188"/>
                  </a:lnTo>
                  <a:lnTo>
                    <a:pt x="67804" y="307690"/>
                  </a:lnTo>
                  <a:lnTo>
                    <a:pt x="64235" y="308192"/>
                  </a:lnTo>
                  <a:lnTo>
                    <a:pt x="60666" y="308969"/>
                  </a:lnTo>
                  <a:lnTo>
                    <a:pt x="57098" y="309861"/>
                  </a:lnTo>
                  <a:lnTo>
                    <a:pt x="53529" y="310636"/>
                  </a:lnTo>
                  <a:lnTo>
                    <a:pt x="49960" y="311306"/>
                  </a:lnTo>
                  <a:lnTo>
                    <a:pt x="46392" y="312100"/>
                  </a:lnTo>
                  <a:lnTo>
                    <a:pt x="42823" y="313130"/>
                  </a:lnTo>
                  <a:lnTo>
                    <a:pt x="39254" y="314060"/>
                  </a:lnTo>
                  <a:lnTo>
                    <a:pt x="35686" y="314656"/>
                  </a:lnTo>
                  <a:lnTo>
                    <a:pt x="32117" y="315384"/>
                  </a:lnTo>
                  <a:lnTo>
                    <a:pt x="28549" y="316260"/>
                  </a:lnTo>
                  <a:lnTo>
                    <a:pt x="24980" y="316894"/>
                  </a:lnTo>
                  <a:lnTo>
                    <a:pt x="21411" y="317798"/>
                  </a:lnTo>
                  <a:lnTo>
                    <a:pt x="17843" y="318702"/>
                  </a:lnTo>
                  <a:lnTo>
                    <a:pt x="14274" y="319321"/>
                  </a:lnTo>
                  <a:lnTo>
                    <a:pt x="10705" y="320002"/>
                  </a:lnTo>
                  <a:lnTo>
                    <a:pt x="7137" y="320679"/>
                  </a:lnTo>
                  <a:lnTo>
                    <a:pt x="3568" y="321239"/>
                  </a:lnTo>
                  <a:lnTo>
                    <a:pt x="0" y="321960"/>
                  </a:lnTo>
                  <a:close/>
                </a:path>
              </a:pathLst>
            </a:custGeom>
            <a:solidFill>
              <a:srgbClr val="009E73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191173" y="4885089"/>
              <a:ext cx="852902" cy="138360"/>
            </a:xfrm>
            <a:custGeom>
              <a:avLst/>
              <a:pathLst>
                <a:path w="852902" h="138360">
                  <a:moveTo>
                    <a:pt x="0" y="134606"/>
                  </a:moveTo>
                  <a:lnTo>
                    <a:pt x="3568" y="134774"/>
                  </a:lnTo>
                  <a:lnTo>
                    <a:pt x="7137" y="134584"/>
                  </a:lnTo>
                  <a:lnTo>
                    <a:pt x="10705" y="134858"/>
                  </a:lnTo>
                  <a:lnTo>
                    <a:pt x="14274" y="135214"/>
                  </a:lnTo>
                  <a:lnTo>
                    <a:pt x="17843" y="135164"/>
                  </a:lnTo>
                  <a:lnTo>
                    <a:pt x="21411" y="135708"/>
                  </a:lnTo>
                  <a:lnTo>
                    <a:pt x="24980" y="135887"/>
                  </a:lnTo>
                  <a:lnTo>
                    <a:pt x="28549" y="135794"/>
                  </a:lnTo>
                  <a:lnTo>
                    <a:pt x="32117" y="136195"/>
                  </a:lnTo>
                  <a:lnTo>
                    <a:pt x="35686" y="136185"/>
                  </a:lnTo>
                  <a:lnTo>
                    <a:pt x="39254" y="136048"/>
                  </a:lnTo>
                  <a:lnTo>
                    <a:pt x="42823" y="136456"/>
                  </a:lnTo>
                  <a:lnTo>
                    <a:pt x="46392" y="136524"/>
                  </a:lnTo>
                  <a:lnTo>
                    <a:pt x="49960" y="136405"/>
                  </a:lnTo>
                  <a:lnTo>
                    <a:pt x="53529" y="136188"/>
                  </a:lnTo>
                  <a:lnTo>
                    <a:pt x="57098" y="135974"/>
                  </a:lnTo>
                  <a:lnTo>
                    <a:pt x="60666" y="135752"/>
                  </a:lnTo>
                  <a:lnTo>
                    <a:pt x="64235" y="135533"/>
                  </a:lnTo>
                  <a:lnTo>
                    <a:pt x="67804" y="135493"/>
                  </a:lnTo>
                  <a:lnTo>
                    <a:pt x="71372" y="135971"/>
                  </a:lnTo>
                  <a:lnTo>
                    <a:pt x="74941" y="136140"/>
                  </a:lnTo>
                  <a:lnTo>
                    <a:pt x="78509" y="136664"/>
                  </a:lnTo>
                  <a:lnTo>
                    <a:pt x="82078" y="137234"/>
                  </a:lnTo>
                  <a:lnTo>
                    <a:pt x="85647" y="137183"/>
                  </a:lnTo>
                  <a:lnTo>
                    <a:pt x="89215" y="137124"/>
                  </a:lnTo>
                  <a:lnTo>
                    <a:pt x="92784" y="137107"/>
                  </a:lnTo>
                  <a:lnTo>
                    <a:pt x="96353" y="136985"/>
                  </a:lnTo>
                  <a:lnTo>
                    <a:pt x="99921" y="136910"/>
                  </a:lnTo>
                  <a:lnTo>
                    <a:pt x="103490" y="136837"/>
                  </a:lnTo>
                  <a:lnTo>
                    <a:pt x="107058" y="136767"/>
                  </a:lnTo>
                  <a:lnTo>
                    <a:pt x="110627" y="136666"/>
                  </a:lnTo>
                  <a:lnTo>
                    <a:pt x="114196" y="137148"/>
                  </a:lnTo>
                  <a:lnTo>
                    <a:pt x="117764" y="137360"/>
                  </a:lnTo>
                  <a:lnTo>
                    <a:pt x="121333" y="137674"/>
                  </a:lnTo>
                  <a:lnTo>
                    <a:pt x="124902" y="137943"/>
                  </a:lnTo>
                  <a:lnTo>
                    <a:pt x="128470" y="137843"/>
                  </a:lnTo>
                  <a:lnTo>
                    <a:pt x="132039" y="137768"/>
                  </a:lnTo>
                  <a:lnTo>
                    <a:pt x="135608" y="138150"/>
                  </a:lnTo>
                  <a:lnTo>
                    <a:pt x="139176" y="137995"/>
                  </a:lnTo>
                  <a:lnTo>
                    <a:pt x="142745" y="137819"/>
                  </a:lnTo>
                  <a:lnTo>
                    <a:pt x="146313" y="137646"/>
                  </a:lnTo>
                  <a:lnTo>
                    <a:pt x="149882" y="138002"/>
                  </a:lnTo>
                  <a:lnTo>
                    <a:pt x="153451" y="138189"/>
                  </a:lnTo>
                  <a:lnTo>
                    <a:pt x="157019" y="138252"/>
                  </a:lnTo>
                  <a:lnTo>
                    <a:pt x="160588" y="138360"/>
                  </a:lnTo>
                  <a:lnTo>
                    <a:pt x="164157" y="138099"/>
                  </a:lnTo>
                  <a:lnTo>
                    <a:pt x="167725" y="137833"/>
                  </a:lnTo>
                  <a:lnTo>
                    <a:pt x="171294" y="137521"/>
                  </a:lnTo>
                  <a:lnTo>
                    <a:pt x="174862" y="137297"/>
                  </a:lnTo>
                  <a:lnTo>
                    <a:pt x="178431" y="137333"/>
                  </a:lnTo>
                  <a:lnTo>
                    <a:pt x="182000" y="137528"/>
                  </a:lnTo>
                  <a:lnTo>
                    <a:pt x="185568" y="137267"/>
                  </a:lnTo>
                  <a:lnTo>
                    <a:pt x="189137" y="137252"/>
                  </a:lnTo>
                  <a:lnTo>
                    <a:pt x="192706" y="136998"/>
                  </a:lnTo>
                  <a:lnTo>
                    <a:pt x="196274" y="136866"/>
                  </a:lnTo>
                  <a:lnTo>
                    <a:pt x="199843" y="136818"/>
                  </a:lnTo>
                  <a:lnTo>
                    <a:pt x="203412" y="136179"/>
                  </a:lnTo>
                  <a:lnTo>
                    <a:pt x="206980" y="136295"/>
                  </a:lnTo>
                  <a:lnTo>
                    <a:pt x="210549" y="136415"/>
                  </a:lnTo>
                  <a:lnTo>
                    <a:pt x="214117" y="135702"/>
                  </a:lnTo>
                  <a:lnTo>
                    <a:pt x="217686" y="135981"/>
                  </a:lnTo>
                  <a:lnTo>
                    <a:pt x="221255" y="136526"/>
                  </a:lnTo>
                  <a:lnTo>
                    <a:pt x="224823" y="136655"/>
                  </a:lnTo>
                  <a:lnTo>
                    <a:pt x="228392" y="136979"/>
                  </a:lnTo>
                  <a:lnTo>
                    <a:pt x="231961" y="136798"/>
                  </a:lnTo>
                  <a:lnTo>
                    <a:pt x="235529" y="136864"/>
                  </a:lnTo>
                  <a:lnTo>
                    <a:pt x="239098" y="136555"/>
                  </a:lnTo>
                  <a:lnTo>
                    <a:pt x="242666" y="136296"/>
                  </a:lnTo>
                  <a:lnTo>
                    <a:pt x="246235" y="136258"/>
                  </a:lnTo>
                  <a:lnTo>
                    <a:pt x="249804" y="136052"/>
                  </a:lnTo>
                  <a:lnTo>
                    <a:pt x="253372" y="135811"/>
                  </a:lnTo>
                  <a:lnTo>
                    <a:pt x="256941" y="135571"/>
                  </a:lnTo>
                  <a:lnTo>
                    <a:pt x="260510" y="135326"/>
                  </a:lnTo>
                  <a:lnTo>
                    <a:pt x="264078" y="134867"/>
                  </a:lnTo>
                  <a:lnTo>
                    <a:pt x="267647" y="134861"/>
                  </a:lnTo>
                  <a:lnTo>
                    <a:pt x="271216" y="134596"/>
                  </a:lnTo>
                  <a:lnTo>
                    <a:pt x="274784" y="134271"/>
                  </a:lnTo>
                  <a:lnTo>
                    <a:pt x="278353" y="134153"/>
                  </a:lnTo>
                  <a:lnTo>
                    <a:pt x="281921" y="133835"/>
                  </a:lnTo>
                  <a:lnTo>
                    <a:pt x="285490" y="133611"/>
                  </a:lnTo>
                  <a:lnTo>
                    <a:pt x="289059" y="133209"/>
                  </a:lnTo>
                  <a:lnTo>
                    <a:pt x="292627" y="132660"/>
                  </a:lnTo>
                  <a:lnTo>
                    <a:pt x="296196" y="132288"/>
                  </a:lnTo>
                  <a:lnTo>
                    <a:pt x="299765" y="132297"/>
                  </a:lnTo>
                  <a:lnTo>
                    <a:pt x="303333" y="132086"/>
                  </a:lnTo>
                  <a:lnTo>
                    <a:pt x="306902" y="131738"/>
                  </a:lnTo>
                  <a:lnTo>
                    <a:pt x="310470" y="131545"/>
                  </a:lnTo>
                  <a:lnTo>
                    <a:pt x="314039" y="131556"/>
                  </a:lnTo>
                  <a:lnTo>
                    <a:pt x="317608" y="131469"/>
                  </a:lnTo>
                  <a:lnTo>
                    <a:pt x="321176" y="130929"/>
                  </a:lnTo>
                  <a:lnTo>
                    <a:pt x="324745" y="130751"/>
                  </a:lnTo>
                  <a:lnTo>
                    <a:pt x="328314" y="130050"/>
                  </a:lnTo>
                  <a:lnTo>
                    <a:pt x="331882" y="129442"/>
                  </a:lnTo>
                  <a:lnTo>
                    <a:pt x="335451" y="129043"/>
                  </a:lnTo>
                  <a:lnTo>
                    <a:pt x="339020" y="128407"/>
                  </a:lnTo>
                  <a:lnTo>
                    <a:pt x="342588" y="127813"/>
                  </a:lnTo>
                  <a:lnTo>
                    <a:pt x="346157" y="127625"/>
                  </a:lnTo>
                  <a:lnTo>
                    <a:pt x="349725" y="127442"/>
                  </a:lnTo>
                  <a:lnTo>
                    <a:pt x="353294" y="126812"/>
                  </a:lnTo>
                  <a:lnTo>
                    <a:pt x="356863" y="126409"/>
                  </a:lnTo>
                  <a:lnTo>
                    <a:pt x="360431" y="126049"/>
                  </a:lnTo>
                  <a:lnTo>
                    <a:pt x="364000" y="125617"/>
                  </a:lnTo>
                  <a:lnTo>
                    <a:pt x="367569" y="125052"/>
                  </a:lnTo>
                  <a:lnTo>
                    <a:pt x="371137" y="124416"/>
                  </a:lnTo>
                  <a:lnTo>
                    <a:pt x="374706" y="123603"/>
                  </a:lnTo>
                  <a:lnTo>
                    <a:pt x="378274" y="123152"/>
                  </a:lnTo>
                  <a:lnTo>
                    <a:pt x="381843" y="122771"/>
                  </a:lnTo>
                  <a:lnTo>
                    <a:pt x="385412" y="122420"/>
                  </a:lnTo>
                  <a:lnTo>
                    <a:pt x="388980" y="122023"/>
                  </a:lnTo>
                  <a:lnTo>
                    <a:pt x="392549" y="121609"/>
                  </a:lnTo>
                  <a:lnTo>
                    <a:pt x="396118" y="120925"/>
                  </a:lnTo>
                  <a:lnTo>
                    <a:pt x="399686" y="120506"/>
                  </a:lnTo>
                  <a:lnTo>
                    <a:pt x="403255" y="119867"/>
                  </a:lnTo>
                  <a:lnTo>
                    <a:pt x="406824" y="119147"/>
                  </a:lnTo>
                  <a:lnTo>
                    <a:pt x="410392" y="118223"/>
                  </a:lnTo>
                  <a:lnTo>
                    <a:pt x="413961" y="117004"/>
                  </a:lnTo>
                  <a:lnTo>
                    <a:pt x="417529" y="116404"/>
                  </a:lnTo>
                  <a:lnTo>
                    <a:pt x="421098" y="115633"/>
                  </a:lnTo>
                  <a:lnTo>
                    <a:pt x="424667" y="115267"/>
                  </a:lnTo>
                  <a:lnTo>
                    <a:pt x="428235" y="114849"/>
                  </a:lnTo>
                  <a:lnTo>
                    <a:pt x="431804" y="114279"/>
                  </a:lnTo>
                  <a:lnTo>
                    <a:pt x="435373" y="113705"/>
                  </a:lnTo>
                  <a:lnTo>
                    <a:pt x="438941" y="113206"/>
                  </a:lnTo>
                  <a:lnTo>
                    <a:pt x="442510" y="113000"/>
                  </a:lnTo>
                  <a:lnTo>
                    <a:pt x="446078" y="112436"/>
                  </a:lnTo>
                  <a:lnTo>
                    <a:pt x="449647" y="111623"/>
                  </a:lnTo>
                  <a:lnTo>
                    <a:pt x="453216" y="110666"/>
                  </a:lnTo>
                  <a:lnTo>
                    <a:pt x="456784" y="110046"/>
                  </a:lnTo>
                  <a:lnTo>
                    <a:pt x="460353" y="109123"/>
                  </a:lnTo>
                  <a:lnTo>
                    <a:pt x="463922" y="108174"/>
                  </a:lnTo>
                  <a:lnTo>
                    <a:pt x="467490" y="107237"/>
                  </a:lnTo>
                  <a:lnTo>
                    <a:pt x="471059" y="106592"/>
                  </a:lnTo>
                  <a:lnTo>
                    <a:pt x="474628" y="105857"/>
                  </a:lnTo>
                  <a:lnTo>
                    <a:pt x="478196" y="105117"/>
                  </a:lnTo>
                  <a:lnTo>
                    <a:pt x="481765" y="104312"/>
                  </a:lnTo>
                  <a:lnTo>
                    <a:pt x="485333" y="103445"/>
                  </a:lnTo>
                  <a:lnTo>
                    <a:pt x="488902" y="102895"/>
                  </a:lnTo>
                  <a:lnTo>
                    <a:pt x="492471" y="101881"/>
                  </a:lnTo>
                  <a:lnTo>
                    <a:pt x="496039" y="100933"/>
                  </a:lnTo>
                  <a:lnTo>
                    <a:pt x="499608" y="100325"/>
                  </a:lnTo>
                  <a:lnTo>
                    <a:pt x="503177" y="99593"/>
                  </a:lnTo>
                  <a:lnTo>
                    <a:pt x="506745" y="98823"/>
                  </a:lnTo>
                  <a:lnTo>
                    <a:pt x="510314" y="98202"/>
                  </a:lnTo>
                  <a:lnTo>
                    <a:pt x="513882" y="97537"/>
                  </a:lnTo>
                  <a:lnTo>
                    <a:pt x="517451" y="96870"/>
                  </a:lnTo>
                  <a:lnTo>
                    <a:pt x="521020" y="96083"/>
                  </a:lnTo>
                  <a:lnTo>
                    <a:pt x="524588" y="95360"/>
                  </a:lnTo>
                  <a:lnTo>
                    <a:pt x="528157" y="94549"/>
                  </a:lnTo>
                  <a:lnTo>
                    <a:pt x="531726" y="93913"/>
                  </a:lnTo>
                  <a:lnTo>
                    <a:pt x="535294" y="93269"/>
                  </a:lnTo>
                  <a:lnTo>
                    <a:pt x="538863" y="92615"/>
                  </a:lnTo>
                  <a:lnTo>
                    <a:pt x="542432" y="91785"/>
                  </a:lnTo>
                  <a:lnTo>
                    <a:pt x="546000" y="91039"/>
                  </a:lnTo>
                  <a:lnTo>
                    <a:pt x="549569" y="90282"/>
                  </a:lnTo>
                  <a:lnTo>
                    <a:pt x="553137" y="89555"/>
                  </a:lnTo>
                  <a:lnTo>
                    <a:pt x="556706" y="88809"/>
                  </a:lnTo>
                  <a:lnTo>
                    <a:pt x="560275" y="88056"/>
                  </a:lnTo>
                  <a:lnTo>
                    <a:pt x="563843" y="86818"/>
                  </a:lnTo>
                  <a:lnTo>
                    <a:pt x="567412" y="85626"/>
                  </a:lnTo>
                  <a:lnTo>
                    <a:pt x="570981" y="84469"/>
                  </a:lnTo>
                  <a:lnTo>
                    <a:pt x="574549" y="83870"/>
                  </a:lnTo>
                  <a:lnTo>
                    <a:pt x="578118" y="82796"/>
                  </a:lnTo>
                  <a:lnTo>
                    <a:pt x="581686" y="81613"/>
                  </a:lnTo>
                  <a:lnTo>
                    <a:pt x="585255" y="80423"/>
                  </a:lnTo>
                  <a:lnTo>
                    <a:pt x="588824" y="79625"/>
                  </a:lnTo>
                  <a:lnTo>
                    <a:pt x="592392" y="78774"/>
                  </a:lnTo>
                  <a:lnTo>
                    <a:pt x="595961" y="77899"/>
                  </a:lnTo>
                  <a:lnTo>
                    <a:pt x="599530" y="76633"/>
                  </a:lnTo>
                  <a:lnTo>
                    <a:pt x="603098" y="75713"/>
                  </a:lnTo>
                  <a:lnTo>
                    <a:pt x="606667" y="74917"/>
                  </a:lnTo>
                  <a:lnTo>
                    <a:pt x="610236" y="74061"/>
                  </a:lnTo>
                  <a:lnTo>
                    <a:pt x="613804" y="73200"/>
                  </a:lnTo>
                  <a:lnTo>
                    <a:pt x="617373" y="72346"/>
                  </a:lnTo>
                  <a:lnTo>
                    <a:pt x="620941" y="71167"/>
                  </a:lnTo>
                  <a:lnTo>
                    <a:pt x="624510" y="70014"/>
                  </a:lnTo>
                  <a:lnTo>
                    <a:pt x="628079" y="69083"/>
                  </a:lnTo>
                  <a:lnTo>
                    <a:pt x="631647" y="67992"/>
                  </a:lnTo>
                  <a:lnTo>
                    <a:pt x="635216" y="66793"/>
                  </a:lnTo>
                  <a:lnTo>
                    <a:pt x="638785" y="65684"/>
                  </a:lnTo>
                  <a:lnTo>
                    <a:pt x="642353" y="64320"/>
                  </a:lnTo>
                  <a:lnTo>
                    <a:pt x="645922" y="63084"/>
                  </a:lnTo>
                  <a:lnTo>
                    <a:pt x="649490" y="61923"/>
                  </a:lnTo>
                  <a:lnTo>
                    <a:pt x="653059" y="60769"/>
                  </a:lnTo>
                  <a:lnTo>
                    <a:pt x="656628" y="59620"/>
                  </a:lnTo>
                  <a:lnTo>
                    <a:pt x="660196" y="58734"/>
                  </a:lnTo>
                  <a:lnTo>
                    <a:pt x="663765" y="57883"/>
                  </a:lnTo>
                  <a:lnTo>
                    <a:pt x="667334" y="57033"/>
                  </a:lnTo>
                  <a:lnTo>
                    <a:pt x="670902" y="55871"/>
                  </a:lnTo>
                  <a:lnTo>
                    <a:pt x="674471" y="54915"/>
                  </a:lnTo>
                  <a:lnTo>
                    <a:pt x="678040" y="53805"/>
                  </a:lnTo>
                  <a:lnTo>
                    <a:pt x="681608" y="52703"/>
                  </a:lnTo>
                  <a:lnTo>
                    <a:pt x="685177" y="51411"/>
                  </a:lnTo>
                  <a:lnTo>
                    <a:pt x="688745" y="50129"/>
                  </a:lnTo>
                  <a:lnTo>
                    <a:pt x="692314" y="49420"/>
                  </a:lnTo>
                  <a:lnTo>
                    <a:pt x="695883" y="48333"/>
                  </a:lnTo>
                  <a:lnTo>
                    <a:pt x="699451" y="47764"/>
                  </a:lnTo>
                  <a:lnTo>
                    <a:pt x="703020" y="47011"/>
                  </a:lnTo>
                  <a:lnTo>
                    <a:pt x="706589" y="46036"/>
                  </a:lnTo>
                  <a:lnTo>
                    <a:pt x="710157" y="44929"/>
                  </a:lnTo>
                  <a:lnTo>
                    <a:pt x="713726" y="43805"/>
                  </a:lnTo>
                  <a:lnTo>
                    <a:pt x="717294" y="42697"/>
                  </a:lnTo>
                  <a:lnTo>
                    <a:pt x="720863" y="41838"/>
                  </a:lnTo>
                  <a:lnTo>
                    <a:pt x="724432" y="40574"/>
                  </a:lnTo>
                  <a:lnTo>
                    <a:pt x="728000" y="39582"/>
                  </a:lnTo>
                  <a:lnTo>
                    <a:pt x="731569" y="38250"/>
                  </a:lnTo>
                  <a:lnTo>
                    <a:pt x="735138" y="36920"/>
                  </a:lnTo>
                  <a:lnTo>
                    <a:pt x="738706" y="35721"/>
                  </a:lnTo>
                  <a:lnTo>
                    <a:pt x="742275" y="34910"/>
                  </a:lnTo>
                  <a:lnTo>
                    <a:pt x="745844" y="33983"/>
                  </a:lnTo>
                  <a:lnTo>
                    <a:pt x="749412" y="32795"/>
                  </a:lnTo>
                  <a:lnTo>
                    <a:pt x="752981" y="31604"/>
                  </a:lnTo>
                  <a:lnTo>
                    <a:pt x="756549" y="30405"/>
                  </a:lnTo>
                  <a:lnTo>
                    <a:pt x="760118" y="29223"/>
                  </a:lnTo>
                  <a:lnTo>
                    <a:pt x="763687" y="28017"/>
                  </a:lnTo>
                  <a:lnTo>
                    <a:pt x="767255" y="26820"/>
                  </a:lnTo>
                  <a:lnTo>
                    <a:pt x="770824" y="25458"/>
                  </a:lnTo>
                  <a:lnTo>
                    <a:pt x="774393" y="24246"/>
                  </a:lnTo>
                  <a:lnTo>
                    <a:pt x="777961" y="23218"/>
                  </a:lnTo>
                  <a:lnTo>
                    <a:pt x="781530" y="22039"/>
                  </a:lnTo>
                  <a:lnTo>
                    <a:pt x="785098" y="20836"/>
                  </a:lnTo>
                  <a:lnTo>
                    <a:pt x="788667" y="19651"/>
                  </a:lnTo>
                  <a:lnTo>
                    <a:pt x="792236" y="18464"/>
                  </a:lnTo>
                  <a:lnTo>
                    <a:pt x="795804" y="17313"/>
                  </a:lnTo>
                  <a:lnTo>
                    <a:pt x="799373" y="16165"/>
                  </a:lnTo>
                  <a:lnTo>
                    <a:pt x="802942" y="15033"/>
                  </a:lnTo>
                  <a:lnTo>
                    <a:pt x="806510" y="13866"/>
                  </a:lnTo>
                  <a:lnTo>
                    <a:pt x="810079" y="13007"/>
                  </a:lnTo>
                  <a:lnTo>
                    <a:pt x="813648" y="12041"/>
                  </a:lnTo>
                  <a:lnTo>
                    <a:pt x="817216" y="10945"/>
                  </a:lnTo>
                  <a:lnTo>
                    <a:pt x="820785" y="9578"/>
                  </a:lnTo>
                  <a:lnTo>
                    <a:pt x="824353" y="8175"/>
                  </a:lnTo>
                  <a:lnTo>
                    <a:pt x="827922" y="6983"/>
                  </a:lnTo>
                  <a:lnTo>
                    <a:pt x="831491" y="6099"/>
                  </a:lnTo>
                  <a:lnTo>
                    <a:pt x="835059" y="5237"/>
                  </a:lnTo>
                  <a:lnTo>
                    <a:pt x="838628" y="4368"/>
                  </a:lnTo>
                  <a:lnTo>
                    <a:pt x="842197" y="3279"/>
                  </a:lnTo>
                  <a:lnTo>
                    <a:pt x="845765" y="2191"/>
                  </a:lnTo>
                  <a:lnTo>
                    <a:pt x="849334" y="1102"/>
                  </a:lnTo>
                  <a:lnTo>
                    <a:pt x="85290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191173" y="5130272"/>
              <a:ext cx="852902" cy="76777"/>
            </a:xfrm>
            <a:custGeom>
              <a:avLst/>
              <a:pathLst>
                <a:path w="852902" h="76777">
                  <a:moveTo>
                    <a:pt x="852902" y="8972"/>
                  </a:moveTo>
                  <a:lnTo>
                    <a:pt x="849334" y="8775"/>
                  </a:lnTo>
                  <a:lnTo>
                    <a:pt x="845765" y="8577"/>
                  </a:lnTo>
                  <a:lnTo>
                    <a:pt x="842197" y="8380"/>
                  </a:lnTo>
                  <a:lnTo>
                    <a:pt x="838628" y="8111"/>
                  </a:lnTo>
                  <a:lnTo>
                    <a:pt x="835059" y="7818"/>
                  </a:lnTo>
                  <a:lnTo>
                    <a:pt x="831491" y="7524"/>
                  </a:lnTo>
                  <a:lnTo>
                    <a:pt x="827922" y="7249"/>
                  </a:lnTo>
                  <a:lnTo>
                    <a:pt x="824353" y="6975"/>
                  </a:lnTo>
                  <a:lnTo>
                    <a:pt x="820785" y="6726"/>
                  </a:lnTo>
                  <a:lnTo>
                    <a:pt x="817216" y="6376"/>
                  </a:lnTo>
                  <a:lnTo>
                    <a:pt x="813648" y="6369"/>
                  </a:lnTo>
                  <a:lnTo>
                    <a:pt x="810079" y="6268"/>
                  </a:lnTo>
                  <a:lnTo>
                    <a:pt x="806510" y="6114"/>
                  </a:lnTo>
                  <a:lnTo>
                    <a:pt x="802942" y="5958"/>
                  </a:lnTo>
                  <a:lnTo>
                    <a:pt x="799373" y="5594"/>
                  </a:lnTo>
                  <a:lnTo>
                    <a:pt x="795804" y="5467"/>
                  </a:lnTo>
                  <a:lnTo>
                    <a:pt x="792236" y="5505"/>
                  </a:lnTo>
                  <a:lnTo>
                    <a:pt x="788667" y="5603"/>
                  </a:lnTo>
                  <a:lnTo>
                    <a:pt x="785098" y="5447"/>
                  </a:lnTo>
                  <a:lnTo>
                    <a:pt x="781530" y="5105"/>
                  </a:lnTo>
                  <a:lnTo>
                    <a:pt x="777961" y="5028"/>
                  </a:lnTo>
                  <a:lnTo>
                    <a:pt x="774393" y="4950"/>
                  </a:lnTo>
                  <a:lnTo>
                    <a:pt x="770824" y="4873"/>
                  </a:lnTo>
                  <a:lnTo>
                    <a:pt x="767255" y="4739"/>
                  </a:lnTo>
                  <a:lnTo>
                    <a:pt x="763687" y="4538"/>
                  </a:lnTo>
                  <a:lnTo>
                    <a:pt x="760118" y="4295"/>
                  </a:lnTo>
                  <a:lnTo>
                    <a:pt x="756549" y="4051"/>
                  </a:lnTo>
                  <a:lnTo>
                    <a:pt x="752981" y="3976"/>
                  </a:lnTo>
                  <a:lnTo>
                    <a:pt x="749412" y="3620"/>
                  </a:lnTo>
                  <a:lnTo>
                    <a:pt x="745844" y="3314"/>
                  </a:lnTo>
                  <a:lnTo>
                    <a:pt x="742275" y="3068"/>
                  </a:lnTo>
                  <a:lnTo>
                    <a:pt x="738706" y="2818"/>
                  </a:lnTo>
                  <a:lnTo>
                    <a:pt x="735138" y="2717"/>
                  </a:lnTo>
                  <a:lnTo>
                    <a:pt x="731569" y="2861"/>
                  </a:lnTo>
                  <a:lnTo>
                    <a:pt x="728000" y="2499"/>
                  </a:lnTo>
                  <a:lnTo>
                    <a:pt x="724432" y="2554"/>
                  </a:lnTo>
                  <a:lnTo>
                    <a:pt x="720863" y="2608"/>
                  </a:lnTo>
                  <a:lnTo>
                    <a:pt x="717294" y="2621"/>
                  </a:lnTo>
                  <a:lnTo>
                    <a:pt x="713726" y="2491"/>
                  </a:lnTo>
                  <a:lnTo>
                    <a:pt x="710157" y="2370"/>
                  </a:lnTo>
                  <a:lnTo>
                    <a:pt x="706589" y="2239"/>
                  </a:lnTo>
                  <a:lnTo>
                    <a:pt x="703020" y="2225"/>
                  </a:lnTo>
                  <a:lnTo>
                    <a:pt x="699451" y="2382"/>
                  </a:lnTo>
                  <a:lnTo>
                    <a:pt x="695883" y="2472"/>
                  </a:lnTo>
                  <a:lnTo>
                    <a:pt x="692314" y="2164"/>
                  </a:lnTo>
                  <a:lnTo>
                    <a:pt x="688745" y="2037"/>
                  </a:lnTo>
                  <a:lnTo>
                    <a:pt x="685177" y="1965"/>
                  </a:lnTo>
                  <a:lnTo>
                    <a:pt x="681608" y="2176"/>
                  </a:lnTo>
                  <a:lnTo>
                    <a:pt x="678040" y="2398"/>
                  </a:lnTo>
                  <a:lnTo>
                    <a:pt x="674471" y="2446"/>
                  </a:lnTo>
                  <a:lnTo>
                    <a:pt x="670902" y="1882"/>
                  </a:lnTo>
                  <a:lnTo>
                    <a:pt x="667334" y="1886"/>
                  </a:lnTo>
                  <a:lnTo>
                    <a:pt x="663765" y="1619"/>
                  </a:lnTo>
                  <a:lnTo>
                    <a:pt x="660196" y="1348"/>
                  </a:lnTo>
                  <a:lnTo>
                    <a:pt x="656628" y="1069"/>
                  </a:lnTo>
                  <a:lnTo>
                    <a:pt x="653059" y="1118"/>
                  </a:lnTo>
                  <a:lnTo>
                    <a:pt x="649490" y="1207"/>
                  </a:lnTo>
                  <a:lnTo>
                    <a:pt x="645922" y="1146"/>
                  </a:lnTo>
                  <a:lnTo>
                    <a:pt x="642353" y="1220"/>
                  </a:lnTo>
                  <a:lnTo>
                    <a:pt x="638785" y="1363"/>
                  </a:lnTo>
                  <a:lnTo>
                    <a:pt x="635216" y="1262"/>
                  </a:lnTo>
                  <a:lnTo>
                    <a:pt x="631647" y="1253"/>
                  </a:lnTo>
                  <a:lnTo>
                    <a:pt x="628079" y="1082"/>
                  </a:lnTo>
                  <a:lnTo>
                    <a:pt x="624510" y="1198"/>
                  </a:lnTo>
                  <a:lnTo>
                    <a:pt x="620941" y="818"/>
                  </a:lnTo>
                  <a:lnTo>
                    <a:pt x="617373" y="484"/>
                  </a:lnTo>
                  <a:lnTo>
                    <a:pt x="613804" y="120"/>
                  </a:lnTo>
                  <a:lnTo>
                    <a:pt x="610236" y="0"/>
                  </a:lnTo>
                  <a:lnTo>
                    <a:pt x="606667" y="214"/>
                  </a:lnTo>
                  <a:lnTo>
                    <a:pt x="603098" y="416"/>
                  </a:lnTo>
                  <a:lnTo>
                    <a:pt x="599530" y="387"/>
                  </a:lnTo>
                  <a:lnTo>
                    <a:pt x="595961" y="446"/>
                  </a:lnTo>
                  <a:lnTo>
                    <a:pt x="592392" y="298"/>
                  </a:lnTo>
                  <a:lnTo>
                    <a:pt x="588824" y="1006"/>
                  </a:lnTo>
                  <a:lnTo>
                    <a:pt x="585255" y="879"/>
                  </a:lnTo>
                  <a:lnTo>
                    <a:pt x="581686" y="778"/>
                  </a:lnTo>
                  <a:lnTo>
                    <a:pt x="578118" y="784"/>
                  </a:lnTo>
                  <a:lnTo>
                    <a:pt x="574549" y="782"/>
                  </a:lnTo>
                  <a:lnTo>
                    <a:pt x="570981" y="996"/>
                  </a:lnTo>
                  <a:lnTo>
                    <a:pt x="567412" y="896"/>
                  </a:lnTo>
                  <a:lnTo>
                    <a:pt x="563843" y="562"/>
                  </a:lnTo>
                  <a:lnTo>
                    <a:pt x="560275" y="407"/>
                  </a:lnTo>
                  <a:lnTo>
                    <a:pt x="556706" y="331"/>
                  </a:lnTo>
                  <a:lnTo>
                    <a:pt x="553137" y="255"/>
                  </a:lnTo>
                  <a:lnTo>
                    <a:pt x="549569" y="560"/>
                  </a:lnTo>
                  <a:lnTo>
                    <a:pt x="546000" y="399"/>
                  </a:lnTo>
                  <a:lnTo>
                    <a:pt x="542432" y="321"/>
                  </a:lnTo>
                  <a:lnTo>
                    <a:pt x="538863" y="264"/>
                  </a:lnTo>
                  <a:lnTo>
                    <a:pt x="535294" y="158"/>
                  </a:lnTo>
                  <a:lnTo>
                    <a:pt x="531726" y="54"/>
                  </a:lnTo>
                  <a:lnTo>
                    <a:pt x="528157" y="150"/>
                  </a:lnTo>
                  <a:lnTo>
                    <a:pt x="524588" y="72"/>
                  </a:lnTo>
                  <a:lnTo>
                    <a:pt x="521020" y="232"/>
                  </a:lnTo>
                  <a:lnTo>
                    <a:pt x="517451" y="790"/>
                  </a:lnTo>
                  <a:lnTo>
                    <a:pt x="513882" y="607"/>
                  </a:lnTo>
                  <a:lnTo>
                    <a:pt x="510314" y="554"/>
                  </a:lnTo>
                  <a:lnTo>
                    <a:pt x="506745" y="570"/>
                  </a:lnTo>
                  <a:lnTo>
                    <a:pt x="503177" y="311"/>
                  </a:lnTo>
                  <a:lnTo>
                    <a:pt x="499608" y="329"/>
                  </a:lnTo>
                  <a:lnTo>
                    <a:pt x="496039" y="456"/>
                  </a:lnTo>
                  <a:lnTo>
                    <a:pt x="492471" y="656"/>
                  </a:lnTo>
                  <a:lnTo>
                    <a:pt x="488902" y="811"/>
                  </a:lnTo>
                  <a:lnTo>
                    <a:pt x="485333" y="1164"/>
                  </a:lnTo>
                  <a:lnTo>
                    <a:pt x="481765" y="1242"/>
                  </a:lnTo>
                  <a:lnTo>
                    <a:pt x="478196" y="1311"/>
                  </a:lnTo>
                  <a:lnTo>
                    <a:pt x="474628" y="1307"/>
                  </a:lnTo>
                  <a:lnTo>
                    <a:pt x="471059" y="1459"/>
                  </a:lnTo>
                  <a:lnTo>
                    <a:pt x="467490" y="1544"/>
                  </a:lnTo>
                  <a:lnTo>
                    <a:pt x="463922" y="2062"/>
                  </a:lnTo>
                  <a:lnTo>
                    <a:pt x="460353" y="1885"/>
                  </a:lnTo>
                  <a:lnTo>
                    <a:pt x="456784" y="2131"/>
                  </a:lnTo>
                  <a:lnTo>
                    <a:pt x="453216" y="2054"/>
                  </a:lnTo>
                  <a:lnTo>
                    <a:pt x="449647" y="2086"/>
                  </a:lnTo>
                  <a:lnTo>
                    <a:pt x="446078" y="2192"/>
                  </a:lnTo>
                  <a:lnTo>
                    <a:pt x="442510" y="2692"/>
                  </a:lnTo>
                  <a:lnTo>
                    <a:pt x="438941" y="3080"/>
                  </a:lnTo>
                  <a:lnTo>
                    <a:pt x="435373" y="3549"/>
                  </a:lnTo>
                  <a:lnTo>
                    <a:pt x="431804" y="3788"/>
                  </a:lnTo>
                  <a:lnTo>
                    <a:pt x="428235" y="4099"/>
                  </a:lnTo>
                  <a:lnTo>
                    <a:pt x="424667" y="4108"/>
                  </a:lnTo>
                  <a:lnTo>
                    <a:pt x="421098" y="4747"/>
                  </a:lnTo>
                  <a:lnTo>
                    <a:pt x="417529" y="5042"/>
                  </a:lnTo>
                  <a:lnTo>
                    <a:pt x="413961" y="5359"/>
                  </a:lnTo>
                  <a:lnTo>
                    <a:pt x="410392" y="5793"/>
                  </a:lnTo>
                  <a:lnTo>
                    <a:pt x="406824" y="5934"/>
                  </a:lnTo>
                  <a:lnTo>
                    <a:pt x="403255" y="6104"/>
                  </a:lnTo>
                  <a:lnTo>
                    <a:pt x="399686" y="6500"/>
                  </a:lnTo>
                  <a:lnTo>
                    <a:pt x="396118" y="6829"/>
                  </a:lnTo>
                  <a:lnTo>
                    <a:pt x="392549" y="7126"/>
                  </a:lnTo>
                  <a:lnTo>
                    <a:pt x="388980" y="7466"/>
                  </a:lnTo>
                  <a:lnTo>
                    <a:pt x="385412" y="7716"/>
                  </a:lnTo>
                  <a:lnTo>
                    <a:pt x="381843" y="8165"/>
                  </a:lnTo>
                  <a:lnTo>
                    <a:pt x="378274" y="8635"/>
                  </a:lnTo>
                  <a:lnTo>
                    <a:pt x="374706" y="8995"/>
                  </a:lnTo>
                  <a:lnTo>
                    <a:pt x="371137" y="8995"/>
                  </a:lnTo>
                  <a:lnTo>
                    <a:pt x="367569" y="9489"/>
                  </a:lnTo>
                  <a:lnTo>
                    <a:pt x="364000" y="10015"/>
                  </a:lnTo>
                  <a:lnTo>
                    <a:pt x="360431" y="10494"/>
                  </a:lnTo>
                  <a:lnTo>
                    <a:pt x="356863" y="10923"/>
                  </a:lnTo>
                  <a:lnTo>
                    <a:pt x="353294" y="11207"/>
                  </a:lnTo>
                  <a:lnTo>
                    <a:pt x="349725" y="11624"/>
                  </a:lnTo>
                  <a:lnTo>
                    <a:pt x="346157" y="12020"/>
                  </a:lnTo>
                  <a:lnTo>
                    <a:pt x="342588" y="12203"/>
                  </a:lnTo>
                  <a:lnTo>
                    <a:pt x="339020" y="12715"/>
                  </a:lnTo>
                  <a:lnTo>
                    <a:pt x="335451" y="13147"/>
                  </a:lnTo>
                  <a:lnTo>
                    <a:pt x="331882" y="13515"/>
                  </a:lnTo>
                  <a:lnTo>
                    <a:pt x="328314" y="13862"/>
                  </a:lnTo>
                  <a:lnTo>
                    <a:pt x="324745" y="14209"/>
                  </a:lnTo>
                  <a:lnTo>
                    <a:pt x="321176" y="14677"/>
                  </a:lnTo>
                  <a:lnTo>
                    <a:pt x="317608" y="15257"/>
                  </a:lnTo>
                  <a:lnTo>
                    <a:pt x="314039" y="15770"/>
                  </a:lnTo>
                  <a:lnTo>
                    <a:pt x="310470" y="16348"/>
                  </a:lnTo>
                  <a:lnTo>
                    <a:pt x="306902" y="16611"/>
                  </a:lnTo>
                  <a:lnTo>
                    <a:pt x="303333" y="17234"/>
                  </a:lnTo>
                  <a:lnTo>
                    <a:pt x="299765" y="17466"/>
                  </a:lnTo>
                  <a:lnTo>
                    <a:pt x="296196" y="17895"/>
                  </a:lnTo>
                  <a:lnTo>
                    <a:pt x="292627" y="18433"/>
                  </a:lnTo>
                  <a:lnTo>
                    <a:pt x="289059" y="19043"/>
                  </a:lnTo>
                  <a:lnTo>
                    <a:pt x="285490" y="19842"/>
                  </a:lnTo>
                  <a:lnTo>
                    <a:pt x="281921" y="20309"/>
                  </a:lnTo>
                  <a:lnTo>
                    <a:pt x="278353" y="20959"/>
                  </a:lnTo>
                  <a:lnTo>
                    <a:pt x="274784" y="21470"/>
                  </a:lnTo>
                  <a:lnTo>
                    <a:pt x="271216" y="22076"/>
                  </a:lnTo>
                  <a:lnTo>
                    <a:pt x="267647" y="22857"/>
                  </a:lnTo>
                  <a:lnTo>
                    <a:pt x="264078" y="23377"/>
                  </a:lnTo>
                  <a:lnTo>
                    <a:pt x="260510" y="24059"/>
                  </a:lnTo>
                  <a:lnTo>
                    <a:pt x="256941" y="24485"/>
                  </a:lnTo>
                  <a:lnTo>
                    <a:pt x="253372" y="24980"/>
                  </a:lnTo>
                  <a:lnTo>
                    <a:pt x="249804" y="25683"/>
                  </a:lnTo>
                  <a:lnTo>
                    <a:pt x="246235" y="26179"/>
                  </a:lnTo>
                  <a:lnTo>
                    <a:pt x="242666" y="26835"/>
                  </a:lnTo>
                  <a:lnTo>
                    <a:pt x="239098" y="27471"/>
                  </a:lnTo>
                  <a:lnTo>
                    <a:pt x="235529" y="28074"/>
                  </a:lnTo>
                  <a:lnTo>
                    <a:pt x="231961" y="28742"/>
                  </a:lnTo>
                  <a:lnTo>
                    <a:pt x="228392" y="29423"/>
                  </a:lnTo>
                  <a:lnTo>
                    <a:pt x="224823" y="30103"/>
                  </a:lnTo>
                  <a:lnTo>
                    <a:pt x="221255" y="30755"/>
                  </a:lnTo>
                  <a:lnTo>
                    <a:pt x="217686" y="31286"/>
                  </a:lnTo>
                  <a:lnTo>
                    <a:pt x="214117" y="31891"/>
                  </a:lnTo>
                  <a:lnTo>
                    <a:pt x="210549" y="32382"/>
                  </a:lnTo>
                  <a:lnTo>
                    <a:pt x="206980" y="33021"/>
                  </a:lnTo>
                  <a:lnTo>
                    <a:pt x="203412" y="33847"/>
                  </a:lnTo>
                  <a:lnTo>
                    <a:pt x="199843" y="34303"/>
                  </a:lnTo>
                  <a:lnTo>
                    <a:pt x="196274" y="35095"/>
                  </a:lnTo>
                  <a:lnTo>
                    <a:pt x="192706" y="35740"/>
                  </a:lnTo>
                  <a:lnTo>
                    <a:pt x="189137" y="36524"/>
                  </a:lnTo>
                  <a:lnTo>
                    <a:pt x="185568" y="37212"/>
                  </a:lnTo>
                  <a:lnTo>
                    <a:pt x="182000" y="37905"/>
                  </a:lnTo>
                  <a:lnTo>
                    <a:pt x="178431" y="38544"/>
                  </a:lnTo>
                  <a:lnTo>
                    <a:pt x="174862" y="39196"/>
                  </a:lnTo>
                  <a:lnTo>
                    <a:pt x="171294" y="39908"/>
                  </a:lnTo>
                  <a:lnTo>
                    <a:pt x="167725" y="40783"/>
                  </a:lnTo>
                  <a:lnTo>
                    <a:pt x="164157" y="41220"/>
                  </a:lnTo>
                  <a:lnTo>
                    <a:pt x="160588" y="41798"/>
                  </a:lnTo>
                  <a:lnTo>
                    <a:pt x="157019" y="42696"/>
                  </a:lnTo>
                  <a:lnTo>
                    <a:pt x="153451" y="43534"/>
                  </a:lnTo>
                  <a:lnTo>
                    <a:pt x="149882" y="44414"/>
                  </a:lnTo>
                  <a:lnTo>
                    <a:pt x="146313" y="45297"/>
                  </a:lnTo>
                  <a:lnTo>
                    <a:pt x="142745" y="46113"/>
                  </a:lnTo>
                  <a:lnTo>
                    <a:pt x="139176" y="46931"/>
                  </a:lnTo>
                  <a:lnTo>
                    <a:pt x="135608" y="47428"/>
                  </a:lnTo>
                  <a:lnTo>
                    <a:pt x="132039" y="48314"/>
                  </a:lnTo>
                  <a:lnTo>
                    <a:pt x="128470" y="48919"/>
                  </a:lnTo>
                  <a:lnTo>
                    <a:pt x="124902" y="49501"/>
                  </a:lnTo>
                  <a:lnTo>
                    <a:pt x="121333" y="50080"/>
                  </a:lnTo>
                  <a:lnTo>
                    <a:pt x="117764" y="50652"/>
                  </a:lnTo>
                  <a:lnTo>
                    <a:pt x="114196" y="51446"/>
                  </a:lnTo>
                  <a:lnTo>
                    <a:pt x="110627" y="52286"/>
                  </a:lnTo>
                  <a:lnTo>
                    <a:pt x="107058" y="53308"/>
                  </a:lnTo>
                  <a:lnTo>
                    <a:pt x="103490" y="54324"/>
                  </a:lnTo>
                  <a:lnTo>
                    <a:pt x="99921" y="55336"/>
                  </a:lnTo>
                  <a:lnTo>
                    <a:pt x="96353" y="56098"/>
                  </a:lnTo>
                  <a:lnTo>
                    <a:pt x="92784" y="56853"/>
                  </a:lnTo>
                  <a:lnTo>
                    <a:pt x="89215" y="57760"/>
                  </a:lnTo>
                  <a:lnTo>
                    <a:pt x="85647" y="58657"/>
                  </a:lnTo>
                  <a:lnTo>
                    <a:pt x="82078" y="59554"/>
                  </a:lnTo>
                  <a:lnTo>
                    <a:pt x="78509" y="60173"/>
                  </a:lnTo>
                  <a:lnTo>
                    <a:pt x="74941" y="61091"/>
                  </a:lnTo>
                  <a:lnTo>
                    <a:pt x="71372" y="62005"/>
                  </a:lnTo>
                  <a:lnTo>
                    <a:pt x="67804" y="62507"/>
                  </a:lnTo>
                  <a:lnTo>
                    <a:pt x="64235" y="63009"/>
                  </a:lnTo>
                  <a:lnTo>
                    <a:pt x="60666" y="63786"/>
                  </a:lnTo>
                  <a:lnTo>
                    <a:pt x="57098" y="64678"/>
                  </a:lnTo>
                  <a:lnTo>
                    <a:pt x="53529" y="65453"/>
                  </a:lnTo>
                  <a:lnTo>
                    <a:pt x="49960" y="66123"/>
                  </a:lnTo>
                  <a:lnTo>
                    <a:pt x="46392" y="66916"/>
                  </a:lnTo>
                  <a:lnTo>
                    <a:pt x="42823" y="67947"/>
                  </a:lnTo>
                  <a:lnTo>
                    <a:pt x="39254" y="68877"/>
                  </a:lnTo>
                  <a:lnTo>
                    <a:pt x="35686" y="69472"/>
                  </a:lnTo>
                  <a:lnTo>
                    <a:pt x="32117" y="70201"/>
                  </a:lnTo>
                  <a:lnTo>
                    <a:pt x="28549" y="71076"/>
                  </a:lnTo>
                  <a:lnTo>
                    <a:pt x="24980" y="71711"/>
                  </a:lnTo>
                  <a:lnTo>
                    <a:pt x="21411" y="72615"/>
                  </a:lnTo>
                  <a:lnTo>
                    <a:pt x="17843" y="73519"/>
                  </a:lnTo>
                  <a:lnTo>
                    <a:pt x="14274" y="74137"/>
                  </a:lnTo>
                  <a:lnTo>
                    <a:pt x="10705" y="74819"/>
                  </a:lnTo>
                  <a:lnTo>
                    <a:pt x="7137" y="75496"/>
                  </a:lnTo>
                  <a:lnTo>
                    <a:pt x="3568" y="76056"/>
                  </a:lnTo>
                  <a:lnTo>
                    <a:pt x="0" y="7677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191173" y="5014028"/>
              <a:ext cx="852902" cy="106932"/>
            </a:xfrm>
            <a:custGeom>
              <a:avLst/>
              <a:pathLst>
                <a:path w="852902" h="106932">
                  <a:moveTo>
                    <a:pt x="0" y="106932"/>
                  </a:moveTo>
                  <a:lnTo>
                    <a:pt x="3568" y="106541"/>
                  </a:lnTo>
                  <a:lnTo>
                    <a:pt x="7137" y="106149"/>
                  </a:lnTo>
                  <a:lnTo>
                    <a:pt x="10705" y="105756"/>
                  </a:lnTo>
                  <a:lnTo>
                    <a:pt x="14274" y="105363"/>
                  </a:lnTo>
                  <a:lnTo>
                    <a:pt x="17843" y="104970"/>
                  </a:lnTo>
                  <a:lnTo>
                    <a:pt x="21411" y="104575"/>
                  </a:lnTo>
                  <a:lnTo>
                    <a:pt x="24980" y="104181"/>
                  </a:lnTo>
                  <a:lnTo>
                    <a:pt x="28549" y="103785"/>
                  </a:lnTo>
                  <a:lnTo>
                    <a:pt x="32117" y="103389"/>
                  </a:lnTo>
                  <a:lnTo>
                    <a:pt x="35686" y="102993"/>
                  </a:lnTo>
                  <a:lnTo>
                    <a:pt x="39254" y="102596"/>
                  </a:lnTo>
                  <a:lnTo>
                    <a:pt x="42823" y="102198"/>
                  </a:lnTo>
                  <a:lnTo>
                    <a:pt x="46392" y="101800"/>
                  </a:lnTo>
                  <a:lnTo>
                    <a:pt x="49960" y="101401"/>
                  </a:lnTo>
                  <a:lnTo>
                    <a:pt x="53529" y="101002"/>
                  </a:lnTo>
                  <a:lnTo>
                    <a:pt x="57098" y="100602"/>
                  </a:lnTo>
                  <a:lnTo>
                    <a:pt x="60666" y="100201"/>
                  </a:lnTo>
                  <a:lnTo>
                    <a:pt x="64235" y="99800"/>
                  </a:lnTo>
                  <a:lnTo>
                    <a:pt x="67804" y="99399"/>
                  </a:lnTo>
                  <a:lnTo>
                    <a:pt x="71372" y="98997"/>
                  </a:lnTo>
                  <a:lnTo>
                    <a:pt x="74941" y="98594"/>
                  </a:lnTo>
                  <a:lnTo>
                    <a:pt x="78509" y="98191"/>
                  </a:lnTo>
                  <a:lnTo>
                    <a:pt x="82078" y="97787"/>
                  </a:lnTo>
                  <a:lnTo>
                    <a:pt x="85647" y="97382"/>
                  </a:lnTo>
                  <a:lnTo>
                    <a:pt x="89215" y="96977"/>
                  </a:lnTo>
                  <a:lnTo>
                    <a:pt x="92784" y="96572"/>
                  </a:lnTo>
                  <a:lnTo>
                    <a:pt x="96353" y="96165"/>
                  </a:lnTo>
                  <a:lnTo>
                    <a:pt x="99921" y="95759"/>
                  </a:lnTo>
                  <a:lnTo>
                    <a:pt x="103490" y="95352"/>
                  </a:lnTo>
                  <a:lnTo>
                    <a:pt x="107058" y="94944"/>
                  </a:lnTo>
                  <a:lnTo>
                    <a:pt x="110627" y="94535"/>
                  </a:lnTo>
                  <a:lnTo>
                    <a:pt x="114196" y="94126"/>
                  </a:lnTo>
                  <a:lnTo>
                    <a:pt x="117764" y="93717"/>
                  </a:lnTo>
                  <a:lnTo>
                    <a:pt x="121333" y="93307"/>
                  </a:lnTo>
                  <a:lnTo>
                    <a:pt x="124902" y="92896"/>
                  </a:lnTo>
                  <a:lnTo>
                    <a:pt x="128470" y="92485"/>
                  </a:lnTo>
                  <a:lnTo>
                    <a:pt x="132039" y="92074"/>
                  </a:lnTo>
                  <a:lnTo>
                    <a:pt x="135608" y="91661"/>
                  </a:lnTo>
                  <a:lnTo>
                    <a:pt x="139176" y="91249"/>
                  </a:lnTo>
                  <a:lnTo>
                    <a:pt x="142745" y="90835"/>
                  </a:lnTo>
                  <a:lnTo>
                    <a:pt x="146313" y="90421"/>
                  </a:lnTo>
                  <a:lnTo>
                    <a:pt x="149882" y="90007"/>
                  </a:lnTo>
                  <a:lnTo>
                    <a:pt x="153451" y="89592"/>
                  </a:lnTo>
                  <a:lnTo>
                    <a:pt x="157019" y="89177"/>
                  </a:lnTo>
                  <a:lnTo>
                    <a:pt x="160588" y="88761"/>
                  </a:lnTo>
                  <a:lnTo>
                    <a:pt x="164157" y="88344"/>
                  </a:lnTo>
                  <a:lnTo>
                    <a:pt x="167725" y="87927"/>
                  </a:lnTo>
                  <a:lnTo>
                    <a:pt x="171294" y="87509"/>
                  </a:lnTo>
                  <a:lnTo>
                    <a:pt x="174862" y="87091"/>
                  </a:lnTo>
                  <a:lnTo>
                    <a:pt x="178431" y="86672"/>
                  </a:lnTo>
                  <a:lnTo>
                    <a:pt x="182000" y="86253"/>
                  </a:lnTo>
                  <a:lnTo>
                    <a:pt x="185568" y="85833"/>
                  </a:lnTo>
                  <a:lnTo>
                    <a:pt x="189137" y="85413"/>
                  </a:lnTo>
                  <a:lnTo>
                    <a:pt x="192706" y="84992"/>
                  </a:lnTo>
                  <a:lnTo>
                    <a:pt x="196274" y="84571"/>
                  </a:lnTo>
                  <a:lnTo>
                    <a:pt x="199843" y="84149"/>
                  </a:lnTo>
                  <a:lnTo>
                    <a:pt x="203412" y="83727"/>
                  </a:lnTo>
                  <a:lnTo>
                    <a:pt x="206980" y="83304"/>
                  </a:lnTo>
                  <a:lnTo>
                    <a:pt x="210549" y="82880"/>
                  </a:lnTo>
                  <a:lnTo>
                    <a:pt x="214117" y="82456"/>
                  </a:lnTo>
                  <a:lnTo>
                    <a:pt x="217686" y="82032"/>
                  </a:lnTo>
                  <a:lnTo>
                    <a:pt x="221255" y="81607"/>
                  </a:lnTo>
                  <a:lnTo>
                    <a:pt x="224823" y="81181"/>
                  </a:lnTo>
                  <a:lnTo>
                    <a:pt x="228392" y="80755"/>
                  </a:lnTo>
                  <a:lnTo>
                    <a:pt x="231961" y="80329"/>
                  </a:lnTo>
                  <a:lnTo>
                    <a:pt x="235529" y="79902"/>
                  </a:lnTo>
                  <a:lnTo>
                    <a:pt x="239098" y="79474"/>
                  </a:lnTo>
                  <a:lnTo>
                    <a:pt x="242666" y="79046"/>
                  </a:lnTo>
                  <a:lnTo>
                    <a:pt x="246235" y="78617"/>
                  </a:lnTo>
                  <a:lnTo>
                    <a:pt x="249804" y="78188"/>
                  </a:lnTo>
                  <a:lnTo>
                    <a:pt x="253372" y="77759"/>
                  </a:lnTo>
                  <a:lnTo>
                    <a:pt x="256941" y="77328"/>
                  </a:lnTo>
                  <a:lnTo>
                    <a:pt x="260510" y="76898"/>
                  </a:lnTo>
                  <a:lnTo>
                    <a:pt x="264078" y="76467"/>
                  </a:lnTo>
                  <a:lnTo>
                    <a:pt x="267647" y="76035"/>
                  </a:lnTo>
                  <a:lnTo>
                    <a:pt x="271216" y="75603"/>
                  </a:lnTo>
                  <a:lnTo>
                    <a:pt x="274784" y="75170"/>
                  </a:lnTo>
                  <a:lnTo>
                    <a:pt x="278353" y="74737"/>
                  </a:lnTo>
                  <a:lnTo>
                    <a:pt x="281921" y="74304"/>
                  </a:lnTo>
                  <a:lnTo>
                    <a:pt x="285490" y="73870"/>
                  </a:lnTo>
                  <a:lnTo>
                    <a:pt x="289059" y="73435"/>
                  </a:lnTo>
                  <a:lnTo>
                    <a:pt x="292627" y="73000"/>
                  </a:lnTo>
                  <a:lnTo>
                    <a:pt x="296196" y="72564"/>
                  </a:lnTo>
                  <a:lnTo>
                    <a:pt x="299765" y="72128"/>
                  </a:lnTo>
                  <a:lnTo>
                    <a:pt x="303333" y="71692"/>
                  </a:lnTo>
                  <a:lnTo>
                    <a:pt x="306902" y="71255"/>
                  </a:lnTo>
                  <a:lnTo>
                    <a:pt x="310470" y="70817"/>
                  </a:lnTo>
                  <a:lnTo>
                    <a:pt x="314039" y="70379"/>
                  </a:lnTo>
                  <a:lnTo>
                    <a:pt x="317608" y="69941"/>
                  </a:lnTo>
                  <a:lnTo>
                    <a:pt x="321176" y="69502"/>
                  </a:lnTo>
                  <a:lnTo>
                    <a:pt x="324745" y="69063"/>
                  </a:lnTo>
                  <a:lnTo>
                    <a:pt x="328314" y="68623"/>
                  </a:lnTo>
                  <a:lnTo>
                    <a:pt x="331882" y="68182"/>
                  </a:lnTo>
                  <a:lnTo>
                    <a:pt x="335451" y="67742"/>
                  </a:lnTo>
                  <a:lnTo>
                    <a:pt x="339020" y="67300"/>
                  </a:lnTo>
                  <a:lnTo>
                    <a:pt x="342588" y="66859"/>
                  </a:lnTo>
                  <a:lnTo>
                    <a:pt x="346157" y="66417"/>
                  </a:lnTo>
                  <a:lnTo>
                    <a:pt x="349725" y="65974"/>
                  </a:lnTo>
                  <a:lnTo>
                    <a:pt x="353294" y="65531"/>
                  </a:lnTo>
                  <a:lnTo>
                    <a:pt x="356863" y="65087"/>
                  </a:lnTo>
                  <a:lnTo>
                    <a:pt x="360431" y="64643"/>
                  </a:lnTo>
                  <a:lnTo>
                    <a:pt x="364000" y="64199"/>
                  </a:lnTo>
                  <a:lnTo>
                    <a:pt x="367569" y="63754"/>
                  </a:lnTo>
                  <a:lnTo>
                    <a:pt x="371137" y="63309"/>
                  </a:lnTo>
                  <a:lnTo>
                    <a:pt x="374706" y="62863"/>
                  </a:lnTo>
                  <a:lnTo>
                    <a:pt x="378274" y="62416"/>
                  </a:lnTo>
                  <a:lnTo>
                    <a:pt x="381843" y="61970"/>
                  </a:lnTo>
                  <a:lnTo>
                    <a:pt x="385412" y="61523"/>
                  </a:lnTo>
                  <a:lnTo>
                    <a:pt x="388980" y="61075"/>
                  </a:lnTo>
                  <a:lnTo>
                    <a:pt x="392549" y="60627"/>
                  </a:lnTo>
                  <a:lnTo>
                    <a:pt x="396118" y="60179"/>
                  </a:lnTo>
                  <a:lnTo>
                    <a:pt x="399686" y="59730"/>
                  </a:lnTo>
                  <a:lnTo>
                    <a:pt x="403255" y="59280"/>
                  </a:lnTo>
                  <a:lnTo>
                    <a:pt x="406824" y="58831"/>
                  </a:lnTo>
                  <a:lnTo>
                    <a:pt x="410392" y="58381"/>
                  </a:lnTo>
                  <a:lnTo>
                    <a:pt x="413961" y="57930"/>
                  </a:lnTo>
                  <a:lnTo>
                    <a:pt x="417529" y="57479"/>
                  </a:lnTo>
                  <a:lnTo>
                    <a:pt x="421098" y="57027"/>
                  </a:lnTo>
                  <a:lnTo>
                    <a:pt x="424667" y="56576"/>
                  </a:lnTo>
                  <a:lnTo>
                    <a:pt x="428235" y="56123"/>
                  </a:lnTo>
                  <a:lnTo>
                    <a:pt x="431804" y="55671"/>
                  </a:lnTo>
                  <a:lnTo>
                    <a:pt x="435373" y="55218"/>
                  </a:lnTo>
                  <a:lnTo>
                    <a:pt x="438941" y="54764"/>
                  </a:lnTo>
                  <a:lnTo>
                    <a:pt x="442510" y="54310"/>
                  </a:lnTo>
                  <a:lnTo>
                    <a:pt x="446078" y="53856"/>
                  </a:lnTo>
                  <a:lnTo>
                    <a:pt x="449647" y="53401"/>
                  </a:lnTo>
                  <a:lnTo>
                    <a:pt x="453216" y="52946"/>
                  </a:lnTo>
                  <a:lnTo>
                    <a:pt x="456784" y="52490"/>
                  </a:lnTo>
                  <a:lnTo>
                    <a:pt x="460353" y="52034"/>
                  </a:lnTo>
                  <a:lnTo>
                    <a:pt x="463922" y="51578"/>
                  </a:lnTo>
                  <a:lnTo>
                    <a:pt x="467490" y="51121"/>
                  </a:lnTo>
                  <a:lnTo>
                    <a:pt x="471059" y="50664"/>
                  </a:lnTo>
                  <a:lnTo>
                    <a:pt x="474628" y="50207"/>
                  </a:lnTo>
                  <a:lnTo>
                    <a:pt x="478196" y="49749"/>
                  </a:lnTo>
                  <a:lnTo>
                    <a:pt x="481765" y="49291"/>
                  </a:lnTo>
                  <a:lnTo>
                    <a:pt x="485333" y="48832"/>
                  </a:lnTo>
                  <a:lnTo>
                    <a:pt x="488902" y="48373"/>
                  </a:lnTo>
                  <a:lnTo>
                    <a:pt x="492471" y="47914"/>
                  </a:lnTo>
                  <a:lnTo>
                    <a:pt x="496039" y="47454"/>
                  </a:lnTo>
                  <a:lnTo>
                    <a:pt x="499608" y="46994"/>
                  </a:lnTo>
                  <a:lnTo>
                    <a:pt x="503177" y="46533"/>
                  </a:lnTo>
                  <a:lnTo>
                    <a:pt x="506745" y="46072"/>
                  </a:lnTo>
                  <a:lnTo>
                    <a:pt x="510314" y="45611"/>
                  </a:lnTo>
                  <a:lnTo>
                    <a:pt x="513882" y="45149"/>
                  </a:lnTo>
                  <a:lnTo>
                    <a:pt x="517451" y="44687"/>
                  </a:lnTo>
                  <a:lnTo>
                    <a:pt x="521020" y="44225"/>
                  </a:lnTo>
                  <a:lnTo>
                    <a:pt x="524588" y="43762"/>
                  </a:lnTo>
                  <a:lnTo>
                    <a:pt x="528157" y="43299"/>
                  </a:lnTo>
                  <a:lnTo>
                    <a:pt x="531726" y="42836"/>
                  </a:lnTo>
                  <a:lnTo>
                    <a:pt x="535294" y="42372"/>
                  </a:lnTo>
                  <a:lnTo>
                    <a:pt x="538863" y="41908"/>
                  </a:lnTo>
                  <a:lnTo>
                    <a:pt x="542432" y="41443"/>
                  </a:lnTo>
                  <a:lnTo>
                    <a:pt x="546000" y="40978"/>
                  </a:lnTo>
                  <a:lnTo>
                    <a:pt x="549569" y="40513"/>
                  </a:lnTo>
                  <a:lnTo>
                    <a:pt x="553137" y="40048"/>
                  </a:lnTo>
                  <a:lnTo>
                    <a:pt x="556706" y="39582"/>
                  </a:lnTo>
                  <a:lnTo>
                    <a:pt x="560275" y="39116"/>
                  </a:lnTo>
                  <a:lnTo>
                    <a:pt x="563843" y="38649"/>
                  </a:lnTo>
                  <a:lnTo>
                    <a:pt x="567412" y="38183"/>
                  </a:lnTo>
                  <a:lnTo>
                    <a:pt x="570981" y="37715"/>
                  </a:lnTo>
                  <a:lnTo>
                    <a:pt x="574549" y="37248"/>
                  </a:lnTo>
                  <a:lnTo>
                    <a:pt x="578118" y="36780"/>
                  </a:lnTo>
                  <a:lnTo>
                    <a:pt x="581686" y="36312"/>
                  </a:lnTo>
                  <a:lnTo>
                    <a:pt x="585255" y="35844"/>
                  </a:lnTo>
                  <a:lnTo>
                    <a:pt x="588824" y="35375"/>
                  </a:lnTo>
                  <a:lnTo>
                    <a:pt x="592392" y="34906"/>
                  </a:lnTo>
                  <a:lnTo>
                    <a:pt x="595961" y="34436"/>
                  </a:lnTo>
                  <a:lnTo>
                    <a:pt x="599530" y="33967"/>
                  </a:lnTo>
                  <a:lnTo>
                    <a:pt x="603098" y="33497"/>
                  </a:lnTo>
                  <a:lnTo>
                    <a:pt x="606667" y="33026"/>
                  </a:lnTo>
                  <a:lnTo>
                    <a:pt x="610236" y="32556"/>
                  </a:lnTo>
                  <a:lnTo>
                    <a:pt x="613804" y="32085"/>
                  </a:lnTo>
                  <a:lnTo>
                    <a:pt x="617373" y="31614"/>
                  </a:lnTo>
                  <a:lnTo>
                    <a:pt x="620941" y="31142"/>
                  </a:lnTo>
                  <a:lnTo>
                    <a:pt x="624510" y="30671"/>
                  </a:lnTo>
                  <a:lnTo>
                    <a:pt x="628079" y="30199"/>
                  </a:lnTo>
                  <a:lnTo>
                    <a:pt x="631647" y="29726"/>
                  </a:lnTo>
                  <a:lnTo>
                    <a:pt x="635216" y="29254"/>
                  </a:lnTo>
                  <a:lnTo>
                    <a:pt x="638785" y="28781"/>
                  </a:lnTo>
                  <a:lnTo>
                    <a:pt x="642353" y="28308"/>
                  </a:lnTo>
                  <a:lnTo>
                    <a:pt x="645922" y="27834"/>
                  </a:lnTo>
                  <a:lnTo>
                    <a:pt x="649490" y="27361"/>
                  </a:lnTo>
                  <a:lnTo>
                    <a:pt x="653059" y="26887"/>
                  </a:lnTo>
                  <a:lnTo>
                    <a:pt x="656628" y="26412"/>
                  </a:lnTo>
                  <a:lnTo>
                    <a:pt x="660196" y="25938"/>
                  </a:lnTo>
                  <a:lnTo>
                    <a:pt x="663765" y="25463"/>
                  </a:lnTo>
                  <a:lnTo>
                    <a:pt x="667334" y="24988"/>
                  </a:lnTo>
                  <a:lnTo>
                    <a:pt x="670902" y="24513"/>
                  </a:lnTo>
                  <a:lnTo>
                    <a:pt x="674471" y="24037"/>
                  </a:lnTo>
                  <a:lnTo>
                    <a:pt x="678040" y="23562"/>
                  </a:lnTo>
                  <a:lnTo>
                    <a:pt x="681608" y="23086"/>
                  </a:lnTo>
                  <a:lnTo>
                    <a:pt x="685177" y="22609"/>
                  </a:lnTo>
                  <a:lnTo>
                    <a:pt x="688745" y="22133"/>
                  </a:lnTo>
                  <a:lnTo>
                    <a:pt x="692314" y="21656"/>
                  </a:lnTo>
                  <a:lnTo>
                    <a:pt x="695883" y="21179"/>
                  </a:lnTo>
                  <a:lnTo>
                    <a:pt x="699451" y="20702"/>
                  </a:lnTo>
                  <a:lnTo>
                    <a:pt x="703020" y="20225"/>
                  </a:lnTo>
                  <a:lnTo>
                    <a:pt x="706589" y="19747"/>
                  </a:lnTo>
                  <a:lnTo>
                    <a:pt x="710157" y="19269"/>
                  </a:lnTo>
                  <a:lnTo>
                    <a:pt x="713726" y="18791"/>
                  </a:lnTo>
                  <a:lnTo>
                    <a:pt x="717294" y="18312"/>
                  </a:lnTo>
                  <a:lnTo>
                    <a:pt x="720863" y="17834"/>
                  </a:lnTo>
                  <a:lnTo>
                    <a:pt x="724432" y="17355"/>
                  </a:lnTo>
                  <a:lnTo>
                    <a:pt x="728000" y="16876"/>
                  </a:lnTo>
                  <a:lnTo>
                    <a:pt x="731569" y="16397"/>
                  </a:lnTo>
                  <a:lnTo>
                    <a:pt x="735138" y="15918"/>
                  </a:lnTo>
                  <a:lnTo>
                    <a:pt x="738706" y="15438"/>
                  </a:lnTo>
                  <a:lnTo>
                    <a:pt x="742275" y="14958"/>
                  </a:lnTo>
                  <a:lnTo>
                    <a:pt x="745844" y="14478"/>
                  </a:lnTo>
                  <a:lnTo>
                    <a:pt x="749412" y="13998"/>
                  </a:lnTo>
                  <a:lnTo>
                    <a:pt x="752981" y="13518"/>
                  </a:lnTo>
                  <a:lnTo>
                    <a:pt x="756549" y="13037"/>
                  </a:lnTo>
                  <a:lnTo>
                    <a:pt x="760118" y="12556"/>
                  </a:lnTo>
                  <a:lnTo>
                    <a:pt x="763687" y="12075"/>
                  </a:lnTo>
                  <a:lnTo>
                    <a:pt x="767255" y="11594"/>
                  </a:lnTo>
                  <a:lnTo>
                    <a:pt x="770824" y="11113"/>
                  </a:lnTo>
                  <a:lnTo>
                    <a:pt x="774393" y="10631"/>
                  </a:lnTo>
                  <a:lnTo>
                    <a:pt x="777961" y="10150"/>
                  </a:lnTo>
                  <a:lnTo>
                    <a:pt x="781530" y="9668"/>
                  </a:lnTo>
                  <a:lnTo>
                    <a:pt x="785098" y="9186"/>
                  </a:lnTo>
                  <a:lnTo>
                    <a:pt x="788667" y="8704"/>
                  </a:lnTo>
                  <a:lnTo>
                    <a:pt x="792236" y="8221"/>
                  </a:lnTo>
                  <a:lnTo>
                    <a:pt x="795804" y="7739"/>
                  </a:lnTo>
                  <a:lnTo>
                    <a:pt x="799373" y="7256"/>
                  </a:lnTo>
                  <a:lnTo>
                    <a:pt x="802942" y="6773"/>
                  </a:lnTo>
                  <a:lnTo>
                    <a:pt x="806510" y="6290"/>
                  </a:lnTo>
                  <a:lnTo>
                    <a:pt x="810079" y="5807"/>
                  </a:lnTo>
                  <a:lnTo>
                    <a:pt x="813648" y="5324"/>
                  </a:lnTo>
                  <a:lnTo>
                    <a:pt x="817216" y="4841"/>
                  </a:lnTo>
                  <a:lnTo>
                    <a:pt x="820785" y="4357"/>
                  </a:lnTo>
                  <a:lnTo>
                    <a:pt x="824353" y="3873"/>
                  </a:lnTo>
                  <a:lnTo>
                    <a:pt x="827922" y="3390"/>
                  </a:lnTo>
                  <a:lnTo>
                    <a:pt x="831491" y="2906"/>
                  </a:lnTo>
                  <a:lnTo>
                    <a:pt x="835059" y="2422"/>
                  </a:lnTo>
                  <a:lnTo>
                    <a:pt x="838628" y="1937"/>
                  </a:lnTo>
                  <a:lnTo>
                    <a:pt x="842197" y="1453"/>
                  </a:lnTo>
                  <a:lnTo>
                    <a:pt x="845765" y="969"/>
                  </a:lnTo>
                  <a:lnTo>
                    <a:pt x="849334" y="484"/>
                  </a:lnTo>
                  <a:lnTo>
                    <a:pt x="852902" y="0"/>
                  </a:lnTo>
                </a:path>
              </a:pathLst>
            </a:custGeom>
            <a:ln w="28456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2269601" y="2645185"/>
              <a:ext cx="93819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2312246" y="3061232"/>
              <a:ext cx="852902" cy="243161"/>
            </a:xfrm>
            <a:custGeom>
              <a:avLst/>
              <a:pathLst>
                <a:path w="852902" h="243161">
                  <a:moveTo>
                    <a:pt x="0" y="98001"/>
                  </a:moveTo>
                  <a:lnTo>
                    <a:pt x="3568" y="98162"/>
                  </a:lnTo>
                  <a:lnTo>
                    <a:pt x="7137" y="98323"/>
                  </a:lnTo>
                  <a:lnTo>
                    <a:pt x="10705" y="98484"/>
                  </a:lnTo>
                  <a:lnTo>
                    <a:pt x="14274" y="98743"/>
                  </a:lnTo>
                  <a:lnTo>
                    <a:pt x="17843" y="99068"/>
                  </a:lnTo>
                  <a:lnTo>
                    <a:pt x="21411" y="99096"/>
                  </a:lnTo>
                  <a:lnTo>
                    <a:pt x="24980" y="98997"/>
                  </a:lnTo>
                  <a:lnTo>
                    <a:pt x="28549" y="99257"/>
                  </a:lnTo>
                  <a:lnTo>
                    <a:pt x="32117" y="99183"/>
                  </a:lnTo>
                  <a:lnTo>
                    <a:pt x="35686" y="99112"/>
                  </a:lnTo>
                  <a:lnTo>
                    <a:pt x="39254" y="98862"/>
                  </a:lnTo>
                  <a:lnTo>
                    <a:pt x="42823" y="98889"/>
                  </a:lnTo>
                  <a:lnTo>
                    <a:pt x="46392" y="99510"/>
                  </a:lnTo>
                  <a:lnTo>
                    <a:pt x="49960" y="99527"/>
                  </a:lnTo>
                  <a:lnTo>
                    <a:pt x="53529" y="100304"/>
                  </a:lnTo>
                  <a:lnTo>
                    <a:pt x="57098" y="100346"/>
                  </a:lnTo>
                  <a:lnTo>
                    <a:pt x="60666" y="100661"/>
                  </a:lnTo>
                  <a:lnTo>
                    <a:pt x="64235" y="100732"/>
                  </a:lnTo>
                  <a:lnTo>
                    <a:pt x="67804" y="100692"/>
                  </a:lnTo>
                  <a:lnTo>
                    <a:pt x="71372" y="100966"/>
                  </a:lnTo>
                  <a:lnTo>
                    <a:pt x="74941" y="100835"/>
                  </a:lnTo>
                  <a:lnTo>
                    <a:pt x="78509" y="100807"/>
                  </a:lnTo>
                  <a:lnTo>
                    <a:pt x="82078" y="101062"/>
                  </a:lnTo>
                  <a:lnTo>
                    <a:pt x="85647" y="101374"/>
                  </a:lnTo>
                  <a:lnTo>
                    <a:pt x="89215" y="101884"/>
                  </a:lnTo>
                  <a:lnTo>
                    <a:pt x="92784" y="102062"/>
                  </a:lnTo>
                  <a:lnTo>
                    <a:pt x="96353" y="102219"/>
                  </a:lnTo>
                  <a:lnTo>
                    <a:pt x="99921" y="102377"/>
                  </a:lnTo>
                  <a:lnTo>
                    <a:pt x="103490" y="102586"/>
                  </a:lnTo>
                  <a:lnTo>
                    <a:pt x="107058" y="102735"/>
                  </a:lnTo>
                  <a:lnTo>
                    <a:pt x="110627" y="102840"/>
                  </a:lnTo>
                  <a:lnTo>
                    <a:pt x="114196" y="102883"/>
                  </a:lnTo>
                  <a:lnTo>
                    <a:pt x="117764" y="102794"/>
                  </a:lnTo>
                  <a:lnTo>
                    <a:pt x="121333" y="102705"/>
                  </a:lnTo>
                  <a:lnTo>
                    <a:pt x="124902" y="102921"/>
                  </a:lnTo>
                  <a:lnTo>
                    <a:pt x="128470" y="103371"/>
                  </a:lnTo>
                  <a:lnTo>
                    <a:pt x="132039" y="103757"/>
                  </a:lnTo>
                  <a:lnTo>
                    <a:pt x="135608" y="103761"/>
                  </a:lnTo>
                  <a:lnTo>
                    <a:pt x="139176" y="103693"/>
                  </a:lnTo>
                  <a:lnTo>
                    <a:pt x="142745" y="103966"/>
                  </a:lnTo>
                  <a:lnTo>
                    <a:pt x="146313" y="104242"/>
                  </a:lnTo>
                  <a:lnTo>
                    <a:pt x="149882" y="104498"/>
                  </a:lnTo>
                  <a:lnTo>
                    <a:pt x="153451" y="104688"/>
                  </a:lnTo>
                  <a:lnTo>
                    <a:pt x="157019" y="104574"/>
                  </a:lnTo>
                  <a:lnTo>
                    <a:pt x="160588" y="104574"/>
                  </a:lnTo>
                  <a:lnTo>
                    <a:pt x="164157" y="104367"/>
                  </a:lnTo>
                  <a:lnTo>
                    <a:pt x="167725" y="104337"/>
                  </a:lnTo>
                  <a:lnTo>
                    <a:pt x="171294" y="104251"/>
                  </a:lnTo>
                  <a:lnTo>
                    <a:pt x="174862" y="104674"/>
                  </a:lnTo>
                  <a:lnTo>
                    <a:pt x="178431" y="104856"/>
                  </a:lnTo>
                  <a:lnTo>
                    <a:pt x="182000" y="105026"/>
                  </a:lnTo>
                  <a:lnTo>
                    <a:pt x="185568" y="105195"/>
                  </a:lnTo>
                  <a:lnTo>
                    <a:pt x="189137" y="105179"/>
                  </a:lnTo>
                  <a:lnTo>
                    <a:pt x="192706" y="105385"/>
                  </a:lnTo>
                  <a:lnTo>
                    <a:pt x="196274" y="105302"/>
                  </a:lnTo>
                  <a:lnTo>
                    <a:pt x="199843" y="105228"/>
                  </a:lnTo>
                  <a:lnTo>
                    <a:pt x="203412" y="105215"/>
                  </a:lnTo>
                  <a:lnTo>
                    <a:pt x="206980" y="105116"/>
                  </a:lnTo>
                  <a:lnTo>
                    <a:pt x="210549" y="105221"/>
                  </a:lnTo>
                  <a:lnTo>
                    <a:pt x="214117" y="105216"/>
                  </a:lnTo>
                  <a:lnTo>
                    <a:pt x="217686" y="105484"/>
                  </a:lnTo>
                  <a:lnTo>
                    <a:pt x="221255" y="105098"/>
                  </a:lnTo>
                  <a:lnTo>
                    <a:pt x="224823" y="105249"/>
                  </a:lnTo>
                  <a:lnTo>
                    <a:pt x="228392" y="105126"/>
                  </a:lnTo>
                  <a:lnTo>
                    <a:pt x="231961" y="105022"/>
                  </a:lnTo>
                  <a:lnTo>
                    <a:pt x="235529" y="105402"/>
                  </a:lnTo>
                  <a:lnTo>
                    <a:pt x="239098" y="105513"/>
                  </a:lnTo>
                  <a:lnTo>
                    <a:pt x="242666" y="105489"/>
                  </a:lnTo>
                  <a:lnTo>
                    <a:pt x="246235" y="105423"/>
                  </a:lnTo>
                  <a:lnTo>
                    <a:pt x="249804" y="105600"/>
                  </a:lnTo>
                  <a:lnTo>
                    <a:pt x="253372" y="105740"/>
                  </a:lnTo>
                  <a:lnTo>
                    <a:pt x="256941" y="105465"/>
                  </a:lnTo>
                  <a:lnTo>
                    <a:pt x="260510" y="105028"/>
                  </a:lnTo>
                  <a:lnTo>
                    <a:pt x="264078" y="104915"/>
                  </a:lnTo>
                  <a:lnTo>
                    <a:pt x="267647" y="104786"/>
                  </a:lnTo>
                  <a:lnTo>
                    <a:pt x="271216" y="104875"/>
                  </a:lnTo>
                  <a:lnTo>
                    <a:pt x="274784" y="105145"/>
                  </a:lnTo>
                  <a:lnTo>
                    <a:pt x="278353" y="105173"/>
                  </a:lnTo>
                  <a:lnTo>
                    <a:pt x="281921" y="104799"/>
                  </a:lnTo>
                  <a:lnTo>
                    <a:pt x="285490" y="104893"/>
                  </a:lnTo>
                  <a:lnTo>
                    <a:pt x="289059" y="105107"/>
                  </a:lnTo>
                  <a:lnTo>
                    <a:pt x="292627" y="104962"/>
                  </a:lnTo>
                  <a:lnTo>
                    <a:pt x="296196" y="104652"/>
                  </a:lnTo>
                  <a:lnTo>
                    <a:pt x="299765" y="104251"/>
                  </a:lnTo>
                  <a:lnTo>
                    <a:pt x="303333" y="104274"/>
                  </a:lnTo>
                  <a:lnTo>
                    <a:pt x="306902" y="104424"/>
                  </a:lnTo>
                  <a:lnTo>
                    <a:pt x="310470" y="104204"/>
                  </a:lnTo>
                  <a:lnTo>
                    <a:pt x="314039" y="104054"/>
                  </a:lnTo>
                  <a:lnTo>
                    <a:pt x="317608" y="103738"/>
                  </a:lnTo>
                  <a:lnTo>
                    <a:pt x="321176" y="103434"/>
                  </a:lnTo>
                  <a:lnTo>
                    <a:pt x="324745" y="103009"/>
                  </a:lnTo>
                  <a:lnTo>
                    <a:pt x="328314" y="102829"/>
                  </a:lnTo>
                  <a:lnTo>
                    <a:pt x="331882" y="102802"/>
                  </a:lnTo>
                  <a:lnTo>
                    <a:pt x="335451" y="102737"/>
                  </a:lnTo>
                  <a:lnTo>
                    <a:pt x="339020" y="102289"/>
                  </a:lnTo>
                  <a:lnTo>
                    <a:pt x="342588" y="102098"/>
                  </a:lnTo>
                  <a:lnTo>
                    <a:pt x="346157" y="101683"/>
                  </a:lnTo>
                  <a:lnTo>
                    <a:pt x="349725" y="101008"/>
                  </a:lnTo>
                  <a:lnTo>
                    <a:pt x="353294" y="100702"/>
                  </a:lnTo>
                  <a:lnTo>
                    <a:pt x="356863" y="100511"/>
                  </a:lnTo>
                  <a:lnTo>
                    <a:pt x="360431" y="100175"/>
                  </a:lnTo>
                  <a:lnTo>
                    <a:pt x="364000" y="99978"/>
                  </a:lnTo>
                  <a:lnTo>
                    <a:pt x="367569" y="99570"/>
                  </a:lnTo>
                  <a:lnTo>
                    <a:pt x="371137" y="99370"/>
                  </a:lnTo>
                  <a:lnTo>
                    <a:pt x="374706" y="99155"/>
                  </a:lnTo>
                  <a:lnTo>
                    <a:pt x="378274" y="98689"/>
                  </a:lnTo>
                  <a:lnTo>
                    <a:pt x="381843" y="98388"/>
                  </a:lnTo>
                  <a:lnTo>
                    <a:pt x="385412" y="98219"/>
                  </a:lnTo>
                  <a:lnTo>
                    <a:pt x="388980" y="97853"/>
                  </a:lnTo>
                  <a:lnTo>
                    <a:pt x="392549" y="97729"/>
                  </a:lnTo>
                  <a:lnTo>
                    <a:pt x="396118" y="97486"/>
                  </a:lnTo>
                  <a:lnTo>
                    <a:pt x="399686" y="96837"/>
                  </a:lnTo>
                  <a:lnTo>
                    <a:pt x="403255" y="96502"/>
                  </a:lnTo>
                  <a:lnTo>
                    <a:pt x="406824" y="96006"/>
                  </a:lnTo>
                  <a:lnTo>
                    <a:pt x="410392" y="95629"/>
                  </a:lnTo>
                  <a:lnTo>
                    <a:pt x="413961" y="95058"/>
                  </a:lnTo>
                  <a:lnTo>
                    <a:pt x="417529" y="94686"/>
                  </a:lnTo>
                  <a:lnTo>
                    <a:pt x="421098" y="94218"/>
                  </a:lnTo>
                  <a:lnTo>
                    <a:pt x="424667" y="93691"/>
                  </a:lnTo>
                  <a:lnTo>
                    <a:pt x="428235" y="93196"/>
                  </a:lnTo>
                  <a:lnTo>
                    <a:pt x="431804" y="92807"/>
                  </a:lnTo>
                  <a:lnTo>
                    <a:pt x="435373" y="92429"/>
                  </a:lnTo>
                  <a:lnTo>
                    <a:pt x="438941" y="92035"/>
                  </a:lnTo>
                  <a:lnTo>
                    <a:pt x="442510" y="91482"/>
                  </a:lnTo>
                  <a:lnTo>
                    <a:pt x="446078" y="91361"/>
                  </a:lnTo>
                  <a:lnTo>
                    <a:pt x="449647" y="90804"/>
                  </a:lnTo>
                  <a:lnTo>
                    <a:pt x="453216" y="90163"/>
                  </a:lnTo>
                  <a:lnTo>
                    <a:pt x="456784" y="89600"/>
                  </a:lnTo>
                  <a:lnTo>
                    <a:pt x="460353" y="89384"/>
                  </a:lnTo>
                  <a:lnTo>
                    <a:pt x="463922" y="88936"/>
                  </a:lnTo>
                  <a:lnTo>
                    <a:pt x="467490" y="88527"/>
                  </a:lnTo>
                  <a:lnTo>
                    <a:pt x="471059" y="87996"/>
                  </a:lnTo>
                  <a:lnTo>
                    <a:pt x="474628" y="87274"/>
                  </a:lnTo>
                  <a:lnTo>
                    <a:pt x="478196" y="87065"/>
                  </a:lnTo>
                  <a:lnTo>
                    <a:pt x="481765" y="86888"/>
                  </a:lnTo>
                  <a:lnTo>
                    <a:pt x="485333" y="86383"/>
                  </a:lnTo>
                  <a:lnTo>
                    <a:pt x="488902" y="86149"/>
                  </a:lnTo>
                  <a:lnTo>
                    <a:pt x="492471" y="85643"/>
                  </a:lnTo>
                  <a:lnTo>
                    <a:pt x="496039" y="85126"/>
                  </a:lnTo>
                  <a:lnTo>
                    <a:pt x="499608" y="84568"/>
                  </a:lnTo>
                  <a:lnTo>
                    <a:pt x="503177" y="83860"/>
                  </a:lnTo>
                  <a:lnTo>
                    <a:pt x="506745" y="83445"/>
                  </a:lnTo>
                  <a:lnTo>
                    <a:pt x="510314" y="82570"/>
                  </a:lnTo>
                  <a:lnTo>
                    <a:pt x="513882" y="81826"/>
                  </a:lnTo>
                  <a:lnTo>
                    <a:pt x="517451" y="81334"/>
                  </a:lnTo>
                  <a:lnTo>
                    <a:pt x="521020" y="80605"/>
                  </a:lnTo>
                  <a:lnTo>
                    <a:pt x="524588" y="79707"/>
                  </a:lnTo>
                  <a:lnTo>
                    <a:pt x="528157" y="78800"/>
                  </a:lnTo>
                  <a:lnTo>
                    <a:pt x="531726" y="77892"/>
                  </a:lnTo>
                  <a:lnTo>
                    <a:pt x="535294" y="76985"/>
                  </a:lnTo>
                  <a:lnTo>
                    <a:pt x="538863" y="76072"/>
                  </a:lnTo>
                  <a:lnTo>
                    <a:pt x="542432" y="75154"/>
                  </a:lnTo>
                  <a:lnTo>
                    <a:pt x="546000" y="74459"/>
                  </a:lnTo>
                  <a:lnTo>
                    <a:pt x="549569" y="73925"/>
                  </a:lnTo>
                  <a:lnTo>
                    <a:pt x="553137" y="72997"/>
                  </a:lnTo>
                  <a:lnTo>
                    <a:pt x="556706" y="72447"/>
                  </a:lnTo>
                  <a:lnTo>
                    <a:pt x="560275" y="71726"/>
                  </a:lnTo>
                  <a:lnTo>
                    <a:pt x="563843" y="71099"/>
                  </a:lnTo>
                  <a:lnTo>
                    <a:pt x="567412" y="70612"/>
                  </a:lnTo>
                  <a:lnTo>
                    <a:pt x="570981" y="70036"/>
                  </a:lnTo>
                  <a:lnTo>
                    <a:pt x="574549" y="69457"/>
                  </a:lnTo>
                  <a:lnTo>
                    <a:pt x="578118" y="68712"/>
                  </a:lnTo>
                  <a:lnTo>
                    <a:pt x="581686" y="67958"/>
                  </a:lnTo>
                  <a:lnTo>
                    <a:pt x="585255" y="67206"/>
                  </a:lnTo>
                  <a:lnTo>
                    <a:pt x="588824" y="66605"/>
                  </a:lnTo>
                  <a:lnTo>
                    <a:pt x="592392" y="65736"/>
                  </a:lnTo>
                  <a:lnTo>
                    <a:pt x="595961" y="65181"/>
                  </a:lnTo>
                  <a:lnTo>
                    <a:pt x="599530" y="64622"/>
                  </a:lnTo>
                  <a:lnTo>
                    <a:pt x="603098" y="63564"/>
                  </a:lnTo>
                  <a:lnTo>
                    <a:pt x="606667" y="62720"/>
                  </a:lnTo>
                  <a:lnTo>
                    <a:pt x="610236" y="61716"/>
                  </a:lnTo>
                  <a:lnTo>
                    <a:pt x="613804" y="60946"/>
                  </a:lnTo>
                  <a:lnTo>
                    <a:pt x="617373" y="60147"/>
                  </a:lnTo>
                  <a:lnTo>
                    <a:pt x="620941" y="59355"/>
                  </a:lnTo>
                  <a:lnTo>
                    <a:pt x="624510" y="58571"/>
                  </a:lnTo>
                  <a:lnTo>
                    <a:pt x="628079" y="57788"/>
                  </a:lnTo>
                  <a:lnTo>
                    <a:pt x="631647" y="56832"/>
                  </a:lnTo>
                  <a:lnTo>
                    <a:pt x="635216" y="56009"/>
                  </a:lnTo>
                  <a:lnTo>
                    <a:pt x="638785" y="55342"/>
                  </a:lnTo>
                  <a:lnTo>
                    <a:pt x="642353" y="54645"/>
                  </a:lnTo>
                  <a:lnTo>
                    <a:pt x="645922" y="53835"/>
                  </a:lnTo>
                  <a:lnTo>
                    <a:pt x="649490" y="53021"/>
                  </a:lnTo>
                  <a:lnTo>
                    <a:pt x="653059" y="52239"/>
                  </a:lnTo>
                  <a:lnTo>
                    <a:pt x="656628" y="51447"/>
                  </a:lnTo>
                  <a:lnTo>
                    <a:pt x="660196" y="50683"/>
                  </a:lnTo>
                  <a:lnTo>
                    <a:pt x="663765" y="49980"/>
                  </a:lnTo>
                  <a:lnTo>
                    <a:pt x="667334" y="49060"/>
                  </a:lnTo>
                  <a:lnTo>
                    <a:pt x="670902" y="48256"/>
                  </a:lnTo>
                  <a:lnTo>
                    <a:pt x="674471" y="47454"/>
                  </a:lnTo>
                  <a:lnTo>
                    <a:pt x="678040" y="46657"/>
                  </a:lnTo>
                  <a:lnTo>
                    <a:pt x="681608" y="46143"/>
                  </a:lnTo>
                  <a:lnTo>
                    <a:pt x="685177" y="45781"/>
                  </a:lnTo>
                  <a:lnTo>
                    <a:pt x="688745" y="44755"/>
                  </a:lnTo>
                  <a:lnTo>
                    <a:pt x="692314" y="43920"/>
                  </a:lnTo>
                  <a:lnTo>
                    <a:pt x="695883" y="43277"/>
                  </a:lnTo>
                  <a:lnTo>
                    <a:pt x="699451" y="42534"/>
                  </a:lnTo>
                  <a:lnTo>
                    <a:pt x="703020" y="41679"/>
                  </a:lnTo>
                  <a:lnTo>
                    <a:pt x="706589" y="40493"/>
                  </a:lnTo>
                  <a:lnTo>
                    <a:pt x="710157" y="39366"/>
                  </a:lnTo>
                  <a:lnTo>
                    <a:pt x="713726" y="38223"/>
                  </a:lnTo>
                  <a:lnTo>
                    <a:pt x="717294" y="37354"/>
                  </a:lnTo>
                  <a:lnTo>
                    <a:pt x="720863" y="36323"/>
                  </a:lnTo>
                  <a:lnTo>
                    <a:pt x="724432" y="35285"/>
                  </a:lnTo>
                  <a:lnTo>
                    <a:pt x="728000" y="34686"/>
                  </a:lnTo>
                  <a:lnTo>
                    <a:pt x="731569" y="33788"/>
                  </a:lnTo>
                  <a:lnTo>
                    <a:pt x="735138" y="32919"/>
                  </a:lnTo>
                  <a:lnTo>
                    <a:pt x="738706" y="31771"/>
                  </a:lnTo>
                  <a:lnTo>
                    <a:pt x="742275" y="30664"/>
                  </a:lnTo>
                  <a:lnTo>
                    <a:pt x="745844" y="29672"/>
                  </a:lnTo>
                  <a:lnTo>
                    <a:pt x="749412" y="28602"/>
                  </a:lnTo>
                  <a:lnTo>
                    <a:pt x="752981" y="27373"/>
                  </a:lnTo>
                  <a:lnTo>
                    <a:pt x="756549" y="26193"/>
                  </a:lnTo>
                  <a:lnTo>
                    <a:pt x="760118" y="25026"/>
                  </a:lnTo>
                  <a:lnTo>
                    <a:pt x="763687" y="24334"/>
                  </a:lnTo>
                  <a:lnTo>
                    <a:pt x="767255" y="23776"/>
                  </a:lnTo>
                  <a:lnTo>
                    <a:pt x="770824" y="23219"/>
                  </a:lnTo>
                  <a:lnTo>
                    <a:pt x="774393" y="22662"/>
                  </a:lnTo>
                  <a:lnTo>
                    <a:pt x="777961" y="21240"/>
                  </a:lnTo>
                  <a:lnTo>
                    <a:pt x="781530" y="19727"/>
                  </a:lnTo>
                  <a:lnTo>
                    <a:pt x="785098" y="18959"/>
                  </a:lnTo>
                  <a:lnTo>
                    <a:pt x="788667" y="18192"/>
                  </a:lnTo>
                  <a:lnTo>
                    <a:pt x="792236" y="17125"/>
                  </a:lnTo>
                  <a:lnTo>
                    <a:pt x="795804" y="15706"/>
                  </a:lnTo>
                  <a:lnTo>
                    <a:pt x="799373" y="14289"/>
                  </a:lnTo>
                  <a:lnTo>
                    <a:pt x="802942" y="13381"/>
                  </a:lnTo>
                  <a:lnTo>
                    <a:pt x="806510" y="12574"/>
                  </a:lnTo>
                  <a:lnTo>
                    <a:pt x="810079" y="11767"/>
                  </a:lnTo>
                  <a:lnTo>
                    <a:pt x="813648" y="10666"/>
                  </a:lnTo>
                  <a:lnTo>
                    <a:pt x="817216" y="9693"/>
                  </a:lnTo>
                  <a:lnTo>
                    <a:pt x="820785" y="8847"/>
                  </a:lnTo>
                  <a:lnTo>
                    <a:pt x="824353" y="8000"/>
                  </a:lnTo>
                  <a:lnTo>
                    <a:pt x="827922" y="7153"/>
                  </a:lnTo>
                  <a:lnTo>
                    <a:pt x="831491" y="6311"/>
                  </a:lnTo>
                  <a:lnTo>
                    <a:pt x="835059" y="5483"/>
                  </a:lnTo>
                  <a:lnTo>
                    <a:pt x="838628" y="4655"/>
                  </a:lnTo>
                  <a:lnTo>
                    <a:pt x="842197" y="3657"/>
                  </a:lnTo>
                  <a:lnTo>
                    <a:pt x="845765" y="2486"/>
                  </a:lnTo>
                  <a:lnTo>
                    <a:pt x="849334" y="1244"/>
                  </a:lnTo>
                  <a:lnTo>
                    <a:pt x="852902" y="0"/>
                  </a:lnTo>
                  <a:lnTo>
                    <a:pt x="852902" y="213069"/>
                  </a:lnTo>
                  <a:lnTo>
                    <a:pt x="849334" y="212877"/>
                  </a:lnTo>
                  <a:lnTo>
                    <a:pt x="845765" y="212681"/>
                  </a:lnTo>
                  <a:lnTo>
                    <a:pt x="842197" y="212485"/>
                  </a:lnTo>
                  <a:lnTo>
                    <a:pt x="838628" y="212214"/>
                  </a:lnTo>
                  <a:lnTo>
                    <a:pt x="835059" y="211920"/>
                  </a:lnTo>
                  <a:lnTo>
                    <a:pt x="831491" y="211721"/>
                  </a:lnTo>
                  <a:lnTo>
                    <a:pt x="827922" y="211513"/>
                  </a:lnTo>
                  <a:lnTo>
                    <a:pt x="824353" y="211309"/>
                  </a:lnTo>
                  <a:lnTo>
                    <a:pt x="820785" y="211107"/>
                  </a:lnTo>
                  <a:lnTo>
                    <a:pt x="817216" y="211096"/>
                  </a:lnTo>
                  <a:lnTo>
                    <a:pt x="813648" y="210904"/>
                  </a:lnTo>
                  <a:lnTo>
                    <a:pt x="810079" y="210788"/>
                  </a:lnTo>
                  <a:lnTo>
                    <a:pt x="806510" y="210647"/>
                  </a:lnTo>
                  <a:lnTo>
                    <a:pt x="802942" y="210550"/>
                  </a:lnTo>
                  <a:lnTo>
                    <a:pt x="799373" y="210366"/>
                  </a:lnTo>
                  <a:lnTo>
                    <a:pt x="795804" y="210087"/>
                  </a:lnTo>
                  <a:lnTo>
                    <a:pt x="792236" y="209807"/>
                  </a:lnTo>
                  <a:lnTo>
                    <a:pt x="788667" y="209556"/>
                  </a:lnTo>
                  <a:lnTo>
                    <a:pt x="785098" y="209358"/>
                  </a:lnTo>
                  <a:lnTo>
                    <a:pt x="781530" y="209160"/>
                  </a:lnTo>
                  <a:lnTo>
                    <a:pt x="777961" y="208844"/>
                  </a:lnTo>
                  <a:lnTo>
                    <a:pt x="774393" y="208551"/>
                  </a:lnTo>
                  <a:lnTo>
                    <a:pt x="770824" y="208298"/>
                  </a:lnTo>
                  <a:lnTo>
                    <a:pt x="767255" y="208108"/>
                  </a:lnTo>
                  <a:lnTo>
                    <a:pt x="763687" y="207917"/>
                  </a:lnTo>
                  <a:lnTo>
                    <a:pt x="760118" y="207687"/>
                  </a:lnTo>
                  <a:lnTo>
                    <a:pt x="756549" y="207427"/>
                  </a:lnTo>
                  <a:lnTo>
                    <a:pt x="752981" y="207170"/>
                  </a:lnTo>
                  <a:lnTo>
                    <a:pt x="749412" y="206962"/>
                  </a:lnTo>
                  <a:lnTo>
                    <a:pt x="745844" y="206757"/>
                  </a:lnTo>
                  <a:lnTo>
                    <a:pt x="742275" y="206547"/>
                  </a:lnTo>
                  <a:lnTo>
                    <a:pt x="738706" y="206446"/>
                  </a:lnTo>
                  <a:lnTo>
                    <a:pt x="735138" y="206219"/>
                  </a:lnTo>
                  <a:lnTo>
                    <a:pt x="731569" y="205965"/>
                  </a:lnTo>
                  <a:lnTo>
                    <a:pt x="728000" y="205965"/>
                  </a:lnTo>
                  <a:lnTo>
                    <a:pt x="724432" y="205495"/>
                  </a:lnTo>
                  <a:lnTo>
                    <a:pt x="720863" y="205268"/>
                  </a:lnTo>
                  <a:lnTo>
                    <a:pt x="717294" y="204932"/>
                  </a:lnTo>
                  <a:lnTo>
                    <a:pt x="713726" y="204675"/>
                  </a:lnTo>
                  <a:lnTo>
                    <a:pt x="710157" y="204486"/>
                  </a:lnTo>
                  <a:lnTo>
                    <a:pt x="706589" y="204389"/>
                  </a:lnTo>
                  <a:lnTo>
                    <a:pt x="703020" y="203995"/>
                  </a:lnTo>
                  <a:lnTo>
                    <a:pt x="699451" y="203683"/>
                  </a:lnTo>
                  <a:lnTo>
                    <a:pt x="695883" y="203625"/>
                  </a:lnTo>
                  <a:lnTo>
                    <a:pt x="692314" y="203590"/>
                  </a:lnTo>
                  <a:lnTo>
                    <a:pt x="688745" y="203380"/>
                  </a:lnTo>
                  <a:lnTo>
                    <a:pt x="685177" y="203198"/>
                  </a:lnTo>
                  <a:lnTo>
                    <a:pt x="681608" y="203080"/>
                  </a:lnTo>
                  <a:lnTo>
                    <a:pt x="678040" y="203046"/>
                  </a:lnTo>
                  <a:lnTo>
                    <a:pt x="674471" y="203096"/>
                  </a:lnTo>
                  <a:lnTo>
                    <a:pt x="670902" y="203056"/>
                  </a:lnTo>
                  <a:lnTo>
                    <a:pt x="667334" y="202834"/>
                  </a:lnTo>
                  <a:lnTo>
                    <a:pt x="663765" y="202849"/>
                  </a:lnTo>
                  <a:lnTo>
                    <a:pt x="660196" y="202871"/>
                  </a:lnTo>
                  <a:lnTo>
                    <a:pt x="656628" y="202999"/>
                  </a:lnTo>
                  <a:lnTo>
                    <a:pt x="653059" y="202896"/>
                  </a:lnTo>
                  <a:lnTo>
                    <a:pt x="649490" y="202907"/>
                  </a:lnTo>
                  <a:lnTo>
                    <a:pt x="645922" y="202706"/>
                  </a:lnTo>
                  <a:lnTo>
                    <a:pt x="642353" y="202438"/>
                  </a:lnTo>
                  <a:lnTo>
                    <a:pt x="638785" y="202210"/>
                  </a:lnTo>
                  <a:lnTo>
                    <a:pt x="635216" y="202399"/>
                  </a:lnTo>
                  <a:lnTo>
                    <a:pt x="631647" y="202235"/>
                  </a:lnTo>
                  <a:lnTo>
                    <a:pt x="628079" y="202036"/>
                  </a:lnTo>
                  <a:lnTo>
                    <a:pt x="624510" y="201778"/>
                  </a:lnTo>
                  <a:lnTo>
                    <a:pt x="620941" y="201520"/>
                  </a:lnTo>
                  <a:lnTo>
                    <a:pt x="617373" y="201258"/>
                  </a:lnTo>
                  <a:lnTo>
                    <a:pt x="613804" y="200993"/>
                  </a:lnTo>
                  <a:lnTo>
                    <a:pt x="610236" y="200729"/>
                  </a:lnTo>
                  <a:lnTo>
                    <a:pt x="606667" y="200753"/>
                  </a:lnTo>
                  <a:lnTo>
                    <a:pt x="603098" y="200773"/>
                  </a:lnTo>
                  <a:lnTo>
                    <a:pt x="599530" y="200495"/>
                  </a:lnTo>
                  <a:lnTo>
                    <a:pt x="595961" y="200307"/>
                  </a:lnTo>
                  <a:lnTo>
                    <a:pt x="592392" y="200249"/>
                  </a:lnTo>
                  <a:lnTo>
                    <a:pt x="588824" y="200099"/>
                  </a:lnTo>
                  <a:lnTo>
                    <a:pt x="585255" y="200335"/>
                  </a:lnTo>
                  <a:lnTo>
                    <a:pt x="581686" y="200164"/>
                  </a:lnTo>
                  <a:lnTo>
                    <a:pt x="578118" y="200239"/>
                  </a:lnTo>
                  <a:lnTo>
                    <a:pt x="574549" y="200368"/>
                  </a:lnTo>
                  <a:lnTo>
                    <a:pt x="570981" y="200248"/>
                  </a:lnTo>
                  <a:lnTo>
                    <a:pt x="567412" y="200241"/>
                  </a:lnTo>
                  <a:lnTo>
                    <a:pt x="563843" y="200085"/>
                  </a:lnTo>
                  <a:lnTo>
                    <a:pt x="560275" y="199820"/>
                  </a:lnTo>
                  <a:lnTo>
                    <a:pt x="556706" y="199528"/>
                  </a:lnTo>
                  <a:lnTo>
                    <a:pt x="553137" y="199407"/>
                  </a:lnTo>
                  <a:lnTo>
                    <a:pt x="549569" y="199390"/>
                  </a:lnTo>
                  <a:lnTo>
                    <a:pt x="546000" y="199255"/>
                  </a:lnTo>
                  <a:lnTo>
                    <a:pt x="542432" y="199130"/>
                  </a:lnTo>
                  <a:lnTo>
                    <a:pt x="538863" y="199264"/>
                  </a:lnTo>
                  <a:lnTo>
                    <a:pt x="535294" y="199216"/>
                  </a:lnTo>
                  <a:lnTo>
                    <a:pt x="531726" y="199086"/>
                  </a:lnTo>
                  <a:lnTo>
                    <a:pt x="528157" y="198810"/>
                  </a:lnTo>
                  <a:lnTo>
                    <a:pt x="524588" y="198778"/>
                  </a:lnTo>
                  <a:lnTo>
                    <a:pt x="521020" y="198901"/>
                  </a:lnTo>
                  <a:lnTo>
                    <a:pt x="517451" y="199018"/>
                  </a:lnTo>
                  <a:lnTo>
                    <a:pt x="513882" y="199132"/>
                  </a:lnTo>
                  <a:lnTo>
                    <a:pt x="510314" y="199192"/>
                  </a:lnTo>
                  <a:lnTo>
                    <a:pt x="506745" y="199227"/>
                  </a:lnTo>
                  <a:lnTo>
                    <a:pt x="503177" y="199026"/>
                  </a:lnTo>
                  <a:lnTo>
                    <a:pt x="499608" y="199239"/>
                  </a:lnTo>
                  <a:lnTo>
                    <a:pt x="496039" y="199263"/>
                  </a:lnTo>
                  <a:lnTo>
                    <a:pt x="492471" y="199431"/>
                  </a:lnTo>
                  <a:lnTo>
                    <a:pt x="488902" y="199560"/>
                  </a:lnTo>
                  <a:lnTo>
                    <a:pt x="485333" y="199621"/>
                  </a:lnTo>
                  <a:lnTo>
                    <a:pt x="481765" y="199527"/>
                  </a:lnTo>
                  <a:lnTo>
                    <a:pt x="478196" y="199556"/>
                  </a:lnTo>
                  <a:lnTo>
                    <a:pt x="474628" y="199390"/>
                  </a:lnTo>
                  <a:lnTo>
                    <a:pt x="471059" y="199421"/>
                  </a:lnTo>
                  <a:lnTo>
                    <a:pt x="467490" y="199316"/>
                  </a:lnTo>
                  <a:lnTo>
                    <a:pt x="463922" y="199201"/>
                  </a:lnTo>
                  <a:lnTo>
                    <a:pt x="460353" y="199278"/>
                  </a:lnTo>
                  <a:lnTo>
                    <a:pt x="456784" y="199872"/>
                  </a:lnTo>
                  <a:lnTo>
                    <a:pt x="453216" y="199902"/>
                  </a:lnTo>
                  <a:lnTo>
                    <a:pt x="449647" y="200044"/>
                  </a:lnTo>
                  <a:lnTo>
                    <a:pt x="446078" y="199821"/>
                  </a:lnTo>
                  <a:lnTo>
                    <a:pt x="442510" y="199710"/>
                  </a:lnTo>
                  <a:lnTo>
                    <a:pt x="438941" y="199614"/>
                  </a:lnTo>
                  <a:lnTo>
                    <a:pt x="435373" y="199750"/>
                  </a:lnTo>
                  <a:lnTo>
                    <a:pt x="431804" y="199387"/>
                  </a:lnTo>
                  <a:lnTo>
                    <a:pt x="428235" y="199576"/>
                  </a:lnTo>
                  <a:lnTo>
                    <a:pt x="424667" y="199706"/>
                  </a:lnTo>
                  <a:lnTo>
                    <a:pt x="421098" y="199880"/>
                  </a:lnTo>
                  <a:lnTo>
                    <a:pt x="417529" y="200060"/>
                  </a:lnTo>
                  <a:lnTo>
                    <a:pt x="413961" y="199919"/>
                  </a:lnTo>
                  <a:lnTo>
                    <a:pt x="410392" y="199673"/>
                  </a:lnTo>
                  <a:lnTo>
                    <a:pt x="406824" y="199662"/>
                  </a:lnTo>
                  <a:lnTo>
                    <a:pt x="403255" y="199843"/>
                  </a:lnTo>
                  <a:lnTo>
                    <a:pt x="399686" y="200186"/>
                  </a:lnTo>
                  <a:lnTo>
                    <a:pt x="396118" y="200536"/>
                  </a:lnTo>
                  <a:lnTo>
                    <a:pt x="392549" y="200599"/>
                  </a:lnTo>
                  <a:lnTo>
                    <a:pt x="388980" y="200679"/>
                  </a:lnTo>
                  <a:lnTo>
                    <a:pt x="385412" y="200828"/>
                  </a:lnTo>
                  <a:lnTo>
                    <a:pt x="381843" y="200794"/>
                  </a:lnTo>
                  <a:lnTo>
                    <a:pt x="378274" y="200998"/>
                  </a:lnTo>
                  <a:lnTo>
                    <a:pt x="374706" y="201188"/>
                  </a:lnTo>
                  <a:lnTo>
                    <a:pt x="371137" y="201408"/>
                  </a:lnTo>
                  <a:lnTo>
                    <a:pt x="367569" y="201641"/>
                  </a:lnTo>
                  <a:lnTo>
                    <a:pt x="364000" y="202016"/>
                  </a:lnTo>
                  <a:lnTo>
                    <a:pt x="360431" y="202406"/>
                  </a:lnTo>
                  <a:lnTo>
                    <a:pt x="356863" y="202842"/>
                  </a:lnTo>
                  <a:lnTo>
                    <a:pt x="353294" y="203005"/>
                  </a:lnTo>
                  <a:lnTo>
                    <a:pt x="349725" y="203147"/>
                  </a:lnTo>
                  <a:lnTo>
                    <a:pt x="346157" y="203341"/>
                  </a:lnTo>
                  <a:lnTo>
                    <a:pt x="342588" y="203518"/>
                  </a:lnTo>
                  <a:lnTo>
                    <a:pt x="339020" y="203765"/>
                  </a:lnTo>
                  <a:lnTo>
                    <a:pt x="335451" y="203824"/>
                  </a:lnTo>
                  <a:lnTo>
                    <a:pt x="331882" y="204049"/>
                  </a:lnTo>
                  <a:lnTo>
                    <a:pt x="328314" y="204255"/>
                  </a:lnTo>
                  <a:lnTo>
                    <a:pt x="324745" y="204361"/>
                  </a:lnTo>
                  <a:lnTo>
                    <a:pt x="321176" y="204705"/>
                  </a:lnTo>
                  <a:lnTo>
                    <a:pt x="317608" y="204741"/>
                  </a:lnTo>
                  <a:lnTo>
                    <a:pt x="314039" y="204930"/>
                  </a:lnTo>
                  <a:lnTo>
                    <a:pt x="310470" y="205150"/>
                  </a:lnTo>
                  <a:lnTo>
                    <a:pt x="306902" y="205363"/>
                  </a:lnTo>
                  <a:lnTo>
                    <a:pt x="303333" y="205621"/>
                  </a:lnTo>
                  <a:lnTo>
                    <a:pt x="299765" y="206125"/>
                  </a:lnTo>
                  <a:lnTo>
                    <a:pt x="296196" y="206312"/>
                  </a:lnTo>
                  <a:lnTo>
                    <a:pt x="292627" y="206598"/>
                  </a:lnTo>
                  <a:lnTo>
                    <a:pt x="289059" y="207272"/>
                  </a:lnTo>
                  <a:lnTo>
                    <a:pt x="285490" y="207656"/>
                  </a:lnTo>
                  <a:lnTo>
                    <a:pt x="281921" y="207730"/>
                  </a:lnTo>
                  <a:lnTo>
                    <a:pt x="278353" y="208264"/>
                  </a:lnTo>
                  <a:lnTo>
                    <a:pt x="274784" y="208626"/>
                  </a:lnTo>
                  <a:lnTo>
                    <a:pt x="271216" y="208885"/>
                  </a:lnTo>
                  <a:lnTo>
                    <a:pt x="267647" y="208821"/>
                  </a:lnTo>
                  <a:lnTo>
                    <a:pt x="264078" y="208868"/>
                  </a:lnTo>
                  <a:lnTo>
                    <a:pt x="260510" y="209119"/>
                  </a:lnTo>
                  <a:lnTo>
                    <a:pt x="256941" y="209458"/>
                  </a:lnTo>
                  <a:lnTo>
                    <a:pt x="253372" y="209871"/>
                  </a:lnTo>
                  <a:lnTo>
                    <a:pt x="249804" y="210044"/>
                  </a:lnTo>
                  <a:lnTo>
                    <a:pt x="246235" y="210524"/>
                  </a:lnTo>
                  <a:lnTo>
                    <a:pt x="242666" y="211025"/>
                  </a:lnTo>
                  <a:lnTo>
                    <a:pt x="239098" y="211412"/>
                  </a:lnTo>
                  <a:lnTo>
                    <a:pt x="235529" y="212000"/>
                  </a:lnTo>
                  <a:lnTo>
                    <a:pt x="231961" y="212353"/>
                  </a:lnTo>
                  <a:lnTo>
                    <a:pt x="228392" y="212819"/>
                  </a:lnTo>
                  <a:lnTo>
                    <a:pt x="224823" y="212994"/>
                  </a:lnTo>
                  <a:lnTo>
                    <a:pt x="221255" y="213358"/>
                  </a:lnTo>
                  <a:lnTo>
                    <a:pt x="217686" y="213953"/>
                  </a:lnTo>
                  <a:lnTo>
                    <a:pt x="214117" y="214552"/>
                  </a:lnTo>
                  <a:lnTo>
                    <a:pt x="210549" y="215082"/>
                  </a:lnTo>
                  <a:lnTo>
                    <a:pt x="206980" y="215517"/>
                  </a:lnTo>
                  <a:lnTo>
                    <a:pt x="203412" y="215953"/>
                  </a:lnTo>
                  <a:lnTo>
                    <a:pt x="199843" y="216553"/>
                  </a:lnTo>
                  <a:lnTo>
                    <a:pt x="196274" y="217206"/>
                  </a:lnTo>
                  <a:lnTo>
                    <a:pt x="192706" y="217614"/>
                  </a:lnTo>
                  <a:lnTo>
                    <a:pt x="189137" y="217957"/>
                  </a:lnTo>
                  <a:lnTo>
                    <a:pt x="185568" y="218340"/>
                  </a:lnTo>
                  <a:lnTo>
                    <a:pt x="182000" y="218724"/>
                  </a:lnTo>
                  <a:lnTo>
                    <a:pt x="178431" y="219125"/>
                  </a:lnTo>
                  <a:lnTo>
                    <a:pt x="174862" y="219567"/>
                  </a:lnTo>
                  <a:lnTo>
                    <a:pt x="171294" y="219998"/>
                  </a:lnTo>
                  <a:lnTo>
                    <a:pt x="167725" y="220343"/>
                  </a:lnTo>
                  <a:lnTo>
                    <a:pt x="164157" y="220672"/>
                  </a:lnTo>
                  <a:lnTo>
                    <a:pt x="160588" y="221129"/>
                  </a:lnTo>
                  <a:lnTo>
                    <a:pt x="157019" y="221630"/>
                  </a:lnTo>
                  <a:lnTo>
                    <a:pt x="153451" y="222126"/>
                  </a:lnTo>
                  <a:lnTo>
                    <a:pt x="149882" y="222559"/>
                  </a:lnTo>
                  <a:lnTo>
                    <a:pt x="146313" y="222864"/>
                  </a:lnTo>
                  <a:lnTo>
                    <a:pt x="142745" y="223393"/>
                  </a:lnTo>
                  <a:lnTo>
                    <a:pt x="139176" y="224110"/>
                  </a:lnTo>
                  <a:lnTo>
                    <a:pt x="135608" y="224593"/>
                  </a:lnTo>
                  <a:lnTo>
                    <a:pt x="132039" y="225090"/>
                  </a:lnTo>
                  <a:lnTo>
                    <a:pt x="128470" y="225581"/>
                  </a:lnTo>
                  <a:lnTo>
                    <a:pt x="124902" y="226072"/>
                  </a:lnTo>
                  <a:lnTo>
                    <a:pt x="121333" y="226561"/>
                  </a:lnTo>
                  <a:lnTo>
                    <a:pt x="117764" y="227048"/>
                  </a:lnTo>
                  <a:lnTo>
                    <a:pt x="114196" y="227610"/>
                  </a:lnTo>
                  <a:lnTo>
                    <a:pt x="110627" y="228057"/>
                  </a:lnTo>
                  <a:lnTo>
                    <a:pt x="107058" y="228394"/>
                  </a:lnTo>
                  <a:lnTo>
                    <a:pt x="103490" y="228973"/>
                  </a:lnTo>
                  <a:lnTo>
                    <a:pt x="99921" y="229565"/>
                  </a:lnTo>
                  <a:lnTo>
                    <a:pt x="96353" y="230127"/>
                  </a:lnTo>
                  <a:lnTo>
                    <a:pt x="92784" y="230773"/>
                  </a:lnTo>
                  <a:lnTo>
                    <a:pt x="89215" y="231271"/>
                  </a:lnTo>
                  <a:lnTo>
                    <a:pt x="85647" y="231697"/>
                  </a:lnTo>
                  <a:lnTo>
                    <a:pt x="82078" y="232164"/>
                  </a:lnTo>
                  <a:lnTo>
                    <a:pt x="78509" y="232714"/>
                  </a:lnTo>
                  <a:lnTo>
                    <a:pt x="74941" y="233267"/>
                  </a:lnTo>
                  <a:lnTo>
                    <a:pt x="71372" y="233817"/>
                  </a:lnTo>
                  <a:lnTo>
                    <a:pt x="67804" y="234221"/>
                  </a:lnTo>
                  <a:lnTo>
                    <a:pt x="64235" y="234661"/>
                  </a:lnTo>
                  <a:lnTo>
                    <a:pt x="60666" y="235369"/>
                  </a:lnTo>
                  <a:lnTo>
                    <a:pt x="57098" y="235805"/>
                  </a:lnTo>
                  <a:lnTo>
                    <a:pt x="53529" y="236321"/>
                  </a:lnTo>
                  <a:lnTo>
                    <a:pt x="49960" y="236739"/>
                  </a:lnTo>
                  <a:lnTo>
                    <a:pt x="46392" y="237394"/>
                  </a:lnTo>
                  <a:lnTo>
                    <a:pt x="42823" y="238046"/>
                  </a:lnTo>
                  <a:lnTo>
                    <a:pt x="39254" y="238575"/>
                  </a:lnTo>
                  <a:lnTo>
                    <a:pt x="35686" y="238931"/>
                  </a:lnTo>
                  <a:lnTo>
                    <a:pt x="32117" y="239489"/>
                  </a:lnTo>
                  <a:lnTo>
                    <a:pt x="28549" y="239884"/>
                  </a:lnTo>
                  <a:lnTo>
                    <a:pt x="24980" y="240466"/>
                  </a:lnTo>
                  <a:lnTo>
                    <a:pt x="21411" y="240970"/>
                  </a:lnTo>
                  <a:lnTo>
                    <a:pt x="17843" y="241321"/>
                  </a:lnTo>
                  <a:lnTo>
                    <a:pt x="14274" y="241602"/>
                  </a:lnTo>
                  <a:lnTo>
                    <a:pt x="10705" y="241985"/>
                  </a:lnTo>
                  <a:lnTo>
                    <a:pt x="7137" y="242436"/>
                  </a:lnTo>
                  <a:lnTo>
                    <a:pt x="3568" y="242803"/>
                  </a:lnTo>
                  <a:lnTo>
                    <a:pt x="0" y="243161"/>
                  </a:lnTo>
                  <a:close/>
                </a:path>
              </a:pathLst>
            </a:custGeom>
            <a:solidFill>
              <a:srgbClr val="0072B2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312246" y="3061232"/>
              <a:ext cx="852902" cy="105740"/>
            </a:xfrm>
            <a:custGeom>
              <a:avLst/>
              <a:pathLst>
                <a:path w="852902" h="105740">
                  <a:moveTo>
                    <a:pt x="0" y="98001"/>
                  </a:moveTo>
                  <a:lnTo>
                    <a:pt x="3568" y="98162"/>
                  </a:lnTo>
                  <a:lnTo>
                    <a:pt x="7137" y="98323"/>
                  </a:lnTo>
                  <a:lnTo>
                    <a:pt x="10705" y="98484"/>
                  </a:lnTo>
                  <a:lnTo>
                    <a:pt x="14274" y="98743"/>
                  </a:lnTo>
                  <a:lnTo>
                    <a:pt x="17843" y="99068"/>
                  </a:lnTo>
                  <a:lnTo>
                    <a:pt x="21411" y="99096"/>
                  </a:lnTo>
                  <a:lnTo>
                    <a:pt x="24980" y="98997"/>
                  </a:lnTo>
                  <a:lnTo>
                    <a:pt x="28549" y="99257"/>
                  </a:lnTo>
                  <a:lnTo>
                    <a:pt x="32117" y="99183"/>
                  </a:lnTo>
                  <a:lnTo>
                    <a:pt x="35686" y="99112"/>
                  </a:lnTo>
                  <a:lnTo>
                    <a:pt x="39254" y="98862"/>
                  </a:lnTo>
                  <a:lnTo>
                    <a:pt x="42823" y="98889"/>
                  </a:lnTo>
                  <a:lnTo>
                    <a:pt x="46392" y="99510"/>
                  </a:lnTo>
                  <a:lnTo>
                    <a:pt x="49960" y="99527"/>
                  </a:lnTo>
                  <a:lnTo>
                    <a:pt x="53529" y="100304"/>
                  </a:lnTo>
                  <a:lnTo>
                    <a:pt x="57098" y="100346"/>
                  </a:lnTo>
                  <a:lnTo>
                    <a:pt x="60666" y="100661"/>
                  </a:lnTo>
                  <a:lnTo>
                    <a:pt x="64235" y="100732"/>
                  </a:lnTo>
                  <a:lnTo>
                    <a:pt x="67804" y="100692"/>
                  </a:lnTo>
                  <a:lnTo>
                    <a:pt x="71372" y="100966"/>
                  </a:lnTo>
                  <a:lnTo>
                    <a:pt x="74941" y="100835"/>
                  </a:lnTo>
                  <a:lnTo>
                    <a:pt x="78509" y="100807"/>
                  </a:lnTo>
                  <a:lnTo>
                    <a:pt x="82078" y="101062"/>
                  </a:lnTo>
                  <a:lnTo>
                    <a:pt x="85647" y="101374"/>
                  </a:lnTo>
                  <a:lnTo>
                    <a:pt x="89215" y="101884"/>
                  </a:lnTo>
                  <a:lnTo>
                    <a:pt x="92784" y="102062"/>
                  </a:lnTo>
                  <a:lnTo>
                    <a:pt x="96353" y="102219"/>
                  </a:lnTo>
                  <a:lnTo>
                    <a:pt x="99921" y="102377"/>
                  </a:lnTo>
                  <a:lnTo>
                    <a:pt x="103490" y="102586"/>
                  </a:lnTo>
                  <a:lnTo>
                    <a:pt x="107058" y="102735"/>
                  </a:lnTo>
                  <a:lnTo>
                    <a:pt x="110627" y="102840"/>
                  </a:lnTo>
                  <a:lnTo>
                    <a:pt x="114196" y="102883"/>
                  </a:lnTo>
                  <a:lnTo>
                    <a:pt x="117764" y="102794"/>
                  </a:lnTo>
                  <a:lnTo>
                    <a:pt x="121333" y="102705"/>
                  </a:lnTo>
                  <a:lnTo>
                    <a:pt x="124902" y="102921"/>
                  </a:lnTo>
                  <a:lnTo>
                    <a:pt x="128470" y="103371"/>
                  </a:lnTo>
                  <a:lnTo>
                    <a:pt x="132039" y="103757"/>
                  </a:lnTo>
                  <a:lnTo>
                    <a:pt x="135608" y="103761"/>
                  </a:lnTo>
                  <a:lnTo>
                    <a:pt x="139176" y="103693"/>
                  </a:lnTo>
                  <a:lnTo>
                    <a:pt x="142745" y="103966"/>
                  </a:lnTo>
                  <a:lnTo>
                    <a:pt x="146313" y="104242"/>
                  </a:lnTo>
                  <a:lnTo>
                    <a:pt x="149882" y="104498"/>
                  </a:lnTo>
                  <a:lnTo>
                    <a:pt x="153451" y="104688"/>
                  </a:lnTo>
                  <a:lnTo>
                    <a:pt x="157019" y="104574"/>
                  </a:lnTo>
                  <a:lnTo>
                    <a:pt x="160588" y="104574"/>
                  </a:lnTo>
                  <a:lnTo>
                    <a:pt x="164157" y="104367"/>
                  </a:lnTo>
                  <a:lnTo>
                    <a:pt x="167725" y="104337"/>
                  </a:lnTo>
                  <a:lnTo>
                    <a:pt x="171294" y="104251"/>
                  </a:lnTo>
                  <a:lnTo>
                    <a:pt x="174862" y="104674"/>
                  </a:lnTo>
                  <a:lnTo>
                    <a:pt x="178431" y="104856"/>
                  </a:lnTo>
                  <a:lnTo>
                    <a:pt x="182000" y="105026"/>
                  </a:lnTo>
                  <a:lnTo>
                    <a:pt x="185568" y="105195"/>
                  </a:lnTo>
                  <a:lnTo>
                    <a:pt x="189137" y="105179"/>
                  </a:lnTo>
                  <a:lnTo>
                    <a:pt x="192706" y="105385"/>
                  </a:lnTo>
                  <a:lnTo>
                    <a:pt x="196274" y="105302"/>
                  </a:lnTo>
                  <a:lnTo>
                    <a:pt x="199843" y="105228"/>
                  </a:lnTo>
                  <a:lnTo>
                    <a:pt x="203412" y="105215"/>
                  </a:lnTo>
                  <a:lnTo>
                    <a:pt x="206980" y="105116"/>
                  </a:lnTo>
                  <a:lnTo>
                    <a:pt x="210549" y="105221"/>
                  </a:lnTo>
                  <a:lnTo>
                    <a:pt x="214117" y="105216"/>
                  </a:lnTo>
                  <a:lnTo>
                    <a:pt x="217686" y="105484"/>
                  </a:lnTo>
                  <a:lnTo>
                    <a:pt x="221255" y="105098"/>
                  </a:lnTo>
                  <a:lnTo>
                    <a:pt x="224823" y="105249"/>
                  </a:lnTo>
                  <a:lnTo>
                    <a:pt x="228392" y="105126"/>
                  </a:lnTo>
                  <a:lnTo>
                    <a:pt x="231961" y="105022"/>
                  </a:lnTo>
                  <a:lnTo>
                    <a:pt x="235529" y="105402"/>
                  </a:lnTo>
                  <a:lnTo>
                    <a:pt x="239098" y="105513"/>
                  </a:lnTo>
                  <a:lnTo>
                    <a:pt x="242666" y="105489"/>
                  </a:lnTo>
                  <a:lnTo>
                    <a:pt x="246235" y="105423"/>
                  </a:lnTo>
                  <a:lnTo>
                    <a:pt x="249804" y="105600"/>
                  </a:lnTo>
                  <a:lnTo>
                    <a:pt x="253372" y="105740"/>
                  </a:lnTo>
                  <a:lnTo>
                    <a:pt x="256941" y="105465"/>
                  </a:lnTo>
                  <a:lnTo>
                    <a:pt x="260510" y="105028"/>
                  </a:lnTo>
                  <a:lnTo>
                    <a:pt x="264078" y="104915"/>
                  </a:lnTo>
                  <a:lnTo>
                    <a:pt x="267647" y="104786"/>
                  </a:lnTo>
                  <a:lnTo>
                    <a:pt x="271216" y="104875"/>
                  </a:lnTo>
                  <a:lnTo>
                    <a:pt x="274784" y="105145"/>
                  </a:lnTo>
                  <a:lnTo>
                    <a:pt x="278353" y="105173"/>
                  </a:lnTo>
                  <a:lnTo>
                    <a:pt x="281921" y="104799"/>
                  </a:lnTo>
                  <a:lnTo>
                    <a:pt x="285490" y="104893"/>
                  </a:lnTo>
                  <a:lnTo>
                    <a:pt x="289059" y="105107"/>
                  </a:lnTo>
                  <a:lnTo>
                    <a:pt x="292627" y="104962"/>
                  </a:lnTo>
                  <a:lnTo>
                    <a:pt x="296196" y="104652"/>
                  </a:lnTo>
                  <a:lnTo>
                    <a:pt x="299765" y="104251"/>
                  </a:lnTo>
                  <a:lnTo>
                    <a:pt x="303333" y="104274"/>
                  </a:lnTo>
                  <a:lnTo>
                    <a:pt x="306902" y="104424"/>
                  </a:lnTo>
                  <a:lnTo>
                    <a:pt x="310470" y="104204"/>
                  </a:lnTo>
                  <a:lnTo>
                    <a:pt x="314039" y="104054"/>
                  </a:lnTo>
                  <a:lnTo>
                    <a:pt x="317608" y="103738"/>
                  </a:lnTo>
                  <a:lnTo>
                    <a:pt x="321176" y="103434"/>
                  </a:lnTo>
                  <a:lnTo>
                    <a:pt x="324745" y="103009"/>
                  </a:lnTo>
                  <a:lnTo>
                    <a:pt x="328314" y="102829"/>
                  </a:lnTo>
                  <a:lnTo>
                    <a:pt x="331882" y="102802"/>
                  </a:lnTo>
                  <a:lnTo>
                    <a:pt x="335451" y="102737"/>
                  </a:lnTo>
                  <a:lnTo>
                    <a:pt x="339020" y="102289"/>
                  </a:lnTo>
                  <a:lnTo>
                    <a:pt x="342588" y="102098"/>
                  </a:lnTo>
                  <a:lnTo>
                    <a:pt x="346157" y="101683"/>
                  </a:lnTo>
                  <a:lnTo>
                    <a:pt x="349725" y="101008"/>
                  </a:lnTo>
                  <a:lnTo>
                    <a:pt x="353294" y="100702"/>
                  </a:lnTo>
                  <a:lnTo>
                    <a:pt x="356863" y="100511"/>
                  </a:lnTo>
                  <a:lnTo>
                    <a:pt x="360431" y="100175"/>
                  </a:lnTo>
                  <a:lnTo>
                    <a:pt x="364000" y="99978"/>
                  </a:lnTo>
                  <a:lnTo>
                    <a:pt x="367569" y="99570"/>
                  </a:lnTo>
                  <a:lnTo>
                    <a:pt x="371137" y="99370"/>
                  </a:lnTo>
                  <a:lnTo>
                    <a:pt x="374706" y="99155"/>
                  </a:lnTo>
                  <a:lnTo>
                    <a:pt x="378274" y="98689"/>
                  </a:lnTo>
                  <a:lnTo>
                    <a:pt x="381843" y="98388"/>
                  </a:lnTo>
                  <a:lnTo>
                    <a:pt x="385412" y="98219"/>
                  </a:lnTo>
                  <a:lnTo>
                    <a:pt x="388980" y="97853"/>
                  </a:lnTo>
                  <a:lnTo>
                    <a:pt x="392549" y="97729"/>
                  </a:lnTo>
                  <a:lnTo>
                    <a:pt x="396118" y="97486"/>
                  </a:lnTo>
                  <a:lnTo>
                    <a:pt x="399686" y="96837"/>
                  </a:lnTo>
                  <a:lnTo>
                    <a:pt x="403255" y="96502"/>
                  </a:lnTo>
                  <a:lnTo>
                    <a:pt x="406824" y="96006"/>
                  </a:lnTo>
                  <a:lnTo>
                    <a:pt x="410392" y="95629"/>
                  </a:lnTo>
                  <a:lnTo>
                    <a:pt x="413961" y="95058"/>
                  </a:lnTo>
                  <a:lnTo>
                    <a:pt x="417529" y="94686"/>
                  </a:lnTo>
                  <a:lnTo>
                    <a:pt x="421098" y="94218"/>
                  </a:lnTo>
                  <a:lnTo>
                    <a:pt x="424667" y="93691"/>
                  </a:lnTo>
                  <a:lnTo>
                    <a:pt x="428235" y="93196"/>
                  </a:lnTo>
                  <a:lnTo>
                    <a:pt x="431804" y="92807"/>
                  </a:lnTo>
                  <a:lnTo>
                    <a:pt x="435373" y="92429"/>
                  </a:lnTo>
                  <a:lnTo>
                    <a:pt x="438941" y="92035"/>
                  </a:lnTo>
                  <a:lnTo>
                    <a:pt x="442510" y="91482"/>
                  </a:lnTo>
                  <a:lnTo>
                    <a:pt x="446078" y="91361"/>
                  </a:lnTo>
                  <a:lnTo>
                    <a:pt x="449647" y="90804"/>
                  </a:lnTo>
                  <a:lnTo>
                    <a:pt x="453216" y="90163"/>
                  </a:lnTo>
                  <a:lnTo>
                    <a:pt x="456784" y="89600"/>
                  </a:lnTo>
                  <a:lnTo>
                    <a:pt x="460353" y="89384"/>
                  </a:lnTo>
                  <a:lnTo>
                    <a:pt x="463922" y="88936"/>
                  </a:lnTo>
                  <a:lnTo>
                    <a:pt x="467490" y="88527"/>
                  </a:lnTo>
                  <a:lnTo>
                    <a:pt x="471059" y="87996"/>
                  </a:lnTo>
                  <a:lnTo>
                    <a:pt x="474628" y="87274"/>
                  </a:lnTo>
                  <a:lnTo>
                    <a:pt x="478196" y="87065"/>
                  </a:lnTo>
                  <a:lnTo>
                    <a:pt x="481765" y="86888"/>
                  </a:lnTo>
                  <a:lnTo>
                    <a:pt x="485333" y="86383"/>
                  </a:lnTo>
                  <a:lnTo>
                    <a:pt x="488902" y="86149"/>
                  </a:lnTo>
                  <a:lnTo>
                    <a:pt x="492471" y="85643"/>
                  </a:lnTo>
                  <a:lnTo>
                    <a:pt x="496039" y="85126"/>
                  </a:lnTo>
                  <a:lnTo>
                    <a:pt x="499608" y="84568"/>
                  </a:lnTo>
                  <a:lnTo>
                    <a:pt x="503177" y="83860"/>
                  </a:lnTo>
                  <a:lnTo>
                    <a:pt x="506745" y="83445"/>
                  </a:lnTo>
                  <a:lnTo>
                    <a:pt x="510314" y="82570"/>
                  </a:lnTo>
                  <a:lnTo>
                    <a:pt x="513882" y="81826"/>
                  </a:lnTo>
                  <a:lnTo>
                    <a:pt x="517451" y="81334"/>
                  </a:lnTo>
                  <a:lnTo>
                    <a:pt x="521020" y="80605"/>
                  </a:lnTo>
                  <a:lnTo>
                    <a:pt x="524588" y="79707"/>
                  </a:lnTo>
                  <a:lnTo>
                    <a:pt x="528157" y="78800"/>
                  </a:lnTo>
                  <a:lnTo>
                    <a:pt x="531726" y="77892"/>
                  </a:lnTo>
                  <a:lnTo>
                    <a:pt x="535294" y="76985"/>
                  </a:lnTo>
                  <a:lnTo>
                    <a:pt x="538863" y="76072"/>
                  </a:lnTo>
                  <a:lnTo>
                    <a:pt x="542432" y="75154"/>
                  </a:lnTo>
                  <a:lnTo>
                    <a:pt x="546000" y="74459"/>
                  </a:lnTo>
                  <a:lnTo>
                    <a:pt x="549569" y="73925"/>
                  </a:lnTo>
                  <a:lnTo>
                    <a:pt x="553137" y="72997"/>
                  </a:lnTo>
                  <a:lnTo>
                    <a:pt x="556706" y="72447"/>
                  </a:lnTo>
                  <a:lnTo>
                    <a:pt x="560275" y="71726"/>
                  </a:lnTo>
                  <a:lnTo>
                    <a:pt x="563843" y="71099"/>
                  </a:lnTo>
                  <a:lnTo>
                    <a:pt x="567412" y="70612"/>
                  </a:lnTo>
                  <a:lnTo>
                    <a:pt x="570981" y="70036"/>
                  </a:lnTo>
                  <a:lnTo>
                    <a:pt x="574549" y="69457"/>
                  </a:lnTo>
                  <a:lnTo>
                    <a:pt x="578118" y="68712"/>
                  </a:lnTo>
                  <a:lnTo>
                    <a:pt x="581686" y="67958"/>
                  </a:lnTo>
                  <a:lnTo>
                    <a:pt x="585255" y="67206"/>
                  </a:lnTo>
                  <a:lnTo>
                    <a:pt x="588824" y="66605"/>
                  </a:lnTo>
                  <a:lnTo>
                    <a:pt x="592392" y="65736"/>
                  </a:lnTo>
                  <a:lnTo>
                    <a:pt x="595961" y="65181"/>
                  </a:lnTo>
                  <a:lnTo>
                    <a:pt x="599530" y="64622"/>
                  </a:lnTo>
                  <a:lnTo>
                    <a:pt x="603098" y="63564"/>
                  </a:lnTo>
                  <a:lnTo>
                    <a:pt x="606667" y="62720"/>
                  </a:lnTo>
                  <a:lnTo>
                    <a:pt x="610236" y="61716"/>
                  </a:lnTo>
                  <a:lnTo>
                    <a:pt x="613804" y="60946"/>
                  </a:lnTo>
                  <a:lnTo>
                    <a:pt x="617373" y="60147"/>
                  </a:lnTo>
                  <a:lnTo>
                    <a:pt x="620941" y="59355"/>
                  </a:lnTo>
                  <a:lnTo>
                    <a:pt x="624510" y="58571"/>
                  </a:lnTo>
                  <a:lnTo>
                    <a:pt x="628079" y="57788"/>
                  </a:lnTo>
                  <a:lnTo>
                    <a:pt x="631647" y="56832"/>
                  </a:lnTo>
                  <a:lnTo>
                    <a:pt x="635216" y="56009"/>
                  </a:lnTo>
                  <a:lnTo>
                    <a:pt x="638785" y="55342"/>
                  </a:lnTo>
                  <a:lnTo>
                    <a:pt x="642353" y="54645"/>
                  </a:lnTo>
                  <a:lnTo>
                    <a:pt x="645922" y="53835"/>
                  </a:lnTo>
                  <a:lnTo>
                    <a:pt x="649490" y="53021"/>
                  </a:lnTo>
                  <a:lnTo>
                    <a:pt x="653059" y="52239"/>
                  </a:lnTo>
                  <a:lnTo>
                    <a:pt x="656628" y="51447"/>
                  </a:lnTo>
                  <a:lnTo>
                    <a:pt x="660196" y="50683"/>
                  </a:lnTo>
                  <a:lnTo>
                    <a:pt x="663765" y="49980"/>
                  </a:lnTo>
                  <a:lnTo>
                    <a:pt x="667334" y="49060"/>
                  </a:lnTo>
                  <a:lnTo>
                    <a:pt x="670902" y="48256"/>
                  </a:lnTo>
                  <a:lnTo>
                    <a:pt x="674471" y="47454"/>
                  </a:lnTo>
                  <a:lnTo>
                    <a:pt x="678040" y="46657"/>
                  </a:lnTo>
                  <a:lnTo>
                    <a:pt x="681608" y="46143"/>
                  </a:lnTo>
                  <a:lnTo>
                    <a:pt x="685177" y="45781"/>
                  </a:lnTo>
                  <a:lnTo>
                    <a:pt x="688745" y="44755"/>
                  </a:lnTo>
                  <a:lnTo>
                    <a:pt x="692314" y="43920"/>
                  </a:lnTo>
                  <a:lnTo>
                    <a:pt x="695883" y="43277"/>
                  </a:lnTo>
                  <a:lnTo>
                    <a:pt x="699451" y="42534"/>
                  </a:lnTo>
                  <a:lnTo>
                    <a:pt x="703020" y="41679"/>
                  </a:lnTo>
                  <a:lnTo>
                    <a:pt x="706589" y="40493"/>
                  </a:lnTo>
                  <a:lnTo>
                    <a:pt x="710157" y="39366"/>
                  </a:lnTo>
                  <a:lnTo>
                    <a:pt x="713726" y="38223"/>
                  </a:lnTo>
                  <a:lnTo>
                    <a:pt x="717294" y="37354"/>
                  </a:lnTo>
                  <a:lnTo>
                    <a:pt x="720863" y="36323"/>
                  </a:lnTo>
                  <a:lnTo>
                    <a:pt x="724432" y="35285"/>
                  </a:lnTo>
                  <a:lnTo>
                    <a:pt x="728000" y="34686"/>
                  </a:lnTo>
                  <a:lnTo>
                    <a:pt x="731569" y="33788"/>
                  </a:lnTo>
                  <a:lnTo>
                    <a:pt x="735138" y="32919"/>
                  </a:lnTo>
                  <a:lnTo>
                    <a:pt x="738706" y="31771"/>
                  </a:lnTo>
                  <a:lnTo>
                    <a:pt x="742275" y="30664"/>
                  </a:lnTo>
                  <a:lnTo>
                    <a:pt x="745844" y="29672"/>
                  </a:lnTo>
                  <a:lnTo>
                    <a:pt x="749412" y="28602"/>
                  </a:lnTo>
                  <a:lnTo>
                    <a:pt x="752981" y="27373"/>
                  </a:lnTo>
                  <a:lnTo>
                    <a:pt x="756549" y="26193"/>
                  </a:lnTo>
                  <a:lnTo>
                    <a:pt x="760118" y="25026"/>
                  </a:lnTo>
                  <a:lnTo>
                    <a:pt x="763687" y="24334"/>
                  </a:lnTo>
                  <a:lnTo>
                    <a:pt x="767255" y="23776"/>
                  </a:lnTo>
                  <a:lnTo>
                    <a:pt x="770824" y="23219"/>
                  </a:lnTo>
                  <a:lnTo>
                    <a:pt x="774393" y="22662"/>
                  </a:lnTo>
                  <a:lnTo>
                    <a:pt x="777961" y="21240"/>
                  </a:lnTo>
                  <a:lnTo>
                    <a:pt x="781530" y="19727"/>
                  </a:lnTo>
                  <a:lnTo>
                    <a:pt x="785098" y="18959"/>
                  </a:lnTo>
                  <a:lnTo>
                    <a:pt x="788667" y="18192"/>
                  </a:lnTo>
                  <a:lnTo>
                    <a:pt x="792236" y="17125"/>
                  </a:lnTo>
                  <a:lnTo>
                    <a:pt x="795804" y="15706"/>
                  </a:lnTo>
                  <a:lnTo>
                    <a:pt x="799373" y="14289"/>
                  </a:lnTo>
                  <a:lnTo>
                    <a:pt x="802942" y="13381"/>
                  </a:lnTo>
                  <a:lnTo>
                    <a:pt x="806510" y="12574"/>
                  </a:lnTo>
                  <a:lnTo>
                    <a:pt x="810079" y="11767"/>
                  </a:lnTo>
                  <a:lnTo>
                    <a:pt x="813648" y="10666"/>
                  </a:lnTo>
                  <a:lnTo>
                    <a:pt x="817216" y="9693"/>
                  </a:lnTo>
                  <a:lnTo>
                    <a:pt x="820785" y="8847"/>
                  </a:lnTo>
                  <a:lnTo>
                    <a:pt x="824353" y="8000"/>
                  </a:lnTo>
                  <a:lnTo>
                    <a:pt x="827922" y="7153"/>
                  </a:lnTo>
                  <a:lnTo>
                    <a:pt x="831491" y="6311"/>
                  </a:lnTo>
                  <a:lnTo>
                    <a:pt x="835059" y="5483"/>
                  </a:lnTo>
                  <a:lnTo>
                    <a:pt x="838628" y="4655"/>
                  </a:lnTo>
                  <a:lnTo>
                    <a:pt x="842197" y="3657"/>
                  </a:lnTo>
                  <a:lnTo>
                    <a:pt x="845765" y="2486"/>
                  </a:lnTo>
                  <a:lnTo>
                    <a:pt x="849334" y="1244"/>
                  </a:lnTo>
                  <a:lnTo>
                    <a:pt x="85290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12246" y="3260011"/>
              <a:ext cx="852902" cy="44382"/>
            </a:xfrm>
            <a:custGeom>
              <a:avLst/>
              <a:pathLst>
                <a:path w="852902" h="44382">
                  <a:moveTo>
                    <a:pt x="852902" y="14290"/>
                  </a:moveTo>
                  <a:lnTo>
                    <a:pt x="849334" y="14099"/>
                  </a:lnTo>
                  <a:lnTo>
                    <a:pt x="845765" y="13902"/>
                  </a:lnTo>
                  <a:lnTo>
                    <a:pt x="842197" y="13706"/>
                  </a:lnTo>
                  <a:lnTo>
                    <a:pt x="838628" y="13436"/>
                  </a:lnTo>
                  <a:lnTo>
                    <a:pt x="835059" y="13142"/>
                  </a:lnTo>
                  <a:lnTo>
                    <a:pt x="831491" y="12943"/>
                  </a:lnTo>
                  <a:lnTo>
                    <a:pt x="827922" y="12734"/>
                  </a:lnTo>
                  <a:lnTo>
                    <a:pt x="824353" y="12530"/>
                  </a:lnTo>
                  <a:lnTo>
                    <a:pt x="820785" y="12328"/>
                  </a:lnTo>
                  <a:lnTo>
                    <a:pt x="817216" y="12318"/>
                  </a:lnTo>
                  <a:lnTo>
                    <a:pt x="813648" y="12125"/>
                  </a:lnTo>
                  <a:lnTo>
                    <a:pt x="810079" y="12009"/>
                  </a:lnTo>
                  <a:lnTo>
                    <a:pt x="806510" y="11869"/>
                  </a:lnTo>
                  <a:lnTo>
                    <a:pt x="802942" y="11771"/>
                  </a:lnTo>
                  <a:lnTo>
                    <a:pt x="799373" y="11587"/>
                  </a:lnTo>
                  <a:lnTo>
                    <a:pt x="795804" y="11308"/>
                  </a:lnTo>
                  <a:lnTo>
                    <a:pt x="792236" y="11028"/>
                  </a:lnTo>
                  <a:lnTo>
                    <a:pt x="788667" y="10777"/>
                  </a:lnTo>
                  <a:lnTo>
                    <a:pt x="785098" y="10579"/>
                  </a:lnTo>
                  <a:lnTo>
                    <a:pt x="781530" y="10381"/>
                  </a:lnTo>
                  <a:lnTo>
                    <a:pt x="777961" y="10065"/>
                  </a:lnTo>
                  <a:lnTo>
                    <a:pt x="774393" y="9772"/>
                  </a:lnTo>
                  <a:lnTo>
                    <a:pt x="770824" y="9519"/>
                  </a:lnTo>
                  <a:lnTo>
                    <a:pt x="767255" y="9329"/>
                  </a:lnTo>
                  <a:lnTo>
                    <a:pt x="763687" y="9138"/>
                  </a:lnTo>
                  <a:lnTo>
                    <a:pt x="760118" y="8908"/>
                  </a:lnTo>
                  <a:lnTo>
                    <a:pt x="756549" y="8648"/>
                  </a:lnTo>
                  <a:lnTo>
                    <a:pt x="752981" y="8391"/>
                  </a:lnTo>
                  <a:lnTo>
                    <a:pt x="749412" y="8183"/>
                  </a:lnTo>
                  <a:lnTo>
                    <a:pt x="745844" y="7978"/>
                  </a:lnTo>
                  <a:lnTo>
                    <a:pt x="742275" y="7768"/>
                  </a:lnTo>
                  <a:lnTo>
                    <a:pt x="738706" y="7667"/>
                  </a:lnTo>
                  <a:lnTo>
                    <a:pt x="735138" y="7440"/>
                  </a:lnTo>
                  <a:lnTo>
                    <a:pt x="731569" y="7186"/>
                  </a:lnTo>
                  <a:lnTo>
                    <a:pt x="728000" y="7186"/>
                  </a:lnTo>
                  <a:lnTo>
                    <a:pt x="724432" y="6716"/>
                  </a:lnTo>
                  <a:lnTo>
                    <a:pt x="720863" y="6489"/>
                  </a:lnTo>
                  <a:lnTo>
                    <a:pt x="717294" y="6153"/>
                  </a:lnTo>
                  <a:lnTo>
                    <a:pt x="713726" y="5896"/>
                  </a:lnTo>
                  <a:lnTo>
                    <a:pt x="710157" y="5707"/>
                  </a:lnTo>
                  <a:lnTo>
                    <a:pt x="706589" y="5610"/>
                  </a:lnTo>
                  <a:lnTo>
                    <a:pt x="703020" y="5217"/>
                  </a:lnTo>
                  <a:lnTo>
                    <a:pt x="699451" y="4904"/>
                  </a:lnTo>
                  <a:lnTo>
                    <a:pt x="695883" y="4847"/>
                  </a:lnTo>
                  <a:lnTo>
                    <a:pt x="692314" y="4811"/>
                  </a:lnTo>
                  <a:lnTo>
                    <a:pt x="688745" y="4601"/>
                  </a:lnTo>
                  <a:lnTo>
                    <a:pt x="685177" y="4420"/>
                  </a:lnTo>
                  <a:lnTo>
                    <a:pt x="681608" y="4301"/>
                  </a:lnTo>
                  <a:lnTo>
                    <a:pt x="678040" y="4267"/>
                  </a:lnTo>
                  <a:lnTo>
                    <a:pt x="674471" y="4317"/>
                  </a:lnTo>
                  <a:lnTo>
                    <a:pt x="670902" y="4277"/>
                  </a:lnTo>
                  <a:lnTo>
                    <a:pt x="667334" y="4055"/>
                  </a:lnTo>
                  <a:lnTo>
                    <a:pt x="663765" y="4070"/>
                  </a:lnTo>
                  <a:lnTo>
                    <a:pt x="660196" y="4092"/>
                  </a:lnTo>
                  <a:lnTo>
                    <a:pt x="656628" y="4220"/>
                  </a:lnTo>
                  <a:lnTo>
                    <a:pt x="653059" y="4117"/>
                  </a:lnTo>
                  <a:lnTo>
                    <a:pt x="649490" y="4128"/>
                  </a:lnTo>
                  <a:lnTo>
                    <a:pt x="645922" y="3927"/>
                  </a:lnTo>
                  <a:lnTo>
                    <a:pt x="642353" y="3659"/>
                  </a:lnTo>
                  <a:lnTo>
                    <a:pt x="638785" y="3432"/>
                  </a:lnTo>
                  <a:lnTo>
                    <a:pt x="635216" y="3620"/>
                  </a:lnTo>
                  <a:lnTo>
                    <a:pt x="631647" y="3456"/>
                  </a:lnTo>
                  <a:lnTo>
                    <a:pt x="628079" y="3257"/>
                  </a:lnTo>
                  <a:lnTo>
                    <a:pt x="624510" y="2999"/>
                  </a:lnTo>
                  <a:lnTo>
                    <a:pt x="620941" y="2741"/>
                  </a:lnTo>
                  <a:lnTo>
                    <a:pt x="617373" y="2479"/>
                  </a:lnTo>
                  <a:lnTo>
                    <a:pt x="613804" y="2215"/>
                  </a:lnTo>
                  <a:lnTo>
                    <a:pt x="610236" y="1950"/>
                  </a:lnTo>
                  <a:lnTo>
                    <a:pt x="606667" y="1974"/>
                  </a:lnTo>
                  <a:lnTo>
                    <a:pt x="603098" y="1994"/>
                  </a:lnTo>
                  <a:lnTo>
                    <a:pt x="599530" y="1716"/>
                  </a:lnTo>
                  <a:lnTo>
                    <a:pt x="595961" y="1528"/>
                  </a:lnTo>
                  <a:lnTo>
                    <a:pt x="592392" y="1470"/>
                  </a:lnTo>
                  <a:lnTo>
                    <a:pt x="588824" y="1320"/>
                  </a:lnTo>
                  <a:lnTo>
                    <a:pt x="585255" y="1556"/>
                  </a:lnTo>
                  <a:lnTo>
                    <a:pt x="581686" y="1385"/>
                  </a:lnTo>
                  <a:lnTo>
                    <a:pt x="578118" y="1460"/>
                  </a:lnTo>
                  <a:lnTo>
                    <a:pt x="574549" y="1589"/>
                  </a:lnTo>
                  <a:lnTo>
                    <a:pt x="570981" y="1469"/>
                  </a:lnTo>
                  <a:lnTo>
                    <a:pt x="567412" y="1462"/>
                  </a:lnTo>
                  <a:lnTo>
                    <a:pt x="563843" y="1306"/>
                  </a:lnTo>
                  <a:lnTo>
                    <a:pt x="560275" y="1041"/>
                  </a:lnTo>
                  <a:lnTo>
                    <a:pt x="556706" y="749"/>
                  </a:lnTo>
                  <a:lnTo>
                    <a:pt x="553137" y="628"/>
                  </a:lnTo>
                  <a:lnTo>
                    <a:pt x="549569" y="611"/>
                  </a:lnTo>
                  <a:lnTo>
                    <a:pt x="546000" y="476"/>
                  </a:lnTo>
                  <a:lnTo>
                    <a:pt x="542432" y="351"/>
                  </a:lnTo>
                  <a:lnTo>
                    <a:pt x="538863" y="485"/>
                  </a:lnTo>
                  <a:lnTo>
                    <a:pt x="535294" y="437"/>
                  </a:lnTo>
                  <a:lnTo>
                    <a:pt x="531726" y="307"/>
                  </a:lnTo>
                  <a:lnTo>
                    <a:pt x="528157" y="31"/>
                  </a:lnTo>
                  <a:lnTo>
                    <a:pt x="524588" y="0"/>
                  </a:lnTo>
                  <a:lnTo>
                    <a:pt x="521020" y="122"/>
                  </a:lnTo>
                  <a:lnTo>
                    <a:pt x="517451" y="239"/>
                  </a:lnTo>
                  <a:lnTo>
                    <a:pt x="513882" y="353"/>
                  </a:lnTo>
                  <a:lnTo>
                    <a:pt x="510314" y="413"/>
                  </a:lnTo>
                  <a:lnTo>
                    <a:pt x="506745" y="448"/>
                  </a:lnTo>
                  <a:lnTo>
                    <a:pt x="503177" y="247"/>
                  </a:lnTo>
                  <a:lnTo>
                    <a:pt x="499608" y="460"/>
                  </a:lnTo>
                  <a:lnTo>
                    <a:pt x="496039" y="484"/>
                  </a:lnTo>
                  <a:lnTo>
                    <a:pt x="492471" y="652"/>
                  </a:lnTo>
                  <a:lnTo>
                    <a:pt x="488902" y="781"/>
                  </a:lnTo>
                  <a:lnTo>
                    <a:pt x="485333" y="843"/>
                  </a:lnTo>
                  <a:lnTo>
                    <a:pt x="481765" y="748"/>
                  </a:lnTo>
                  <a:lnTo>
                    <a:pt x="478196" y="777"/>
                  </a:lnTo>
                  <a:lnTo>
                    <a:pt x="474628" y="611"/>
                  </a:lnTo>
                  <a:lnTo>
                    <a:pt x="471059" y="642"/>
                  </a:lnTo>
                  <a:lnTo>
                    <a:pt x="467490" y="537"/>
                  </a:lnTo>
                  <a:lnTo>
                    <a:pt x="463922" y="422"/>
                  </a:lnTo>
                  <a:lnTo>
                    <a:pt x="460353" y="499"/>
                  </a:lnTo>
                  <a:lnTo>
                    <a:pt x="456784" y="1093"/>
                  </a:lnTo>
                  <a:lnTo>
                    <a:pt x="453216" y="1123"/>
                  </a:lnTo>
                  <a:lnTo>
                    <a:pt x="449647" y="1265"/>
                  </a:lnTo>
                  <a:lnTo>
                    <a:pt x="446078" y="1042"/>
                  </a:lnTo>
                  <a:lnTo>
                    <a:pt x="442510" y="931"/>
                  </a:lnTo>
                  <a:lnTo>
                    <a:pt x="438941" y="836"/>
                  </a:lnTo>
                  <a:lnTo>
                    <a:pt x="435373" y="972"/>
                  </a:lnTo>
                  <a:lnTo>
                    <a:pt x="431804" y="608"/>
                  </a:lnTo>
                  <a:lnTo>
                    <a:pt x="428235" y="797"/>
                  </a:lnTo>
                  <a:lnTo>
                    <a:pt x="424667" y="927"/>
                  </a:lnTo>
                  <a:lnTo>
                    <a:pt x="421098" y="1101"/>
                  </a:lnTo>
                  <a:lnTo>
                    <a:pt x="417529" y="1282"/>
                  </a:lnTo>
                  <a:lnTo>
                    <a:pt x="413961" y="1140"/>
                  </a:lnTo>
                  <a:lnTo>
                    <a:pt x="410392" y="894"/>
                  </a:lnTo>
                  <a:lnTo>
                    <a:pt x="406824" y="884"/>
                  </a:lnTo>
                  <a:lnTo>
                    <a:pt x="403255" y="1064"/>
                  </a:lnTo>
                  <a:lnTo>
                    <a:pt x="399686" y="1407"/>
                  </a:lnTo>
                  <a:lnTo>
                    <a:pt x="396118" y="1757"/>
                  </a:lnTo>
                  <a:lnTo>
                    <a:pt x="392549" y="1820"/>
                  </a:lnTo>
                  <a:lnTo>
                    <a:pt x="388980" y="1900"/>
                  </a:lnTo>
                  <a:lnTo>
                    <a:pt x="385412" y="2049"/>
                  </a:lnTo>
                  <a:lnTo>
                    <a:pt x="381843" y="2015"/>
                  </a:lnTo>
                  <a:lnTo>
                    <a:pt x="378274" y="2219"/>
                  </a:lnTo>
                  <a:lnTo>
                    <a:pt x="374706" y="2409"/>
                  </a:lnTo>
                  <a:lnTo>
                    <a:pt x="371137" y="2629"/>
                  </a:lnTo>
                  <a:lnTo>
                    <a:pt x="367569" y="2862"/>
                  </a:lnTo>
                  <a:lnTo>
                    <a:pt x="364000" y="3238"/>
                  </a:lnTo>
                  <a:lnTo>
                    <a:pt x="360431" y="3627"/>
                  </a:lnTo>
                  <a:lnTo>
                    <a:pt x="356863" y="4063"/>
                  </a:lnTo>
                  <a:lnTo>
                    <a:pt x="353294" y="4226"/>
                  </a:lnTo>
                  <a:lnTo>
                    <a:pt x="349725" y="4369"/>
                  </a:lnTo>
                  <a:lnTo>
                    <a:pt x="346157" y="4562"/>
                  </a:lnTo>
                  <a:lnTo>
                    <a:pt x="342588" y="4740"/>
                  </a:lnTo>
                  <a:lnTo>
                    <a:pt x="339020" y="4986"/>
                  </a:lnTo>
                  <a:lnTo>
                    <a:pt x="335451" y="5045"/>
                  </a:lnTo>
                  <a:lnTo>
                    <a:pt x="331882" y="5270"/>
                  </a:lnTo>
                  <a:lnTo>
                    <a:pt x="328314" y="5476"/>
                  </a:lnTo>
                  <a:lnTo>
                    <a:pt x="324745" y="5582"/>
                  </a:lnTo>
                  <a:lnTo>
                    <a:pt x="321176" y="5926"/>
                  </a:lnTo>
                  <a:lnTo>
                    <a:pt x="317608" y="5962"/>
                  </a:lnTo>
                  <a:lnTo>
                    <a:pt x="314039" y="6151"/>
                  </a:lnTo>
                  <a:lnTo>
                    <a:pt x="310470" y="6372"/>
                  </a:lnTo>
                  <a:lnTo>
                    <a:pt x="306902" y="6585"/>
                  </a:lnTo>
                  <a:lnTo>
                    <a:pt x="303333" y="6842"/>
                  </a:lnTo>
                  <a:lnTo>
                    <a:pt x="299765" y="7346"/>
                  </a:lnTo>
                  <a:lnTo>
                    <a:pt x="296196" y="7533"/>
                  </a:lnTo>
                  <a:lnTo>
                    <a:pt x="292627" y="7820"/>
                  </a:lnTo>
                  <a:lnTo>
                    <a:pt x="289059" y="8493"/>
                  </a:lnTo>
                  <a:lnTo>
                    <a:pt x="285490" y="8877"/>
                  </a:lnTo>
                  <a:lnTo>
                    <a:pt x="281921" y="8951"/>
                  </a:lnTo>
                  <a:lnTo>
                    <a:pt x="278353" y="9485"/>
                  </a:lnTo>
                  <a:lnTo>
                    <a:pt x="274784" y="9848"/>
                  </a:lnTo>
                  <a:lnTo>
                    <a:pt x="271216" y="10106"/>
                  </a:lnTo>
                  <a:lnTo>
                    <a:pt x="267647" y="10042"/>
                  </a:lnTo>
                  <a:lnTo>
                    <a:pt x="264078" y="10089"/>
                  </a:lnTo>
                  <a:lnTo>
                    <a:pt x="260510" y="10340"/>
                  </a:lnTo>
                  <a:lnTo>
                    <a:pt x="256941" y="10679"/>
                  </a:lnTo>
                  <a:lnTo>
                    <a:pt x="253372" y="11092"/>
                  </a:lnTo>
                  <a:lnTo>
                    <a:pt x="249804" y="11265"/>
                  </a:lnTo>
                  <a:lnTo>
                    <a:pt x="246235" y="11745"/>
                  </a:lnTo>
                  <a:lnTo>
                    <a:pt x="242666" y="12246"/>
                  </a:lnTo>
                  <a:lnTo>
                    <a:pt x="239098" y="12633"/>
                  </a:lnTo>
                  <a:lnTo>
                    <a:pt x="235529" y="13221"/>
                  </a:lnTo>
                  <a:lnTo>
                    <a:pt x="231961" y="13574"/>
                  </a:lnTo>
                  <a:lnTo>
                    <a:pt x="228392" y="14040"/>
                  </a:lnTo>
                  <a:lnTo>
                    <a:pt x="224823" y="14215"/>
                  </a:lnTo>
                  <a:lnTo>
                    <a:pt x="221255" y="14579"/>
                  </a:lnTo>
                  <a:lnTo>
                    <a:pt x="217686" y="15174"/>
                  </a:lnTo>
                  <a:lnTo>
                    <a:pt x="214117" y="15773"/>
                  </a:lnTo>
                  <a:lnTo>
                    <a:pt x="210549" y="16304"/>
                  </a:lnTo>
                  <a:lnTo>
                    <a:pt x="206980" y="16739"/>
                  </a:lnTo>
                  <a:lnTo>
                    <a:pt x="203412" y="17174"/>
                  </a:lnTo>
                  <a:lnTo>
                    <a:pt x="199843" y="17774"/>
                  </a:lnTo>
                  <a:lnTo>
                    <a:pt x="196274" y="18427"/>
                  </a:lnTo>
                  <a:lnTo>
                    <a:pt x="192706" y="18835"/>
                  </a:lnTo>
                  <a:lnTo>
                    <a:pt x="189137" y="19178"/>
                  </a:lnTo>
                  <a:lnTo>
                    <a:pt x="185568" y="19561"/>
                  </a:lnTo>
                  <a:lnTo>
                    <a:pt x="182000" y="19945"/>
                  </a:lnTo>
                  <a:lnTo>
                    <a:pt x="178431" y="20346"/>
                  </a:lnTo>
                  <a:lnTo>
                    <a:pt x="174862" y="20788"/>
                  </a:lnTo>
                  <a:lnTo>
                    <a:pt x="171294" y="21220"/>
                  </a:lnTo>
                  <a:lnTo>
                    <a:pt x="167725" y="21565"/>
                  </a:lnTo>
                  <a:lnTo>
                    <a:pt x="164157" y="21893"/>
                  </a:lnTo>
                  <a:lnTo>
                    <a:pt x="160588" y="22350"/>
                  </a:lnTo>
                  <a:lnTo>
                    <a:pt x="157019" y="22851"/>
                  </a:lnTo>
                  <a:lnTo>
                    <a:pt x="153451" y="23347"/>
                  </a:lnTo>
                  <a:lnTo>
                    <a:pt x="149882" y="23780"/>
                  </a:lnTo>
                  <a:lnTo>
                    <a:pt x="146313" y="24085"/>
                  </a:lnTo>
                  <a:lnTo>
                    <a:pt x="142745" y="24614"/>
                  </a:lnTo>
                  <a:lnTo>
                    <a:pt x="139176" y="25331"/>
                  </a:lnTo>
                  <a:lnTo>
                    <a:pt x="135608" y="25814"/>
                  </a:lnTo>
                  <a:lnTo>
                    <a:pt x="132039" y="26311"/>
                  </a:lnTo>
                  <a:lnTo>
                    <a:pt x="128470" y="26802"/>
                  </a:lnTo>
                  <a:lnTo>
                    <a:pt x="124902" y="27293"/>
                  </a:lnTo>
                  <a:lnTo>
                    <a:pt x="121333" y="27782"/>
                  </a:lnTo>
                  <a:lnTo>
                    <a:pt x="117764" y="28269"/>
                  </a:lnTo>
                  <a:lnTo>
                    <a:pt x="114196" y="28831"/>
                  </a:lnTo>
                  <a:lnTo>
                    <a:pt x="110627" y="29278"/>
                  </a:lnTo>
                  <a:lnTo>
                    <a:pt x="107058" y="29615"/>
                  </a:lnTo>
                  <a:lnTo>
                    <a:pt x="103490" y="30194"/>
                  </a:lnTo>
                  <a:lnTo>
                    <a:pt x="99921" y="30786"/>
                  </a:lnTo>
                  <a:lnTo>
                    <a:pt x="96353" y="31348"/>
                  </a:lnTo>
                  <a:lnTo>
                    <a:pt x="92784" y="31994"/>
                  </a:lnTo>
                  <a:lnTo>
                    <a:pt x="89215" y="32492"/>
                  </a:lnTo>
                  <a:lnTo>
                    <a:pt x="85647" y="32918"/>
                  </a:lnTo>
                  <a:lnTo>
                    <a:pt x="82078" y="33385"/>
                  </a:lnTo>
                  <a:lnTo>
                    <a:pt x="78509" y="33935"/>
                  </a:lnTo>
                  <a:lnTo>
                    <a:pt x="74941" y="34488"/>
                  </a:lnTo>
                  <a:lnTo>
                    <a:pt x="71372" y="35038"/>
                  </a:lnTo>
                  <a:lnTo>
                    <a:pt x="67804" y="35442"/>
                  </a:lnTo>
                  <a:lnTo>
                    <a:pt x="64235" y="35882"/>
                  </a:lnTo>
                  <a:lnTo>
                    <a:pt x="60666" y="36590"/>
                  </a:lnTo>
                  <a:lnTo>
                    <a:pt x="57098" y="37026"/>
                  </a:lnTo>
                  <a:lnTo>
                    <a:pt x="53529" y="37542"/>
                  </a:lnTo>
                  <a:lnTo>
                    <a:pt x="49960" y="37960"/>
                  </a:lnTo>
                  <a:lnTo>
                    <a:pt x="46392" y="38615"/>
                  </a:lnTo>
                  <a:lnTo>
                    <a:pt x="42823" y="39267"/>
                  </a:lnTo>
                  <a:lnTo>
                    <a:pt x="39254" y="39797"/>
                  </a:lnTo>
                  <a:lnTo>
                    <a:pt x="35686" y="40152"/>
                  </a:lnTo>
                  <a:lnTo>
                    <a:pt x="32117" y="40711"/>
                  </a:lnTo>
                  <a:lnTo>
                    <a:pt x="28549" y="41105"/>
                  </a:lnTo>
                  <a:lnTo>
                    <a:pt x="24980" y="41687"/>
                  </a:lnTo>
                  <a:lnTo>
                    <a:pt x="21411" y="42191"/>
                  </a:lnTo>
                  <a:lnTo>
                    <a:pt x="17843" y="42542"/>
                  </a:lnTo>
                  <a:lnTo>
                    <a:pt x="14274" y="42823"/>
                  </a:lnTo>
                  <a:lnTo>
                    <a:pt x="10705" y="43206"/>
                  </a:lnTo>
                  <a:lnTo>
                    <a:pt x="7137" y="43657"/>
                  </a:lnTo>
                  <a:lnTo>
                    <a:pt x="3568" y="44024"/>
                  </a:lnTo>
                  <a:lnTo>
                    <a:pt x="0" y="4438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312246" y="3178368"/>
              <a:ext cx="852902" cy="60412"/>
            </a:xfrm>
            <a:custGeom>
              <a:avLst/>
              <a:pathLst>
                <a:path w="852902" h="60412">
                  <a:moveTo>
                    <a:pt x="0" y="60412"/>
                  </a:moveTo>
                  <a:lnTo>
                    <a:pt x="3568" y="60215"/>
                  </a:lnTo>
                  <a:lnTo>
                    <a:pt x="7137" y="60017"/>
                  </a:lnTo>
                  <a:lnTo>
                    <a:pt x="10705" y="59819"/>
                  </a:lnTo>
                  <a:lnTo>
                    <a:pt x="14274" y="59620"/>
                  </a:lnTo>
                  <a:lnTo>
                    <a:pt x="17843" y="59420"/>
                  </a:lnTo>
                  <a:lnTo>
                    <a:pt x="21411" y="59221"/>
                  </a:lnTo>
                  <a:lnTo>
                    <a:pt x="24980" y="59020"/>
                  </a:lnTo>
                  <a:lnTo>
                    <a:pt x="28549" y="58820"/>
                  </a:lnTo>
                  <a:lnTo>
                    <a:pt x="32117" y="58619"/>
                  </a:lnTo>
                  <a:lnTo>
                    <a:pt x="35686" y="58417"/>
                  </a:lnTo>
                  <a:lnTo>
                    <a:pt x="39254" y="58215"/>
                  </a:lnTo>
                  <a:lnTo>
                    <a:pt x="42823" y="58012"/>
                  </a:lnTo>
                  <a:lnTo>
                    <a:pt x="46392" y="57809"/>
                  </a:lnTo>
                  <a:lnTo>
                    <a:pt x="49960" y="57606"/>
                  </a:lnTo>
                  <a:lnTo>
                    <a:pt x="53529" y="57402"/>
                  </a:lnTo>
                  <a:lnTo>
                    <a:pt x="57098" y="57198"/>
                  </a:lnTo>
                  <a:lnTo>
                    <a:pt x="60666" y="56993"/>
                  </a:lnTo>
                  <a:lnTo>
                    <a:pt x="64235" y="56788"/>
                  </a:lnTo>
                  <a:lnTo>
                    <a:pt x="67804" y="56582"/>
                  </a:lnTo>
                  <a:lnTo>
                    <a:pt x="71372" y="56376"/>
                  </a:lnTo>
                  <a:lnTo>
                    <a:pt x="74941" y="56169"/>
                  </a:lnTo>
                  <a:lnTo>
                    <a:pt x="78509" y="55962"/>
                  </a:lnTo>
                  <a:lnTo>
                    <a:pt x="82078" y="55754"/>
                  </a:lnTo>
                  <a:lnTo>
                    <a:pt x="85647" y="55546"/>
                  </a:lnTo>
                  <a:lnTo>
                    <a:pt x="89215" y="55338"/>
                  </a:lnTo>
                  <a:lnTo>
                    <a:pt x="92784" y="55129"/>
                  </a:lnTo>
                  <a:lnTo>
                    <a:pt x="96353" y="54919"/>
                  </a:lnTo>
                  <a:lnTo>
                    <a:pt x="99921" y="54709"/>
                  </a:lnTo>
                  <a:lnTo>
                    <a:pt x="103490" y="54499"/>
                  </a:lnTo>
                  <a:lnTo>
                    <a:pt x="107058" y="54288"/>
                  </a:lnTo>
                  <a:lnTo>
                    <a:pt x="110627" y="54077"/>
                  </a:lnTo>
                  <a:lnTo>
                    <a:pt x="114196" y="53865"/>
                  </a:lnTo>
                  <a:lnTo>
                    <a:pt x="117764" y="53653"/>
                  </a:lnTo>
                  <a:lnTo>
                    <a:pt x="121333" y="53440"/>
                  </a:lnTo>
                  <a:lnTo>
                    <a:pt x="124902" y="53227"/>
                  </a:lnTo>
                  <a:lnTo>
                    <a:pt x="128470" y="53013"/>
                  </a:lnTo>
                  <a:lnTo>
                    <a:pt x="132039" y="52799"/>
                  </a:lnTo>
                  <a:lnTo>
                    <a:pt x="135608" y="52584"/>
                  </a:lnTo>
                  <a:lnTo>
                    <a:pt x="139176" y="52369"/>
                  </a:lnTo>
                  <a:lnTo>
                    <a:pt x="142745" y="52154"/>
                  </a:lnTo>
                  <a:lnTo>
                    <a:pt x="146313" y="51938"/>
                  </a:lnTo>
                  <a:lnTo>
                    <a:pt x="149882" y="51721"/>
                  </a:lnTo>
                  <a:lnTo>
                    <a:pt x="153451" y="51504"/>
                  </a:lnTo>
                  <a:lnTo>
                    <a:pt x="157019" y="51287"/>
                  </a:lnTo>
                  <a:lnTo>
                    <a:pt x="160588" y="51069"/>
                  </a:lnTo>
                  <a:lnTo>
                    <a:pt x="164157" y="50851"/>
                  </a:lnTo>
                  <a:lnTo>
                    <a:pt x="167725" y="50632"/>
                  </a:lnTo>
                  <a:lnTo>
                    <a:pt x="171294" y="50412"/>
                  </a:lnTo>
                  <a:lnTo>
                    <a:pt x="174862" y="50193"/>
                  </a:lnTo>
                  <a:lnTo>
                    <a:pt x="178431" y="49972"/>
                  </a:lnTo>
                  <a:lnTo>
                    <a:pt x="182000" y="49752"/>
                  </a:lnTo>
                  <a:lnTo>
                    <a:pt x="185568" y="49530"/>
                  </a:lnTo>
                  <a:lnTo>
                    <a:pt x="189137" y="49309"/>
                  </a:lnTo>
                  <a:lnTo>
                    <a:pt x="192706" y="49087"/>
                  </a:lnTo>
                  <a:lnTo>
                    <a:pt x="196274" y="48864"/>
                  </a:lnTo>
                  <a:lnTo>
                    <a:pt x="199843" y="48641"/>
                  </a:lnTo>
                  <a:lnTo>
                    <a:pt x="203412" y="48417"/>
                  </a:lnTo>
                  <a:lnTo>
                    <a:pt x="206980" y="48193"/>
                  </a:lnTo>
                  <a:lnTo>
                    <a:pt x="210549" y="47969"/>
                  </a:lnTo>
                  <a:lnTo>
                    <a:pt x="214117" y="47744"/>
                  </a:lnTo>
                  <a:lnTo>
                    <a:pt x="217686" y="47518"/>
                  </a:lnTo>
                  <a:lnTo>
                    <a:pt x="221255" y="47293"/>
                  </a:lnTo>
                  <a:lnTo>
                    <a:pt x="224823" y="47066"/>
                  </a:lnTo>
                  <a:lnTo>
                    <a:pt x="228392" y="46839"/>
                  </a:lnTo>
                  <a:lnTo>
                    <a:pt x="231961" y="46612"/>
                  </a:lnTo>
                  <a:lnTo>
                    <a:pt x="235529" y="46384"/>
                  </a:lnTo>
                  <a:lnTo>
                    <a:pt x="239098" y="46156"/>
                  </a:lnTo>
                  <a:lnTo>
                    <a:pt x="242666" y="45927"/>
                  </a:lnTo>
                  <a:lnTo>
                    <a:pt x="246235" y="45698"/>
                  </a:lnTo>
                  <a:lnTo>
                    <a:pt x="249804" y="45468"/>
                  </a:lnTo>
                  <a:lnTo>
                    <a:pt x="253372" y="45238"/>
                  </a:lnTo>
                  <a:lnTo>
                    <a:pt x="256941" y="45007"/>
                  </a:lnTo>
                  <a:lnTo>
                    <a:pt x="260510" y="44776"/>
                  </a:lnTo>
                  <a:lnTo>
                    <a:pt x="264078" y="44545"/>
                  </a:lnTo>
                  <a:lnTo>
                    <a:pt x="267647" y="44313"/>
                  </a:lnTo>
                  <a:lnTo>
                    <a:pt x="271216" y="44080"/>
                  </a:lnTo>
                  <a:lnTo>
                    <a:pt x="274784" y="43847"/>
                  </a:lnTo>
                  <a:lnTo>
                    <a:pt x="278353" y="43613"/>
                  </a:lnTo>
                  <a:lnTo>
                    <a:pt x="281921" y="43379"/>
                  </a:lnTo>
                  <a:lnTo>
                    <a:pt x="285490" y="43145"/>
                  </a:lnTo>
                  <a:lnTo>
                    <a:pt x="289059" y="42910"/>
                  </a:lnTo>
                  <a:lnTo>
                    <a:pt x="292627" y="42675"/>
                  </a:lnTo>
                  <a:lnTo>
                    <a:pt x="296196" y="42439"/>
                  </a:lnTo>
                  <a:lnTo>
                    <a:pt x="299765" y="42202"/>
                  </a:lnTo>
                  <a:lnTo>
                    <a:pt x="303333" y="41966"/>
                  </a:lnTo>
                  <a:lnTo>
                    <a:pt x="306902" y="41728"/>
                  </a:lnTo>
                  <a:lnTo>
                    <a:pt x="310470" y="41491"/>
                  </a:lnTo>
                  <a:lnTo>
                    <a:pt x="314039" y="41252"/>
                  </a:lnTo>
                  <a:lnTo>
                    <a:pt x="317608" y="41014"/>
                  </a:lnTo>
                  <a:lnTo>
                    <a:pt x="321176" y="40774"/>
                  </a:lnTo>
                  <a:lnTo>
                    <a:pt x="324745" y="40535"/>
                  </a:lnTo>
                  <a:lnTo>
                    <a:pt x="328314" y="40295"/>
                  </a:lnTo>
                  <a:lnTo>
                    <a:pt x="331882" y="40054"/>
                  </a:lnTo>
                  <a:lnTo>
                    <a:pt x="335451" y="39813"/>
                  </a:lnTo>
                  <a:lnTo>
                    <a:pt x="339020" y="39571"/>
                  </a:lnTo>
                  <a:lnTo>
                    <a:pt x="342588" y="39329"/>
                  </a:lnTo>
                  <a:lnTo>
                    <a:pt x="346157" y="39087"/>
                  </a:lnTo>
                  <a:lnTo>
                    <a:pt x="349725" y="38844"/>
                  </a:lnTo>
                  <a:lnTo>
                    <a:pt x="353294" y="38600"/>
                  </a:lnTo>
                  <a:lnTo>
                    <a:pt x="356863" y="38356"/>
                  </a:lnTo>
                  <a:lnTo>
                    <a:pt x="360431" y="38112"/>
                  </a:lnTo>
                  <a:lnTo>
                    <a:pt x="364000" y="37867"/>
                  </a:lnTo>
                  <a:lnTo>
                    <a:pt x="367569" y="37622"/>
                  </a:lnTo>
                  <a:lnTo>
                    <a:pt x="371137" y="37376"/>
                  </a:lnTo>
                  <a:lnTo>
                    <a:pt x="374706" y="37130"/>
                  </a:lnTo>
                  <a:lnTo>
                    <a:pt x="378274" y="36883"/>
                  </a:lnTo>
                  <a:lnTo>
                    <a:pt x="381843" y="36636"/>
                  </a:lnTo>
                  <a:lnTo>
                    <a:pt x="385412" y="36388"/>
                  </a:lnTo>
                  <a:lnTo>
                    <a:pt x="388980" y="36140"/>
                  </a:lnTo>
                  <a:lnTo>
                    <a:pt x="392549" y="35891"/>
                  </a:lnTo>
                  <a:lnTo>
                    <a:pt x="396118" y="35642"/>
                  </a:lnTo>
                  <a:lnTo>
                    <a:pt x="399686" y="35392"/>
                  </a:lnTo>
                  <a:lnTo>
                    <a:pt x="403255" y="35142"/>
                  </a:lnTo>
                  <a:lnTo>
                    <a:pt x="406824" y="34891"/>
                  </a:lnTo>
                  <a:lnTo>
                    <a:pt x="410392" y="34640"/>
                  </a:lnTo>
                  <a:lnTo>
                    <a:pt x="413961" y="34389"/>
                  </a:lnTo>
                  <a:lnTo>
                    <a:pt x="417529" y="34137"/>
                  </a:lnTo>
                  <a:lnTo>
                    <a:pt x="421098" y="33885"/>
                  </a:lnTo>
                  <a:lnTo>
                    <a:pt x="424667" y="33632"/>
                  </a:lnTo>
                  <a:lnTo>
                    <a:pt x="428235" y="33378"/>
                  </a:lnTo>
                  <a:lnTo>
                    <a:pt x="431804" y="33124"/>
                  </a:lnTo>
                  <a:lnTo>
                    <a:pt x="435373" y="32870"/>
                  </a:lnTo>
                  <a:lnTo>
                    <a:pt x="438941" y="32615"/>
                  </a:lnTo>
                  <a:lnTo>
                    <a:pt x="442510" y="32360"/>
                  </a:lnTo>
                  <a:lnTo>
                    <a:pt x="446078" y="32104"/>
                  </a:lnTo>
                  <a:lnTo>
                    <a:pt x="449647" y="31848"/>
                  </a:lnTo>
                  <a:lnTo>
                    <a:pt x="453216" y="31591"/>
                  </a:lnTo>
                  <a:lnTo>
                    <a:pt x="456784" y="31334"/>
                  </a:lnTo>
                  <a:lnTo>
                    <a:pt x="460353" y="31077"/>
                  </a:lnTo>
                  <a:lnTo>
                    <a:pt x="463922" y="30819"/>
                  </a:lnTo>
                  <a:lnTo>
                    <a:pt x="467490" y="30560"/>
                  </a:lnTo>
                  <a:lnTo>
                    <a:pt x="471059" y="30301"/>
                  </a:lnTo>
                  <a:lnTo>
                    <a:pt x="474628" y="30042"/>
                  </a:lnTo>
                  <a:lnTo>
                    <a:pt x="478196" y="29782"/>
                  </a:lnTo>
                  <a:lnTo>
                    <a:pt x="481765" y="29521"/>
                  </a:lnTo>
                  <a:lnTo>
                    <a:pt x="485333" y="29260"/>
                  </a:lnTo>
                  <a:lnTo>
                    <a:pt x="488902" y="28999"/>
                  </a:lnTo>
                  <a:lnTo>
                    <a:pt x="492471" y="28737"/>
                  </a:lnTo>
                  <a:lnTo>
                    <a:pt x="496039" y="28475"/>
                  </a:lnTo>
                  <a:lnTo>
                    <a:pt x="499608" y="28212"/>
                  </a:lnTo>
                  <a:lnTo>
                    <a:pt x="503177" y="27949"/>
                  </a:lnTo>
                  <a:lnTo>
                    <a:pt x="506745" y="27685"/>
                  </a:lnTo>
                  <a:lnTo>
                    <a:pt x="510314" y="27421"/>
                  </a:lnTo>
                  <a:lnTo>
                    <a:pt x="513882" y="27157"/>
                  </a:lnTo>
                  <a:lnTo>
                    <a:pt x="517451" y="26892"/>
                  </a:lnTo>
                  <a:lnTo>
                    <a:pt x="521020" y="26626"/>
                  </a:lnTo>
                  <a:lnTo>
                    <a:pt x="524588" y="26360"/>
                  </a:lnTo>
                  <a:lnTo>
                    <a:pt x="528157" y="26094"/>
                  </a:lnTo>
                  <a:lnTo>
                    <a:pt x="531726" y="25827"/>
                  </a:lnTo>
                  <a:lnTo>
                    <a:pt x="535294" y="25559"/>
                  </a:lnTo>
                  <a:lnTo>
                    <a:pt x="538863" y="25292"/>
                  </a:lnTo>
                  <a:lnTo>
                    <a:pt x="542432" y="25023"/>
                  </a:lnTo>
                  <a:lnTo>
                    <a:pt x="546000" y="24755"/>
                  </a:lnTo>
                  <a:lnTo>
                    <a:pt x="549569" y="24485"/>
                  </a:lnTo>
                  <a:lnTo>
                    <a:pt x="553137" y="24216"/>
                  </a:lnTo>
                  <a:lnTo>
                    <a:pt x="556706" y="23946"/>
                  </a:lnTo>
                  <a:lnTo>
                    <a:pt x="560275" y="23675"/>
                  </a:lnTo>
                  <a:lnTo>
                    <a:pt x="563843" y="23404"/>
                  </a:lnTo>
                  <a:lnTo>
                    <a:pt x="567412" y="23133"/>
                  </a:lnTo>
                  <a:lnTo>
                    <a:pt x="570981" y="22861"/>
                  </a:lnTo>
                  <a:lnTo>
                    <a:pt x="574549" y="22588"/>
                  </a:lnTo>
                  <a:lnTo>
                    <a:pt x="578118" y="22315"/>
                  </a:lnTo>
                  <a:lnTo>
                    <a:pt x="581686" y="22042"/>
                  </a:lnTo>
                  <a:lnTo>
                    <a:pt x="585255" y="21768"/>
                  </a:lnTo>
                  <a:lnTo>
                    <a:pt x="588824" y="21494"/>
                  </a:lnTo>
                  <a:lnTo>
                    <a:pt x="592392" y="21220"/>
                  </a:lnTo>
                  <a:lnTo>
                    <a:pt x="595961" y="20944"/>
                  </a:lnTo>
                  <a:lnTo>
                    <a:pt x="599530" y="20669"/>
                  </a:lnTo>
                  <a:lnTo>
                    <a:pt x="603098" y="20393"/>
                  </a:lnTo>
                  <a:lnTo>
                    <a:pt x="606667" y="20116"/>
                  </a:lnTo>
                  <a:lnTo>
                    <a:pt x="610236" y="19840"/>
                  </a:lnTo>
                  <a:lnTo>
                    <a:pt x="613804" y="19562"/>
                  </a:lnTo>
                  <a:lnTo>
                    <a:pt x="617373" y="19284"/>
                  </a:lnTo>
                  <a:lnTo>
                    <a:pt x="620941" y="19006"/>
                  </a:lnTo>
                  <a:lnTo>
                    <a:pt x="624510" y="18728"/>
                  </a:lnTo>
                  <a:lnTo>
                    <a:pt x="628079" y="18448"/>
                  </a:lnTo>
                  <a:lnTo>
                    <a:pt x="631647" y="18169"/>
                  </a:lnTo>
                  <a:lnTo>
                    <a:pt x="635216" y="17889"/>
                  </a:lnTo>
                  <a:lnTo>
                    <a:pt x="638785" y="17608"/>
                  </a:lnTo>
                  <a:lnTo>
                    <a:pt x="642353" y="17327"/>
                  </a:lnTo>
                  <a:lnTo>
                    <a:pt x="645922" y="17046"/>
                  </a:lnTo>
                  <a:lnTo>
                    <a:pt x="649490" y="16764"/>
                  </a:lnTo>
                  <a:lnTo>
                    <a:pt x="653059" y="16482"/>
                  </a:lnTo>
                  <a:lnTo>
                    <a:pt x="656628" y="16199"/>
                  </a:lnTo>
                  <a:lnTo>
                    <a:pt x="660196" y="15916"/>
                  </a:lnTo>
                  <a:lnTo>
                    <a:pt x="663765" y="15633"/>
                  </a:lnTo>
                  <a:lnTo>
                    <a:pt x="667334" y="15349"/>
                  </a:lnTo>
                  <a:lnTo>
                    <a:pt x="670902" y="15064"/>
                  </a:lnTo>
                  <a:lnTo>
                    <a:pt x="674471" y="14779"/>
                  </a:lnTo>
                  <a:lnTo>
                    <a:pt x="678040" y="14494"/>
                  </a:lnTo>
                  <a:lnTo>
                    <a:pt x="681608" y="14208"/>
                  </a:lnTo>
                  <a:lnTo>
                    <a:pt x="685177" y="13922"/>
                  </a:lnTo>
                  <a:lnTo>
                    <a:pt x="688745" y="13636"/>
                  </a:lnTo>
                  <a:lnTo>
                    <a:pt x="692314" y="13349"/>
                  </a:lnTo>
                  <a:lnTo>
                    <a:pt x="695883" y="13061"/>
                  </a:lnTo>
                  <a:lnTo>
                    <a:pt x="699451" y="12773"/>
                  </a:lnTo>
                  <a:lnTo>
                    <a:pt x="703020" y="12485"/>
                  </a:lnTo>
                  <a:lnTo>
                    <a:pt x="706589" y="12196"/>
                  </a:lnTo>
                  <a:lnTo>
                    <a:pt x="710157" y="11907"/>
                  </a:lnTo>
                  <a:lnTo>
                    <a:pt x="713726" y="11617"/>
                  </a:lnTo>
                  <a:lnTo>
                    <a:pt x="717294" y="11327"/>
                  </a:lnTo>
                  <a:lnTo>
                    <a:pt x="720863" y="11037"/>
                  </a:lnTo>
                  <a:lnTo>
                    <a:pt x="724432" y="10746"/>
                  </a:lnTo>
                  <a:lnTo>
                    <a:pt x="728000" y="10455"/>
                  </a:lnTo>
                  <a:lnTo>
                    <a:pt x="731569" y="10163"/>
                  </a:lnTo>
                  <a:lnTo>
                    <a:pt x="735138" y="9871"/>
                  </a:lnTo>
                  <a:lnTo>
                    <a:pt x="738706" y="9578"/>
                  </a:lnTo>
                  <a:lnTo>
                    <a:pt x="742275" y="9285"/>
                  </a:lnTo>
                  <a:lnTo>
                    <a:pt x="745844" y="8992"/>
                  </a:lnTo>
                  <a:lnTo>
                    <a:pt x="749412" y="8698"/>
                  </a:lnTo>
                  <a:lnTo>
                    <a:pt x="752981" y="8404"/>
                  </a:lnTo>
                  <a:lnTo>
                    <a:pt x="756549" y="8109"/>
                  </a:lnTo>
                  <a:lnTo>
                    <a:pt x="760118" y="7814"/>
                  </a:lnTo>
                  <a:lnTo>
                    <a:pt x="763687" y="7519"/>
                  </a:lnTo>
                  <a:lnTo>
                    <a:pt x="767255" y="7223"/>
                  </a:lnTo>
                  <a:lnTo>
                    <a:pt x="770824" y="6926"/>
                  </a:lnTo>
                  <a:lnTo>
                    <a:pt x="774393" y="6630"/>
                  </a:lnTo>
                  <a:lnTo>
                    <a:pt x="777961" y="6333"/>
                  </a:lnTo>
                  <a:lnTo>
                    <a:pt x="781530" y="6035"/>
                  </a:lnTo>
                  <a:lnTo>
                    <a:pt x="785098" y="5737"/>
                  </a:lnTo>
                  <a:lnTo>
                    <a:pt x="788667" y="5439"/>
                  </a:lnTo>
                  <a:lnTo>
                    <a:pt x="792236" y="5140"/>
                  </a:lnTo>
                  <a:lnTo>
                    <a:pt x="795804" y="4841"/>
                  </a:lnTo>
                  <a:lnTo>
                    <a:pt x="799373" y="4541"/>
                  </a:lnTo>
                  <a:lnTo>
                    <a:pt x="802942" y="4241"/>
                  </a:lnTo>
                  <a:lnTo>
                    <a:pt x="806510" y="3941"/>
                  </a:lnTo>
                  <a:lnTo>
                    <a:pt x="810079" y="3640"/>
                  </a:lnTo>
                  <a:lnTo>
                    <a:pt x="813648" y="3339"/>
                  </a:lnTo>
                  <a:lnTo>
                    <a:pt x="817216" y="3037"/>
                  </a:lnTo>
                  <a:lnTo>
                    <a:pt x="820785" y="2735"/>
                  </a:lnTo>
                  <a:lnTo>
                    <a:pt x="824353" y="2433"/>
                  </a:lnTo>
                  <a:lnTo>
                    <a:pt x="827922" y="2130"/>
                  </a:lnTo>
                  <a:lnTo>
                    <a:pt x="831491" y="1827"/>
                  </a:lnTo>
                  <a:lnTo>
                    <a:pt x="835059" y="1523"/>
                  </a:lnTo>
                  <a:lnTo>
                    <a:pt x="838628" y="1219"/>
                  </a:lnTo>
                  <a:lnTo>
                    <a:pt x="842197" y="915"/>
                  </a:lnTo>
                  <a:lnTo>
                    <a:pt x="845765" y="610"/>
                  </a:lnTo>
                  <a:lnTo>
                    <a:pt x="849334" y="305"/>
                  </a:lnTo>
                  <a:lnTo>
                    <a:pt x="852902" y="0"/>
                  </a:lnTo>
                </a:path>
              </a:pathLst>
            </a:custGeom>
            <a:ln w="28456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269601" y="3639043"/>
              <a:ext cx="93819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2312246" y="4055090"/>
              <a:ext cx="852902" cy="243161"/>
            </a:xfrm>
            <a:custGeom>
              <a:avLst/>
              <a:pathLst>
                <a:path w="852902" h="243161">
                  <a:moveTo>
                    <a:pt x="0" y="98001"/>
                  </a:moveTo>
                  <a:lnTo>
                    <a:pt x="3568" y="98162"/>
                  </a:lnTo>
                  <a:lnTo>
                    <a:pt x="7137" y="98323"/>
                  </a:lnTo>
                  <a:lnTo>
                    <a:pt x="10705" y="98484"/>
                  </a:lnTo>
                  <a:lnTo>
                    <a:pt x="14274" y="98743"/>
                  </a:lnTo>
                  <a:lnTo>
                    <a:pt x="17843" y="99068"/>
                  </a:lnTo>
                  <a:lnTo>
                    <a:pt x="21411" y="99096"/>
                  </a:lnTo>
                  <a:lnTo>
                    <a:pt x="24980" y="98997"/>
                  </a:lnTo>
                  <a:lnTo>
                    <a:pt x="28549" y="99257"/>
                  </a:lnTo>
                  <a:lnTo>
                    <a:pt x="32117" y="99183"/>
                  </a:lnTo>
                  <a:lnTo>
                    <a:pt x="35686" y="99112"/>
                  </a:lnTo>
                  <a:lnTo>
                    <a:pt x="39254" y="98862"/>
                  </a:lnTo>
                  <a:lnTo>
                    <a:pt x="42823" y="98889"/>
                  </a:lnTo>
                  <a:lnTo>
                    <a:pt x="46392" y="99510"/>
                  </a:lnTo>
                  <a:lnTo>
                    <a:pt x="49960" y="99527"/>
                  </a:lnTo>
                  <a:lnTo>
                    <a:pt x="53529" y="100304"/>
                  </a:lnTo>
                  <a:lnTo>
                    <a:pt x="57098" y="100346"/>
                  </a:lnTo>
                  <a:lnTo>
                    <a:pt x="60666" y="100661"/>
                  </a:lnTo>
                  <a:lnTo>
                    <a:pt x="64235" y="100732"/>
                  </a:lnTo>
                  <a:lnTo>
                    <a:pt x="67804" y="100692"/>
                  </a:lnTo>
                  <a:lnTo>
                    <a:pt x="71372" y="100966"/>
                  </a:lnTo>
                  <a:lnTo>
                    <a:pt x="74941" y="100835"/>
                  </a:lnTo>
                  <a:lnTo>
                    <a:pt x="78509" y="100807"/>
                  </a:lnTo>
                  <a:lnTo>
                    <a:pt x="82078" y="101062"/>
                  </a:lnTo>
                  <a:lnTo>
                    <a:pt x="85647" y="101374"/>
                  </a:lnTo>
                  <a:lnTo>
                    <a:pt x="89215" y="101884"/>
                  </a:lnTo>
                  <a:lnTo>
                    <a:pt x="92784" y="102062"/>
                  </a:lnTo>
                  <a:lnTo>
                    <a:pt x="96353" y="102219"/>
                  </a:lnTo>
                  <a:lnTo>
                    <a:pt x="99921" y="102377"/>
                  </a:lnTo>
                  <a:lnTo>
                    <a:pt x="103490" y="102586"/>
                  </a:lnTo>
                  <a:lnTo>
                    <a:pt x="107058" y="102735"/>
                  </a:lnTo>
                  <a:lnTo>
                    <a:pt x="110627" y="102840"/>
                  </a:lnTo>
                  <a:lnTo>
                    <a:pt x="114196" y="102883"/>
                  </a:lnTo>
                  <a:lnTo>
                    <a:pt x="117764" y="102794"/>
                  </a:lnTo>
                  <a:lnTo>
                    <a:pt x="121333" y="102705"/>
                  </a:lnTo>
                  <a:lnTo>
                    <a:pt x="124902" y="102921"/>
                  </a:lnTo>
                  <a:lnTo>
                    <a:pt x="128470" y="103371"/>
                  </a:lnTo>
                  <a:lnTo>
                    <a:pt x="132039" y="103757"/>
                  </a:lnTo>
                  <a:lnTo>
                    <a:pt x="135608" y="103761"/>
                  </a:lnTo>
                  <a:lnTo>
                    <a:pt x="139176" y="103693"/>
                  </a:lnTo>
                  <a:lnTo>
                    <a:pt x="142745" y="103966"/>
                  </a:lnTo>
                  <a:lnTo>
                    <a:pt x="146313" y="104242"/>
                  </a:lnTo>
                  <a:lnTo>
                    <a:pt x="149882" y="104498"/>
                  </a:lnTo>
                  <a:lnTo>
                    <a:pt x="153451" y="104688"/>
                  </a:lnTo>
                  <a:lnTo>
                    <a:pt x="157019" y="104574"/>
                  </a:lnTo>
                  <a:lnTo>
                    <a:pt x="160588" y="104574"/>
                  </a:lnTo>
                  <a:lnTo>
                    <a:pt x="164157" y="104367"/>
                  </a:lnTo>
                  <a:lnTo>
                    <a:pt x="167725" y="104337"/>
                  </a:lnTo>
                  <a:lnTo>
                    <a:pt x="171294" y="104251"/>
                  </a:lnTo>
                  <a:lnTo>
                    <a:pt x="174862" y="104674"/>
                  </a:lnTo>
                  <a:lnTo>
                    <a:pt x="178431" y="104856"/>
                  </a:lnTo>
                  <a:lnTo>
                    <a:pt x="182000" y="105026"/>
                  </a:lnTo>
                  <a:lnTo>
                    <a:pt x="185568" y="105195"/>
                  </a:lnTo>
                  <a:lnTo>
                    <a:pt x="189137" y="105179"/>
                  </a:lnTo>
                  <a:lnTo>
                    <a:pt x="192706" y="105385"/>
                  </a:lnTo>
                  <a:lnTo>
                    <a:pt x="196274" y="105302"/>
                  </a:lnTo>
                  <a:lnTo>
                    <a:pt x="199843" y="105228"/>
                  </a:lnTo>
                  <a:lnTo>
                    <a:pt x="203412" y="105215"/>
                  </a:lnTo>
                  <a:lnTo>
                    <a:pt x="206980" y="105116"/>
                  </a:lnTo>
                  <a:lnTo>
                    <a:pt x="210549" y="105221"/>
                  </a:lnTo>
                  <a:lnTo>
                    <a:pt x="214117" y="105216"/>
                  </a:lnTo>
                  <a:lnTo>
                    <a:pt x="217686" y="105484"/>
                  </a:lnTo>
                  <a:lnTo>
                    <a:pt x="221255" y="105098"/>
                  </a:lnTo>
                  <a:lnTo>
                    <a:pt x="224823" y="105249"/>
                  </a:lnTo>
                  <a:lnTo>
                    <a:pt x="228392" y="105126"/>
                  </a:lnTo>
                  <a:lnTo>
                    <a:pt x="231961" y="105022"/>
                  </a:lnTo>
                  <a:lnTo>
                    <a:pt x="235529" y="105402"/>
                  </a:lnTo>
                  <a:lnTo>
                    <a:pt x="239098" y="105513"/>
                  </a:lnTo>
                  <a:lnTo>
                    <a:pt x="242666" y="105489"/>
                  </a:lnTo>
                  <a:lnTo>
                    <a:pt x="246235" y="105423"/>
                  </a:lnTo>
                  <a:lnTo>
                    <a:pt x="249804" y="105600"/>
                  </a:lnTo>
                  <a:lnTo>
                    <a:pt x="253372" y="105740"/>
                  </a:lnTo>
                  <a:lnTo>
                    <a:pt x="256941" y="105465"/>
                  </a:lnTo>
                  <a:lnTo>
                    <a:pt x="260510" y="105028"/>
                  </a:lnTo>
                  <a:lnTo>
                    <a:pt x="264078" y="104915"/>
                  </a:lnTo>
                  <a:lnTo>
                    <a:pt x="267647" y="104786"/>
                  </a:lnTo>
                  <a:lnTo>
                    <a:pt x="271216" y="104875"/>
                  </a:lnTo>
                  <a:lnTo>
                    <a:pt x="274784" y="105145"/>
                  </a:lnTo>
                  <a:lnTo>
                    <a:pt x="278353" y="105173"/>
                  </a:lnTo>
                  <a:lnTo>
                    <a:pt x="281921" y="104799"/>
                  </a:lnTo>
                  <a:lnTo>
                    <a:pt x="285490" y="104893"/>
                  </a:lnTo>
                  <a:lnTo>
                    <a:pt x="289059" y="105107"/>
                  </a:lnTo>
                  <a:lnTo>
                    <a:pt x="292627" y="104962"/>
                  </a:lnTo>
                  <a:lnTo>
                    <a:pt x="296196" y="104652"/>
                  </a:lnTo>
                  <a:lnTo>
                    <a:pt x="299765" y="104251"/>
                  </a:lnTo>
                  <a:lnTo>
                    <a:pt x="303333" y="104274"/>
                  </a:lnTo>
                  <a:lnTo>
                    <a:pt x="306902" y="104424"/>
                  </a:lnTo>
                  <a:lnTo>
                    <a:pt x="310470" y="104204"/>
                  </a:lnTo>
                  <a:lnTo>
                    <a:pt x="314039" y="104054"/>
                  </a:lnTo>
                  <a:lnTo>
                    <a:pt x="317608" y="103738"/>
                  </a:lnTo>
                  <a:lnTo>
                    <a:pt x="321176" y="103434"/>
                  </a:lnTo>
                  <a:lnTo>
                    <a:pt x="324745" y="103009"/>
                  </a:lnTo>
                  <a:lnTo>
                    <a:pt x="328314" y="102829"/>
                  </a:lnTo>
                  <a:lnTo>
                    <a:pt x="331882" y="102802"/>
                  </a:lnTo>
                  <a:lnTo>
                    <a:pt x="335451" y="102737"/>
                  </a:lnTo>
                  <a:lnTo>
                    <a:pt x="339020" y="102289"/>
                  </a:lnTo>
                  <a:lnTo>
                    <a:pt x="342588" y="102098"/>
                  </a:lnTo>
                  <a:lnTo>
                    <a:pt x="346157" y="101683"/>
                  </a:lnTo>
                  <a:lnTo>
                    <a:pt x="349725" y="101008"/>
                  </a:lnTo>
                  <a:lnTo>
                    <a:pt x="353294" y="100702"/>
                  </a:lnTo>
                  <a:lnTo>
                    <a:pt x="356863" y="100511"/>
                  </a:lnTo>
                  <a:lnTo>
                    <a:pt x="360431" y="100175"/>
                  </a:lnTo>
                  <a:lnTo>
                    <a:pt x="364000" y="99978"/>
                  </a:lnTo>
                  <a:lnTo>
                    <a:pt x="367569" y="99570"/>
                  </a:lnTo>
                  <a:lnTo>
                    <a:pt x="371137" y="99370"/>
                  </a:lnTo>
                  <a:lnTo>
                    <a:pt x="374706" y="99155"/>
                  </a:lnTo>
                  <a:lnTo>
                    <a:pt x="378274" y="98689"/>
                  </a:lnTo>
                  <a:lnTo>
                    <a:pt x="381843" y="98388"/>
                  </a:lnTo>
                  <a:lnTo>
                    <a:pt x="385412" y="98219"/>
                  </a:lnTo>
                  <a:lnTo>
                    <a:pt x="388980" y="97853"/>
                  </a:lnTo>
                  <a:lnTo>
                    <a:pt x="392549" y="97729"/>
                  </a:lnTo>
                  <a:lnTo>
                    <a:pt x="396118" y="97486"/>
                  </a:lnTo>
                  <a:lnTo>
                    <a:pt x="399686" y="96837"/>
                  </a:lnTo>
                  <a:lnTo>
                    <a:pt x="403255" y="96502"/>
                  </a:lnTo>
                  <a:lnTo>
                    <a:pt x="406824" y="96006"/>
                  </a:lnTo>
                  <a:lnTo>
                    <a:pt x="410392" y="95629"/>
                  </a:lnTo>
                  <a:lnTo>
                    <a:pt x="413961" y="95058"/>
                  </a:lnTo>
                  <a:lnTo>
                    <a:pt x="417529" y="94686"/>
                  </a:lnTo>
                  <a:lnTo>
                    <a:pt x="421098" y="94218"/>
                  </a:lnTo>
                  <a:lnTo>
                    <a:pt x="424667" y="93691"/>
                  </a:lnTo>
                  <a:lnTo>
                    <a:pt x="428235" y="93196"/>
                  </a:lnTo>
                  <a:lnTo>
                    <a:pt x="431804" y="92807"/>
                  </a:lnTo>
                  <a:lnTo>
                    <a:pt x="435373" y="92429"/>
                  </a:lnTo>
                  <a:lnTo>
                    <a:pt x="438941" y="92035"/>
                  </a:lnTo>
                  <a:lnTo>
                    <a:pt x="442510" y="91482"/>
                  </a:lnTo>
                  <a:lnTo>
                    <a:pt x="446078" y="91361"/>
                  </a:lnTo>
                  <a:lnTo>
                    <a:pt x="449647" y="90804"/>
                  </a:lnTo>
                  <a:lnTo>
                    <a:pt x="453216" y="90163"/>
                  </a:lnTo>
                  <a:lnTo>
                    <a:pt x="456784" y="89600"/>
                  </a:lnTo>
                  <a:lnTo>
                    <a:pt x="460353" y="89384"/>
                  </a:lnTo>
                  <a:lnTo>
                    <a:pt x="463922" y="88936"/>
                  </a:lnTo>
                  <a:lnTo>
                    <a:pt x="467490" y="88527"/>
                  </a:lnTo>
                  <a:lnTo>
                    <a:pt x="471059" y="87996"/>
                  </a:lnTo>
                  <a:lnTo>
                    <a:pt x="474628" y="87274"/>
                  </a:lnTo>
                  <a:lnTo>
                    <a:pt x="478196" y="87065"/>
                  </a:lnTo>
                  <a:lnTo>
                    <a:pt x="481765" y="86888"/>
                  </a:lnTo>
                  <a:lnTo>
                    <a:pt x="485333" y="86383"/>
                  </a:lnTo>
                  <a:lnTo>
                    <a:pt x="488902" y="86149"/>
                  </a:lnTo>
                  <a:lnTo>
                    <a:pt x="492471" y="85643"/>
                  </a:lnTo>
                  <a:lnTo>
                    <a:pt x="496039" y="85126"/>
                  </a:lnTo>
                  <a:lnTo>
                    <a:pt x="499608" y="84568"/>
                  </a:lnTo>
                  <a:lnTo>
                    <a:pt x="503177" y="83860"/>
                  </a:lnTo>
                  <a:lnTo>
                    <a:pt x="506745" y="83445"/>
                  </a:lnTo>
                  <a:lnTo>
                    <a:pt x="510314" y="82570"/>
                  </a:lnTo>
                  <a:lnTo>
                    <a:pt x="513882" y="81826"/>
                  </a:lnTo>
                  <a:lnTo>
                    <a:pt x="517451" y="81334"/>
                  </a:lnTo>
                  <a:lnTo>
                    <a:pt x="521020" y="80605"/>
                  </a:lnTo>
                  <a:lnTo>
                    <a:pt x="524588" y="79707"/>
                  </a:lnTo>
                  <a:lnTo>
                    <a:pt x="528157" y="78800"/>
                  </a:lnTo>
                  <a:lnTo>
                    <a:pt x="531726" y="77892"/>
                  </a:lnTo>
                  <a:lnTo>
                    <a:pt x="535294" y="76985"/>
                  </a:lnTo>
                  <a:lnTo>
                    <a:pt x="538863" y="76072"/>
                  </a:lnTo>
                  <a:lnTo>
                    <a:pt x="542432" y="75154"/>
                  </a:lnTo>
                  <a:lnTo>
                    <a:pt x="546000" y="74459"/>
                  </a:lnTo>
                  <a:lnTo>
                    <a:pt x="549569" y="73925"/>
                  </a:lnTo>
                  <a:lnTo>
                    <a:pt x="553137" y="72997"/>
                  </a:lnTo>
                  <a:lnTo>
                    <a:pt x="556706" y="72447"/>
                  </a:lnTo>
                  <a:lnTo>
                    <a:pt x="560275" y="71726"/>
                  </a:lnTo>
                  <a:lnTo>
                    <a:pt x="563843" y="71099"/>
                  </a:lnTo>
                  <a:lnTo>
                    <a:pt x="567412" y="70612"/>
                  </a:lnTo>
                  <a:lnTo>
                    <a:pt x="570981" y="70036"/>
                  </a:lnTo>
                  <a:lnTo>
                    <a:pt x="574549" y="69457"/>
                  </a:lnTo>
                  <a:lnTo>
                    <a:pt x="578118" y="68712"/>
                  </a:lnTo>
                  <a:lnTo>
                    <a:pt x="581686" y="67958"/>
                  </a:lnTo>
                  <a:lnTo>
                    <a:pt x="585255" y="67206"/>
                  </a:lnTo>
                  <a:lnTo>
                    <a:pt x="588824" y="66605"/>
                  </a:lnTo>
                  <a:lnTo>
                    <a:pt x="592392" y="65736"/>
                  </a:lnTo>
                  <a:lnTo>
                    <a:pt x="595961" y="65181"/>
                  </a:lnTo>
                  <a:lnTo>
                    <a:pt x="599530" y="64622"/>
                  </a:lnTo>
                  <a:lnTo>
                    <a:pt x="603098" y="63564"/>
                  </a:lnTo>
                  <a:lnTo>
                    <a:pt x="606667" y="62720"/>
                  </a:lnTo>
                  <a:lnTo>
                    <a:pt x="610236" y="61716"/>
                  </a:lnTo>
                  <a:lnTo>
                    <a:pt x="613804" y="60946"/>
                  </a:lnTo>
                  <a:lnTo>
                    <a:pt x="617373" y="60147"/>
                  </a:lnTo>
                  <a:lnTo>
                    <a:pt x="620941" y="59355"/>
                  </a:lnTo>
                  <a:lnTo>
                    <a:pt x="624510" y="58571"/>
                  </a:lnTo>
                  <a:lnTo>
                    <a:pt x="628079" y="57788"/>
                  </a:lnTo>
                  <a:lnTo>
                    <a:pt x="631647" y="56832"/>
                  </a:lnTo>
                  <a:lnTo>
                    <a:pt x="635216" y="56009"/>
                  </a:lnTo>
                  <a:lnTo>
                    <a:pt x="638785" y="55342"/>
                  </a:lnTo>
                  <a:lnTo>
                    <a:pt x="642353" y="54645"/>
                  </a:lnTo>
                  <a:lnTo>
                    <a:pt x="645922" y="53835"/>
                  </a:lnTo>
                  <a:lnTo>
                    <a:pt x="649490" y="53021"/>
                  </a:lnTo>
                  <a:lnTo>
                    <a:pt x="653059" y="52239"/>
                  </a:lnTo>
                  <a:lnTo>
                    <a:pt x="656628" y="51447"/>
                  </a:lnTo>
                  <a:lnTo>
                    <a:pt x="660196" y="50683"/>
                  </a:lnTo>
                  <a:lnTo>
                    <a:pt x="663765" y="49980"/>
                  </a:lnTo>
                  <a:lnTo>
                    <a:pt x="667334" y="49060"/>
                  </a:lnTo>
                  <a:lnTo>
                    <a:pt x="670902" y="48256"/>
                  </a:lnTo>
                  <a:lnTo>
                    <a:pt x="674471" y="47454"/>
                  </a:lnTo>
                  <a:lnTo>
                    <a:pt x="678040" y="46657"/>
                  </a:lnTo>
                  <a:lnTo>
                    <a:pt x="681608" y="46143"/>
                  </a:lnTo>
                  <a:lnTo>
                    <a:pt x="685177" y="45781"/>
                  </a:lnTo>
                  <a:lnTo>
                    <a:pt x="688745" y="44755"/>
                  </a:lnTo>
                  <a:lnTo>
                    <a:pt x="692314" y="43920"/>
                  </a:lnTo>
                  <a:lnTo>
                    <a:pt x="695883" y="43277"/>
                  </a:lnTo>
                  <a:lnTo>
                    <a:pt x="699451" y="42534"/>
                  </a:lnTo>
                  <a:lnTo>
                    <a:pt x="703020" y="41679"/>
                  </a:lnTo>
                  <a:lnTo>
                    <a:pt x="706589" y="40493"/>
                  </a:lnTo>
                  <a:lnTo>
                    <a:pt x="710157" y="39366"/>
                  </a:lnTo>
                  <a:lnTo>
                    <a:pt x="713726" y="38223"/>
                  </a:lnTo>
                  <a:lnTo>
                    <a:pt x="717294" y="37354"/>
                  </a:lnTo>
                  <a:lnTo>
                    <a:pt x="720863" y="36323"/>
                  </a:lnTo>
                  <a:lnTo>
                    <a:pt x="724432" y="35285"/>
                  </a:lnTo>
                  <a:lnTo>
                    <a:pt x="728000" y="34686"/>
                  </a:lnTo>
                  <a:lnTo>
                    <a:pt x="731569" y="33788"/>
                  </a:lnTo>
                  <a:lnTo>
                    <a:pt x="735138" y="32919"/>
                  </a:lnTo>
                  <a:lnTo>
                    <a:pt x="738706" y="31771"/>
                  </a:lnTo>
                  <a:lnTo>
                    <a:pt x="742275" y="30664"/>
                  </a:lnTo>
                  <a:lnTo>
                    <a:pt x="745844" y="29672"/>
                  </a:lnTo>
                  <a:lnTo>
                    <a:pt x="749412" y="28602"/>
                  </a:lnTo>
                  <a:lnTo>
                    <a:pt x="752981" y="27373"/>
                  </a:lnTo>
                  <a:lnTo>
                    <a:pt x="756549" y="26193"/>
                  </a:lnTo>
                  <a:lnTo>
                    <a:pt x="760118" y="25026"/>
                  </a:lnTo>
                  <a:lnTo>
                    <a:pt x="763687" y="24334"/>
                  </a:lnTo>
                  <a:lnTo>
                    <a:pt x="767255" y="23776"/>
                  </a:lnTo>
                  <a:lnTo>
                    <a:pt x="770824" y="23219"/>
                  </a:lnTo>
                  <a:lnTo>
                    <a:pt x="774393" y="22662"/>
                  </a:lnTo>
                  <a:lnTo>
                    <a:pt x="777961" y="21240"/>
                  </a:lnTo>
                  <a:lnTo>
                    <a:pt x="781530" y="19727"/>
                  </a:lnTo>
                  <a:lnTo>
                    <a:pt x="785098" y="18959"/>
                  </a:lnTo>
                  <a:lnTo>
                    <a:pt x="788667" y="18192"/>
                  </a:lnTo>
                  <a:lnTo>
                    <a:pt x="792236" y="17125"/>
                  </a:lnTo>
                  <a:lnTo>
                    <a:pt x="795804" y="15706"/>
                  </a:lnTo>
                  <a:lnTo>
                    <a:pt x="799373" y="14289"/>
                  </a:lnTo>
                  <a:lnTo>
                    <a:pt x="802942" y="13381"/>
                  </a:lnTo>
                  <a:lnTo>
                    <a:pt x="806510" y="12574"/>
                  </a:lnTo>
                  <a:lnTo>
                    <a:pt x="810079" y="11767"/>
                  </a:lnTo>
                  <a:lnTo>
                    <a:pt x="813648" y="10666"/>
                  </a:lnTo>
                  <a:lnTo>
                    <a:pt x="817216" y="9693"/>
                  </a:lnTo>
                  <a:lnTo>
                    <a:pt x="820785" y="8847"/>
                  </a:lnTo>
                  <a:lnTo>
                    <a:pt x="824353" y="8000"/>
                  </a:lnTo>
                  <a:lnTo>
                    <a:pt x="827922" y="7153"/>
                  </a:lnTo>
                  <a:lnTo>
                    <a:pt x="831491" y="6311"/>
                  </a:lnTo>
                  <a:lnTo>
                    <a:pt x="835059" y="5483"/>
                  </a:lnTo>
                  <a:lnTo>
                    <a:pt x="838628" y="4655"/>
                  </a:lnTo>
                  <a:lnTo>
                    <a:pt x="842197" y="3657"/>
                  </a:lnTo>
                  <a:lnTo>
                    <a:pt x="845765" y="2486"/>
                  </a:lnTo>
                  <a:lnTo>
                    <a:pt x="849334" y="1244"/>
                  </a:lnTo>
                  <a:lnTo>
                    <a:pt x="852902" y="0"/>
                  </a:lnTo>
                  <a:lnTo>
                    <a:pt x="852902" y="213069"/>
                  </a:lnTo>
                  <a:lnTo>
                    <a:pt x="849334" y="212877"/>
                  </a:lnTo>
                  <a:lnTo>
                    <a:pt x="845765" y="212681"/>
                  </a:lnTo>
                  <a:lnTo>
                    <a:pt x="842197" y="212485"/>
                  </a:lnTo>
                  <a:lnTo>
                    <a:pt x="838628" y="212214"/>
                  </a:lnTo>
                  <a:lnTo>
                    <a:pt x="835059" y="211920"/>
                  </a:lnTo>
                  <a:lnTo>
                    <a:pt x="831491" y="211721"/>
                  </a:lnTo>
                  <a:lnTo>
                    <a:pt x="827922" y="211513"/>
                  </a:lnTo>
                  <a:lnTo>
                    <a:pt x="824353" y="211309"/>
                  </a:lnTo>
                  <a:lnTo>
                    <a:pt x="820785" y="211107"/>
                  </a:lnTo>
                  <a:lnTo>
                    <a:pt x="817216" y="211096"/>
                  </a:lnTo>
                  <a:lnTo>
                    <a:pt x="813648" y="210904"/>
                  </a:lnTo>
                  <a:lnTo>
                    <a:pt x="810079" y="210788"/>
                  </a:lnTo>
                  <a:lnTo>
                    <a:pt x="806510" y="210647"/>
                  </a:lnTo>
                  <a:lnTo>
                    <a:pt x="802942" y="210550"/>
                  </a:lnTo>
                  <a:lnTo>
                    <a:pt x="799373" y="210366"/>
                  </a:lnTo>
                  <a:lnTo>
                    <a:pt x="795804" y="210087"/>
                  </a:lnTo>
                  <a:lnTo>
                    <a:pt x="792236" y="209807"/>
                  </a:lnTo>
                  <a:lnTo>
                    <a:pt x="788667" y="209556"/>
                  </a:lnTo>
                  <a:lnTo>
                    <a:pt x="785098" y="209358"/>
                  </a:lnTo>
                  <a:lnTo>
                    <a:pt x="781530" y="209160"/>
                  </a:lnTo>
                  <a:lnTo>
                    <a:pt x="777961" y="208844"/>
                  </a:lnTo>
                  <a:lnTo>
                    <a:pt x="774393" y="208551"/>
                  </a:lnTo>
                  <a:lnTo>
                    <a:pt x="770824" y="208298"/>
                  </a:lnTo>
                  <a:lnTo>
                    <a:pt x="767255" y="208108"/>
                  </a:lnTo>
                  <a:lnTo>
                    <a:pt x="763687" y="207917"/>
                  </a:lnTo>
                  <a:lnTo>
                    <a:pt x="760118" y="207687"/>
                  </a:lnTo>
                  <a:lnTo>
                    <a:pt x="756549" y="207427"/>
                  </a:lnTo>
                  <a:lnTo>
                    <a:pt x="752981" y="207170"/>
                  </a:lnTo>
                  <a:lnTo>
                    <a:pt x="749412" y="206962"/>
                  </a:lnTo>
                  <a:lnTo>
                    <a:pt x="745844" y="206757"/>
                  </a:lnTo>
                  <a:lnTo>
                    <a:pt x="742275" y="206547"/>
                  </a:lnTo>
                  <a:lnTo>
                    <a:pt x="738706" y="206446"/>
                  </a:lnTo>
                  <a:lnTo>
                    <a:pt x="735138" y="206219"/>
                  </a:lnTo>
                  <a:lnTo>
                    <a:pt x="731569" y="205965"/>
                  </a:lnTo>
                  <a:lnTo>
                    <a:pt x="728000" y="205965"/>
                  </a:lnTo>
                  <a:lnTo>
                    <a:pt x="724432" y="205495"/>
                  </a:lnTo>
                  <a:lnTo>
                    <a:pt x="720863" y="205268"/>
                  </a:lnTo>
                  <a:lnTo>
                    <a:pt x="717294" y="204932"/>
                  </a:lnTo>
                  <a:lnTo>
                    <a:pt x="713726" y="204675"/>
                  </a:lnTo>
                  <a:lnTo>
                    <a:pt x="710157" y="204486"/>
                  </a:lnTo>
                  <a:lnTo>
                    <a:pt x="706589" y="204389"/>
                  </a:lnTo>
                  <a:lnTo>
                    <a:pt x="703020" y="203995"/>
                  </a:lnTo>
                  <a:lnTo>
                    <a:pt x="699451" y="203683"/>
                  </a:lnTo>
                  <a:lnTo>
                    <a:pt x="695883" y="203625"/>
                  </a:lnTo>
                  <a:lnTo>
                    <a:pt x="692314" y="203590"/>
                  </a:lnTo>
                  <a:lnTo>
                    <a:pt x="688745" y="203380"/>
                  </a:lnTo>
                  <a:lnTo>
                    <a:pt x="685177" y="203198"/>
                  </a:lnTo>
                  <a:lnTo>
                    <a:pt x="681608" y="203080"/>
                  </a:lnTo>
                  <a:lnTo>
                    <a:pt x="678040" y="203046"/>
                  </a:lnTo>
                  <a:lnTo>
                    <a:pt x="674471" y="203096"/>
                  </a:lnTo>
                  <a:lnTo>
                    <a:pt x="670902" y="203056"/>
                  </a:lnTo>
                  <a:lnTo>
                    <a:pt x="667334" y="202834"/>
                  </a:lnTo>
                  <a:lnTo>
                    <a:pt x="663765" y="202849"/>
                  </a:lnTo>
                  <a:lnTo>
                    <a:pt x="660196" y="202871"/>
                  </a:lnTo>
                  <a:lnTo>
                    <a:pt x="656628" y="202999"/>
                  </a:lnTo>
                  <a:lnTo>
                    <a:pt x="653059" y="202896"/>
                  </a:lnTo>
                  <a:lnTo>
                    <a:pt x="649490" y="202907"/>
                  </a:lnTo>
                  <a:lnTo>
                    <a:pt x="645922" y="202706"/>
                  </a:lnTo>
                  <a:lnTo>
                    <a:pt x="642353" y="202438"/>
                  </a:lnTo>
                  <a:lnTo>
                    <a:pt x="638785" y="202210"/>
                  </a:lnTo>
                  <a:lnTo>
                    <a:pt x="635216" y="202399"/>
                  </a:lnTo>
                  <a:lnTo>
                    <a:pt x="631647" y="202235"/>
                  </a:lnTo>
                  <a:lnTo>
                    <a:pt x="628079" y="202036"/>
                  </a:lnTo>
                  <a:lnTo>
                    <a:pt x="624510" y="201778"/>
                  </a:lnTo>
                  <a:lnTo>
                    <a:pt x="620941" y="201520"/>
                  </a:lnTo>
                  <a:lnTo>
                    <a:pt x="617373" y="201258"/>
                  </a:lnTo>
                  <a:lnTo>
                    <a:pt x="613804" y="200993"/>
                  </a:lnTo>
                  <a:lnTo>
                    <a:pt x="610236" y="200729"/>
                  </a:lnTo>
                  <a:lnTo>
                    <a:pt x="606667" y="200753"/>
                  </a:lnTo>
                  <a:lnTo>
                    <a:pt x="603098" y="200773"/>
                  </a:lnTo>
                  <a:lnTo>
                    <a:pt x="599530" y="200495"/>
                  </a:lnTo>
                  <a:lnTo>
                    <a:pt x="595961" y="200307"/>
                  </a:lnTo>
                  <a:lnTo>
                    <a:pt x="592392" y="200249"/>
                  </a:lnTo>
                  <a:lnTo>
                    <a:pt x="588824" y="200099"/>
                  </a:lnTo>
                  <a:lnTo>
                    <a:pt x="585255" y="200335"/>
                  </a:lnTo>
                  <a:lnTo>
                    <a:pt x="581686" y="200164"/>
                  </a:lnTo>
                  <a:lnTo>
                    <a:pt x="578118" y="200239"/>
                  </a:lnTo>
                  <a:lnTo>
                    <a:pt x="574549" y="200368"/>
                  </a:lnTo>
                  <a:lnTo>
                    <a:pt x="570981" y="200248"/>
                  </a:lnTo>
                  <a:lnTo>
                    <a:pt x="567412" y="200241"/>
                  </a:lnTo>
                  <a:lnTo>
                    <a:pt x="563843" y="200085"/>
                  </a:lnTo>
                  <a:lnTo>
                    <a:pt x="560275" y="199820"/>
                  </a:lnTo>
                  <a:lnTo>
                    <a:pt x="556706" y="199528"/>
                  </a:lnTo>
                  <a:lnTo>
                    <a:pt x="553137" y="199407"/>
                  </a:lnTo>
                  <a:lnTo>
                    <a:pt x="549569" y="199390"/>
                  </a:lnTo>
                  <a:lnTo>
                    <a:pt x="546000" y="199255"/>
                  </a:lnTo>
                  <a:lnTo>
                    <a:pt x="542432" y="199130"/>
                  </a:lnTo>
                  <a:lnTo>
                    <a:pt x="538863" y="199264"/>
                  </a:lnTo>
                  <a:lnTo>
                    <a:pt x="535294" y="199216"/>
                  </a:lnTo>
                  <a:lnTo>
                    <a:pt x="531726" y="199086"/>
                  </a:lnTo>
                  <a:lnTo>
                    <a:pt x="528157" y="198810"/>
                  </a:lnTo>
                  <a:lnTo>
                    <a:pt x="524588" y="198778"/>
                  </a:lnTo>
                  <a:lnTo>
                    <a:pt x="521020" y="198901"/>
                  </a:lnTo>
                  <a:lnTo>
                    <a:pt x="517451" y="199018"/>
                  </a:lnTo>
                  <a:lnTo>
                    <a:pt x="513882" y="199132"/>
                  </a:lnTo>
                  <a:lnTo>
                    <a:pt x="510314" y="199192"/>
                  </a:lnTo>
                  <a:lnTo>
                    <a:pt x="506745" y="199227"/>
                  </a:lnTo>
                  <a:lnTo>
                    <a:pt x="503177" y="199026"/>
                  </a:lnTo>
                  <a:lnTo>
                    <a:pt x="499608" y="199239"/>
                  </a:lnTo>
                  <a:lnTo>
                    <a:pt x="496039" y="199263"/>
                  </a:lnTo>
                  <a:lnTo>
                    <a:pt x="492471" y="199431"/>
                  </a:lnTo>
                  <a:lnTo>
                    <a:pt x="488902" y="199560"/>
                  </a:lnTo>
                  <a:lnTo>
                    <a:pt x="485333" y="199621"/>
                  </a:lnTo>
                  <a:lnTo>
                    <a:pt x="481765" y="199527"/>
                  </a:lnTo>
                  <a:lnTo>
                    <a:pt x="478196" y="199556"/>
                  </a:lnTo>
                  <a:lnTo>
                    <a:pt x="474628" y="199390"/>
                  </a:lnTo>
                  <a:lnTo>
                    <a:pt x="471059" y="199421"/>
                  </a:lnTo>
                  <a:lnTo>
                    <a:pt x="467490" y="199316"/>
                  </a:lnTo>
                  <a:lnTo>
                    <a:pt x="463922" y="199201"/>
                  </a:lnTo>
                  <a:lnTo>
                    <a:pt x="460353" y="199278"/>
                  </a:lnTo>
                  <a:lnTo>
                    <a:pt x="456784" y="199872"/>
                  </a:lnTo>
                  <a:lnTo>
                    <a:pt x="453216" y="199902"/>
                  </a:lnTo>
                  <a:lnTo>
                    <a:pt x="449647" y="200044"/>
                  </a:lnTo>
                  <a:lnTo>
                    <a:pt x="446078" y="199821"/>
                  </a:lnTo>
                  <a:lnTo>
                    <a:pt x="442510" y="199710"/>
                  </a:lnTo>
                  <a:lnTo>
                    <a:pt x="438941" y="199614"/>
                  </a:lnTo>
                  <a:lnTo>
                    <a:pt x="435373" y="199750"/>
                  </a:lnTo>
                  <a:lnTo>
                    <a:pt x="431804" y="199387"/>
                  </a:lnTo>
                  <a:lnTo>
                    <a:pt x="428235" y="199576"/>
                  </a:lnTo>
                  <a:lnTo>
                    <a:pt x="424667" y="199706"/>
                  </a:lnTo>
                  <a:lnTo>
                    <a:pt x="421098" y="199880"/>
                  </a:lnTo>
                  <a:lnTo>
                    <a:pt x="417529" y="200060"/>
                  </a:lnTo>
                  <a:lnTo>
                    <a:pt x="413961" y="199919"/>
                  </a:lnTo>
                  <a:lnTo>
                    <a:pt x="410392" y="199673"/>
                  </a:lnTo>
                  <a:lnTo>
                    <a:pt x="406824" y="199662"/>
                  </a:lnTo>
                  <a:lnTo>
                    <a:pt x="403255" y="199843"/>
                  </a:lnTo>
                  <a:lnTo>
                    <a:pt x="399686" y="200186"/>
                  </a:lnTo>
                  <a:lnTo>
                    <a:pt x="396118" y="200536"/>
                  </a:lnTo>
                  <a:lnTo>
                    <a:pt x="392549" y="200599"/>
                  </a:lnTo>
                  <a:lnTo>
                    <a:pt x="388980" y="200679"/>
                  </a:lnTo>
                  <a:lnTo>
                    <a:pt x="385412" y="200828"/>
                  </a:lnTo>
                  <a:lnTo>
                    <a:pt x="381843" y="200794"/>
                  </a:lnTo>
                  <a:lnTo>
                    <a:pt x="378274" y="200998"/>
                  </a:lnTo>
                  <a:lnTo>
                    <a:pt x="374706" y="201188"/>
                  </a:lnTo>
                  <a:lnTo>
                    <a:pt x="371137" y="201408"/>
                  </a:lnTo>
                  <a:lnTo>
                    <a:pt x="367569" y="201641"/>
                  </a:lnTo>
                  <a:lnTo>
                    <a:pt x="364000" y="202016"/>
                  </a:lnTo>
                  <a:lnTo>
                    <a:pt x="360431" y="202406"/>
                  </a:lnTo>
                  <a:lnTo>
                    <a:pt x="356863" y="202842"/>
                  </a:lnTo>
                  <a:lnTo>
                    <a:pt x="353294" y="203005"/>
                  </a:lnTo>
                  <a:lnTo>
                    <a:pt x="349725" y="203147"/>
                  </a:lnTo>
                  <a:lnTo>
                    <a:pt x="346157" y="203341"/>
                  </a:lnTo>
                  <a:lnTo>
                    <a:pt x="342588" y="203518"/>
                  </a:lnTo>
                  <a:lnTo>
                    <a:pt x="339020" y="203765"/>
                  </a:lnTo>
                  <a:lnTo>
                    <a:pt x="335451" y="203824"/>
                  </a:lnTo>
                  <a:lnTo>
                    <a:pt x="331882" y="204049"/>
                  </a:lnTo>
                  <a:lnTo>
                    <a:pt x="328314" y="204255"/>
                  </a:lnTo>
                  <a:lnTo>
                    <a:pt x="324745" y="204361"/>
                  </a:lnTo>
                  <a:lnTo>
                    <a:pt x="321176" y="204705"/>
                  </a:lnTo>
                  <a:lnTo>
                    <a:pt x="317608" y="204741"/>
                  </a:lnTo>
                  <a:lnTo>
                    <a:pt x="314039" y="204930"/>
                  </a:lnTo>
                  <a:lnTo>
                    <a:pt x="310470" y="205150"/>
                  </a:lnTo>
                  <a:lnTo>
                    <a:pt x="306902" y="205363"/>
                  </a:lnTo>
                  <a:lnTo>
                    <a:pt x="303333" y="205621"/>
                  </a:lnTo>
                  <a:lnTo>
                    <a:pt x="299765" y="206125"/>
                  </a:lnTo>
                  <a:lnTo>
                    <a:pt x="296196" y="206312"/>
                  </a:lnTo>
                  <a:lnTo>
                    <a:pt x="292627" y="206598"/>
                  </a:lnTo>
                  <a:lnTo>
                    <a:pt x="289059" y="207272"/>
                  </a:lnTo>
                  <a:lnTo>
                    <a:pt x="285490" y="207656"/>
                  </a:lnTo>
                  <a:lnTo>
                    <a:pt x="281921" y="207730"/>
                  </a:lnTo>
                  <a:lnTo>
                    <a:pt x="278353" y="208264"/>
                  </a:lnTo>
                  <a:lnTo>
                    <a:pt x="274784" y="208626"/>
                  </a:lnTo>
                  <a:lnTo>
                    <a:pt x="271216" y="208885"/>
                  </a:lnTo>
                  <a:lnTo>
                    <a:pt x="267647" y="208821"/>
                  </a:lnTo>
                  <a:lnTo>
                    <a:pt x="264078" y="208868"/>
                  </a:lnTo>
                  <a:lnTo>
                    <a:pt x="260510" y="209119"/>
                  </a:lnTo>
                  <a:lnTo>
                    <a:pt x="256941" y="209458"/>
                  </a:lnTo>
                  <a:lnTo>
                    <a:pt x="253372" y="209871"/>
                  </a:lnTo>
                  <a:lnTo>
                    <a:pt x="249804" y="210044"/>
                  </a:lnTo>
                  <a:lnTo>
                    <a:pt x="246235" y="210524"/>
                  </a:lnTo>
                  <a:lnTo>
                    <a:pt x="242666" y="211025"/>
                  </a:lnTo>
                  <a:lnTo>
                    <a:pt x="239098" y="211412"/>
                  </a:lnTo>
                  <a:lnTo>
                    <a:pt x="235529" y="212000"/>
                  </a:lnTo>
                  <a:lnTo>
                    <a:pt x="231961" y="212353"/>
                  </a:lnTo>
                  <a:lnTo>
                    <a:pt x="228392" y="212819"/>
                  </a:lnTo>
                  <a:lnTo>
                    <a:pt x="224823" y="212994"/>
                  </a:lnTo>
                  <a:lnTo>
                    <a:pt x="221255" y="213358"/>
                  </a:lnTo>
                  <a:lnTo>
                    <a:pt x="217686" y="213953"/>
                  </a:lnTo>
                  <a:lnTo>
                    <a:pt x="214117" y="214552"/>
                  </a:lnTo>
                  <a:lnTo>
                    <a:pt x="210549" y="215082"/>
                  </a:lnTo>
                  <a:lnTo>
                    <a:pt x="206980" y="215517"/>
                  </a:lnTo>
                  <a:lnTo>
                    <a:pt x="203412" y="215953"/>
                  </a:lnTo>
                  <a:lnTo>
                    <a:pt x="199843" y="216553"/>
                  </a:lnTo>
                  <a:lnTo>
                    <a:pt x="196274" y="217206"/>
                  </a:lnTo>
                  <a:lnTo>
                    <a:pt x="192706" y="217614"/>
                  </a:lnTo>
                  <a:lnTo>
                    <a:pt x="189137" y="217957"/>
                  </a:lnTo>
                  <a:lnTo>
                    <a:pt x="185568" y="218340"/>
                  </a:lnTo>
                  <a:lnTo>
                    <a:pt x="182000" y="218724"/>
                  </a:lnTo>
                  <a:lnTo>
                    <a:pt x="178431" y="219125"/>
                  </a:lnTo>
                  <a:lnTo>
                    <a:pt x="174862" y="219567"/>
                  </a:lnTo>
                  <a:lnTo>
                    <a:pt x="171294" y="219998"/>
                  </a:lnTo>
                  <a:lnTo>
                    <a:pt x="167725" y="220343"/>
                  </a:lnTo>
                  <a:lnTo>
                    <a:pt x="164157" y="220672"/>
                  </a:lnTo>
                  <a:lnTo>
                    <a:pt x="160588" y="221129"/>
                  </a:lnTo>
                  <a:lnTo>
                    <a:pt x="157019" y="221630"/>
                  </a:lnTo>
                  <a:lnTo>
                    <a:pt x="153451" y="222126"/>
                  </a:lnTo>
                  <a:lnTo>
                    <a:pt x="149882" y="222559"/>
                  </a:lnTo>
                  <a:lnTo>
                    <a:pt x="146313" y="222864"/>
                  </a:lnTo>
                  <a:lnTo>
                    <a:pt x="142745" y="223393"/>
                  </a:lnTo>
                  <a:lnTo>
                    <a:pt x="139176" y="224110"/>
                  </a:lnTo>
                  <a:lnTo>
                    <a:pt x="135608" y="224593"/>
                  </a:lnTo>
                  <a:lnTo>
                    <a:pt x="132039" y="225090"/>
                  </a:lnTo>
                  <a:lnTo>
                    <a:pt x="128470" y="225581"/>
                  </a:lnTo>
                  <a:lnTo>
                    <a:pt x="124902" y="226072"/>
                  </a:lnTo>
                  <a:lnTo>
                    <a:pt x="121333" y="226561"/>
                  </a:lnTo>
                  <a:lnTo>
                    <a:pt x="117764" y="227048"/>
                  </a:lnTo>
                  <a:lnTo>
                    <a:pt x="114196" y="227610"/>
                  </a:lnTo>
                  <a:lnTo>
                    <a:pt x="110627" y="228057"/>
                  </a:lnTo>
                  <a:lnTo>
                    <a:pt x="107058" y="228394"/>
                  </a:lnTo>
                  <a:lnTo>
                    <a:pt x="103490" y="228973"/>
                  </a:lnTo>
                  <a:lnTo>
                    <a:pt x="99921" y="229565"/>
                  </a:lnTo>
                  <a:lnTo>
                    <a:pt x="96353" y="230127"/>
                  </a:lnTo>
                  <a:lnTo>
                    <a:pt x="92784" y="230773"/>
                  </a:lnTo>
                  <a:lnTo>
                    <a:pt x="89215" y="231271"/>
                  </a:lnTo>
                  <a:lnTo>
                    <a:pt x="85647" y="231697"/>
                  </a:lnTo>
                  <a:lnTo>
                    <a:pt x="82078" y="232164"/>
                  </a:lnTo>
                  <a:lnTo>
                    <a:pt x="78509" y="232714"/>
                  </a:lnTo>
                  <a:lnTo>
                    <a:pt x="74941" y="233267"/>
                  </a:lnTo>
                  <a:lnTo>
                    <a:pt x="71372" y="233817"/>
                  </a:lnTo>
                  <a:lnTo>
                    <a:pt x="67804" y="234221"/>
                  </a:lnTo>
                  <a:lnTo>
                    <a:pt x="64235" y="234661"/>
                  </a:lnTo>
                  <a:lnTo>
                    <a:pt x="60666" y="235369"/>
                  </a:lnTo>
                  <a:lnTo>
                    <a:pt x="57098" y="235805"/>
                  </a:lnTo>
                  <a:lnTo>
                    <a:pt x="53529" y="236321"/>
                  </a:lnTo>
                  <a:lnTo>
                    <a:pt x="49960" y="236739"/>
                  </a:lnTo>
                  <a:lnTo>
                    <a:pt x="46392" y="237394"/>
                  </a:lnTo>
                  <a:lnTo>
                    <a:pt x="42823" y="238046"/>
                  </a:lnTo>
                  <a:lnTo>
                    <a:pt x="39254" y="238575"/>
                  </a:lnTo>
                  <a:lnTo>
                    <a:pt x="35686" y="238931"/>
                  </a:lnTo>
                  <a:lnTo>
                    <a:pt x="32117" y="239489"/>
                  </a:lnTo>
                  <a:lnTo>
                    <a:pt x="28549" y="239884"/>
                  </a:lnTo>
                  <a:lnTo>
                    <a:pt x="24980" y="240466"/>
                  </a:lnTo>
                  <a:lnTo>
                    <a:pt x="21411" y="240970"/>
                  </a:lnTo>
                  <a:lnTo>
                    <a:pt x="17843" y="241321"/>
                  </a:lnTo>
                  <a:lnTo>
                    <a:pt x="14274" y="241602"/>
                  </a:lnTo>
                  <a:lnTo>
                    <a:pt x="10705" y="241985"/>
                  </a:lnTo>
                  <a:lnTo>
                    <a:pt x="7137" y="242436"/>
                  </a:lnTo>
                  <a:lnTo>
                    <a:pt x="3568" y="242803"/>
                  </a:lnTo>
                  <a:lnTo>
                    <a:pt x="0" y="243161"/>
                  </a:lnTo>
                  <a:close/>
                </a:path>
              </a:pathLst>
            </a:custGeom>
            <a:solidFill>
              <a:srgbClr val="0072B2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312246" y="4055090"/>
              <a:ext cx="852902" cy="105740"/>
            </a:xfrm>
            <a:custGeom>
              <a:avLst/>
              <a:pathLst>
                <a:path w="852902" h="105740">
                  <a:moveTo>
                    <a:pt x="0" y="98001"/>
                  </a:moveTo>
                  <a:lnTo>
                    <a:pt x="3568" y="98162"/>
                  </a:lnTo>
                  <a:lnTo>
                    <a:pt x="7137" y="98323"/>
                  </a:lnTo>
                  <a:lnTo>
                    <a:pt x="10705" y="98484"/>
                  </a:lnTo>
                  <a:lnTo>
                    <a:pt x="14274" y="98743"/>
                  </a:lnTo>
                  <a:lnTo>
                    <a:pt x="17843" y="99068"/>
                  </a:lnTo>
                  <a:lnTo>
                    <a:pt x="21411" y="99096"/>
                  </a:lnTo>
                  <a:lnTo>
                    <a:pt x="24980" y="98997"/>
                  </a:lnTo>
                  <a:lnTo>
                    <a:pt x="28549" y="99257"/>
                  </a:lnTo>
                  <a:lnTo>
                    <a:pt x="32117" y="99183"/>
                  </a:lnTo>
                  <a:lnTo>
                    <a:pt x="35686" y="99112"/>
                  </a:lnTo>
                  <a:lnTo>
                    <a:pt x="39254" y="98862"/>
                  </a:lnTo>
                  <a:lnTo>
                    <a:pt x="42823" y="98889"/>
                  </a:lnTo>
                  <a:lnTo>
                    <a:pt x="46392" y="99510"/>
                  </a:lnTo>
                  <a:lnTo>
                    <a:pt x="49960" y="99527"/>
                  </a:lnTo>
                  <a:lnTo>
                    <a:pt x="53529" y="100304"/>
                  </a:lnTo>
                  <a:lnTo>
                    <a:pt x="57098" y="100346"/>
                  </a:lnTo>
                  <a:lnTo>
                    <a:pt x="60666" y="100661"/>
                  </a:lnTo>
                  <a:lnTo>
                    <a:pt x="64235" y="100732"/>
                  </a:lnTo>
                  <a:lnTo>
                    <a:pt x="67804" y="100692"/>
                  </a:lnTo>
                  <a:lnTo>
                    <a:pt x="71372" y="100966"/>
                  </a:lnTo>
                  <a:lnTo>
                    <a:pt x="74941" y="100835"/>
                  </a:lnTo>
                  <a:lnTo>
                    <a:pt x="78509" y="100807"/>
                  </a:lnTo>
                  <a:lnTo>
                    <a:pt x="82078" y="101062"/>
                  </a:lnTo>
                  <a:lnTo>
                    <a:pt x="85647" y="101374"/>
                  </a:lnTo>
                  <a:lnTo>
                    <a:pt x="89215" y="101884"/>
                  </a:lnTo>
                  <a:lnTo>
                    <a:pt x="92784" y="102062"/>
                  </a:lnTo>
                  <a:lnTo>
                    <a:pt x="96353" y="102219"/>
                  </a:lnTo>
                  <a:lnTo>
                    <a:pt x="99921" y="102377"/>
                  </a:lnTo>
                  <a:lnTo>
                    <a:pt x="103490" y="102586"/>
                  </a:lnTo>
                  <a:lnTo>
                    <a:pt x="107058" y="102735"/>
                  </a:lnTo>
                  <a:lnTo>
                    <a:pt x="110627" y="102840"/>
                  </a:lnTo>
                  <a:lnTo>
                    <a:pt x="114196" y="102883"/>
                  </a:lnTo>
                  <a:lnTo>
                    <a:pt x="117764" y="102794"/>
                  </a:lnTo>
                  <a:lnTo>
                    <a:pt x="121333" y="102705"/>
                  </a:lnTo>
                  <a:lnTo>
                    <a:pt x="124902" y="102921"/>
                  </a:lnTo>
                  <a:lnTo>
                    <a:pt x="128470" y="103371"/>
                  </a:lnTo>
                  <a:lnTo>
                    <a:pt x="132039" y="103757"/>
                  </a:lnTo>
                  <a:lnTo>
                    <a:pt x="135608" y="103761"/>
                  </a:lnTo>
                  <a:lnTo>
                    <a:pt x="139176" y="103693"/>
                  </a:lnTo>
                  <a:lnTo>
                    <a:pt x="142745" y="103966"/>
                  </a:lnTo>
                  <a:lnTo>
                    <a:pt x="146313" y="104242"/>
                  </a:lnTo>
                  <a:lnTo>
                    <a:pt x="149882" y="104498"/>
                  </a:lnTo>
                  <a:lnTo>
                    <a:pt x="153451" y="104688"/>
                  </a:lnTo>
                  <a:lnTo>
                    <a:pt x="157019" y="104574"/>
                  </a:lnTo>
                  <a:lnTo>
                    <a:pt x="160588" y="104574"/>
                  </a:lnTo>
                  <a:lnTo>
                    <a:pt x="164157" y="104367"/>
                  </a:lnTo>
                  <a:lnTo>
                    <a:pt x="167725" y="104337"/>
                  </a:lnTo>
                  <a:lnTo>
                    <a:pt x="171294" y="104251"/>
                  </a:lnTo>
                  <a:lnTo>
                    <a:pt x="174862" y="104674"/>
                  </a:lnTo>
                  <a:lnTo>
                    <a:pt x="178431" y="104856"/>
                  </a:lnTo>
                  <a:lnTo>
                    <a:pt x="182000" y="105026"/>
                  </a:lnTo>
                  <a:lnTo>
                    <a:pt x="185568" y="105195"/>
                  </a:lnTo>
                  <a:lnTo>
                    <a:pt x="189137" y="105179"/>
                  </a:lnTo>
                  <a:lnTo>
                    <a:pt x="192706" y="105385"/>
                  </a:lnTo>
                  <a:lnTo>
                    <a:pt x="196274" y="105302"/>
                  </a:lnTo>
                  <a:lnTo>
                    <a:pt x="199843" y="105228"/>
                  </a:lnTo>
                  <a:lnTo>
                    <a:pt x="203412" y="105215"/>
                  </a:lnTo>
                  <a:lnTo>
                    <a:pt x="206980" y="105116"/>
                  </a:lnTo>
                  <a:lnTo>
                    <a:pt x="210549" y="105221"/>
                  </a:lnTo>
                  <a:lnTo>
                    <a:pt x="214117" y="105216"/>
                  </a:lnTo>
                  <a:lnTo>
                    <a:pt x="217686" y="105484"/>
                  </a:lnTo>
                  <a:lnTo>
                    <a:pt x="221255" y="105098"/>
                  </a:lnTo>
                  <a:lnTo>
                    <a:pt x="224823" y="105249"/>
                  </a:lnTo>
                  <a:lnTo>
                    <a:pt x="228392" y="105126"/>
                  </a:lnTo>
                  <a:lnTo>
                    <a:pt x="231961" y="105022"/>
                  </a:lnTo>
                  <a:lnTo>
                    <a:pt x="235529" y="105402"/>
                  </a:lnTo>
                  <a:lnTo>
                    <a:pt x="239098" y="105513"/>
                  </a:lnTo>
                  <a:lnTo>
                    <a:pt x="242666" y="105489"/>
                  </a:lnTo>
                  <a:lnTo>
                    <a:pt x="246235" y="105423"/>
                  </a:lnTo>
                  <a:lnTo>
                    <a:pt x="249804" y="105600"/>
                  </a:lnTo>
                  <a:lnTo>
                    <a:pt x="253372" y="105740"/>
                  </a:lnTo>
                  <a:lnTo>
                    <a:pt x="256941" y="105465"/>
                  </a:lnTo>
                  <a:lnTo>
                    <a:pt x="260510" y="105028"/>
                  </a:lnTo>
                  <a:lnTo>
                    <a:pt x="264078" y="104915"/>
                  </a:lnTo>
                  <a:lnTo>
                    <a:pt x="267647" y="104786"/>
                  </a:lnTo>
                  <a:lnTo>
                    <a:pt x="271216" y="104875"/>
                  </a:lnTo>
                  <a:lnTo>
                    <a:pt x="274784" y="105145"/>
                  </a:lnTo>
                  <a:lnTo>
                    <a:pt x="278353" y="105173"/>
                  </a:lnTo>
                  <a:lnTo>
                    <a:pt x="281921" y="104799"/>
                  </a:lnTo>
                  <a:lnTo>
                    <a:pt x="285490" y="104893"/>
                  </a:lnTo>
                  <a:lnTo>
                    <a:pt x="289059" y="105107"/>
                  </a:lnTo>
                  <a:lnTo>
                    <a:pt x="292627" y="104962"/>
                  </a:lnTo>
                  <a:lnTo>
                    <a:pt x="296196" y="104652"/>
                  </a:lnTo>
                  <a:lnTo>
                    <a:pt x="299765" y="104251"/>
                  </a:lnTo>
                  <a:lnTo>
                    <a:pt x="303333" y="104274"/>
                  </a:lnTo>
                  <a:lnTo>
                    <a:pt x="306902" y="104424"/>
                  </a:lnTo>
                  <a:lnTo>
                    <a:pt x="310470" y="104204"/>
                  </a:lnTo>
                  <a:lnTo>
                    <a:pt x="314039" y="104054"/>
                  </a:lnTo>
                  <a:lnTo>
                    <a:pt x="317608" y="103738"/>
                  </a:lnTo>
                  <a:lnTo>
                    <a:pt x="321176" y="103434"/>
                  </a:lnTo>
                  <a:lnTo>
                    <a:pt x="324745" y="103009"/>
                  </a:lnTo>
                  <a:lnTo>
                    <a:pt x="328314" y="102829"/>
                  </a:lnTo>
                  <a:lnTo>
                    <a:pt x="331882" y="102802"/>
                  </a:lnTo>
                  <a:lnTo>
                    <a:pt x="335451" y="102737"/>
                  </a:lnTo>
                  <a:lnTo>
                    <a:pt x="339020" y="102289"/>
                  </a:lnTo>
                  <a:lnTo>
                    <a:pt x="342588" y="102098"/>
                  </a:lnTo>
                  <a:lnTo>
                    <a:pt x="346157" y="101683"/>
                  </a:lnTo>
                  <a:lnTo>
                    <a:pt x="349725" y="101008"/>
                  </a:lnTo>
                  <a:lnTo>
                    <a:pt x="353294" y="100702"/>
                  </a:lnTo>
                  <a:lnTo>
                    <a:pt x="356863" y="100511"/>
                  </a:lnTo>
                  <a:lnTo>
                    <a:pt x="360431" y="100175"/>
                  </a:lnTo>
                  <a:lnTo>
                    <a:pt x="364000" y="99978"/>
                  </a:lnTo>
                  <a:lnTo>
                    <a:pt x="367569" y="99570"/>
                  </a:lnTo>
                  <a:lnTo>
                    <a:pt x="371137" y="99370"/>
                  </a:lnTo>
                  <a:lnTo>
                    <a:pt x="374706" y="99155"/>
                  </a:lnTo>
                  <a:lnTo>
                    <a:pt x="378274" y="98689"/>
                  </a:lnTo>
                  <a:lnTo>
                    <a:pt x="381843" y="98388"/>
                  </a:lnTo>
                  <a:lnTo>
                    <a:pt x="385412" y="98219"/>
                  </a:lnTo>
                  <a:lnTo>
                    <a:pt x="388980" y="97853"/>
                  </a:lnTo>
                  <a:lnTo>
                    <a:pt x="392549" y="97729"/>
                  </a:lnTo>
                  <a:lnTo>
                    <a:pt x="396118" y="97486"/>
                  </a:lnTo>
                  <a:lnTo>
                    <a:pt x="399686" y="96837"/>
                  </a:lnTo>
                  <a:lnTo>
                    <a:pt x="403255" y="96502"/>
                  </a:lnTo>
                  <a:lnTo>
                    <a:pt x="406824" y="96006"/>
                  </a:lnTo>
                  <a:lnTo>
                    <a:pt x="410392" y="95629"/>
                  </a:lnTo>
                  <a:lnTo>
                    <a:pt x="413961" y="95058"/>
                  </a:lnTo>
                  <a:lnTo>
                    <a:pt x="417529" y="94686"/>
                  </a:lnTo>
                  <a:lnTo>
                    <a:pt x="421098" y="94218"/>
                  </a:lnTo>
                  <a:lnTo>
                    <a:pt x="424667" y="93691"/>
                  </a:lnTo>
                  <a:lnTo>
                    <a:pt x="428235" y="93196"/>
                  </a:lnTo>
                  <a:lnTo>
                    <a:pt x="431804" y="92807"/>
                  </a:lnTo>
                  <a:lnTo>
                    <a:pt x="435373" y="92429"/>
                  </a:lnTo>
                  <a:lnTo>
                    <a:pt x="438941" y="92035"/>
                  </a:lnTo>
                  <a:lnTo>
                    <a:pt x="442510" y="91482"/>
                  </a:lnTo>
                  <a:lnTo>
                    <a:pt x="446078" y="91361"/>
                  </a:lnTo>
                  <a:lnTo>
                    <a:pt x="449647" y="90804"/>
                  </a:lnTo>
                  <a:lnTo>
                    <a:pt x="453216" y="90163"/>
                  </a:lnTo>
                  <a:lnTo>
                    <a:pt x="456784" y="89600"/>
                  </a:lnTo>
                  <a:lnTo>
                    <a:pt x="460353" y="89384"/>
                  </a:lnTo>
                  <a:lnTo>
                    <a:pt x="463922" y="88936"/>
                  </a:lnTo>
                  <a:lnTo>
                    <a:pt x="467490" y="88527"/>
                  </a:lnTo>
                  <a:lnTo>
                    <a:pt x="471059" y="87996"/>
                  </a:lnTo>
                  <a:lnTo>
                    <a:pt x="474628" y="87274"/>
                  </a:lnTo>
                  <a:lnTo>
                    <a:pt x="478196" y="87065"/>
                  </a:lnTo>
                  <a:lnTo>
                    <a:pt x="481765" y="86888"/>
                  </a:lnTo>
                  <a:lnTo>
                    <a:pt x="485333" y="86383"/>
                  </a:lnTo>
                  <a:lnTo>
                    <a:pt x="488902" y="86149"/>
                  </a:lnTo>
                  <a:lnTo>
                    <a:pt x="492471" y="85643"/>
                  </a:lnTo>
                  <a:lnTo>
                    <a:pt x="496039" y="85126"/>
                  </a:lnTo>
                  <a:lnTo>
                    <a:pt x="499608" y="84568"/>
                  </a:lnTo>
                  <a:lnTo>
                    <a:pt x="503177" y="83860"/>
                  </a:lnTo>
                  <a:lnTo>
                    <a:pt x="506745" y="83445"/>
                  </a:lnTo>
                  <a:lnTo>
                    <a:pt x="510314" y="82570"/>
                  </a:lnTo>
                  <a:lnTo>
                    <a:pt x="513882" y="81826"/>
                  </a:lnTo>
                  <a:lnTo>
                    <a:pt x="517451" y="81334"/>
                  </a:lnTo>
                  <a:lnTo>
                    <a:pt x="521020" y="80605"/>
                  </a:lnTo>
                  <a:lnTo>
                    <a:pt x="524588" y="79707"/>
                  </a:lnTo>
                  <a:lnTo>
                    <a:pt x="528157" y="78800"/>
                  </a:lnTo>
                  <a:lnTo>
                    <a:pt x="531726" y="77892"/>
                  </a:lnTo>
                  <a:lnTo>
                    <a:pt x="535294" y="76985"/>
                  </a:lnTo>
                  <a:lnTo>
                    <a:pt x="538863" y="76072"/>
                  </a:lnTo>
                  <a:lnTo>
                    <a:pt x="542432" y="75154"/>
                  </a:lnTo>
                  <a:lnTo>
                    <a:pt x="546000" y="74459"/>
                  </a:lnTo>
                  <a:lnTo>
                    <a:pt x="549569" y="73925"/>
                  </a:lnTo>
                  <a:lnTo>
                    <a:pt x="553137" y="72997"/>
                  </a:lnTo>
                  <a:lnTo>
                    <a:pt x="556706" y="72447"/>
                  </a:lnTo>
                  <a:lnTo>
                    <a:pt x="560275" y="71726"/>
                  </a:lnTo>
                  <a:lnTo>
                    <a:pt x="563843" y="71099"/>
                  </a:lnTo>
                  <a:lnTo>
                    <a:pt x="567412" y="70612"/>
                  </a:lnTo>
                  <a:lnTo>
                    <a:pt x="570981" y="70036"/>
                  </a:lnTo>
                  <a:lnTo>
                    <a:pt x="574549" y="69457"/>
                  </a:lnTo>
                  <a:lnTo>
                    <a:pt x="578118" y="68712"/>
                  </a:lnTo>
                  <a:lnTo>
                    <a:pt x="581686" y="67958"/>
                  </a:lnTo>
                  <a:lnTo>
                    <a:pt x="585255" y="67206"/>
                  </a:lnTo>
                  <a:lnTo>
                    <a:pt x="588824" y="66605"/>
                  </a:lnTo>
                  <a:lnTo>
                    <a:pt x="592392" y="65736"/>
                  </a:lnTo>
                  <a:lnTo>
                    <a:pt x="595961" y="65181"/>
                  </a:lnTo>
                  <a:lnTo>
                    <a:pt x="599530" y="64622"/>
                  </a:lnTo>
                  <a:lnTo>
                    <a:pt x="603098" y="63564"/>
                  </a:lnTo>
                  <a:lnTo>
                    <a:pt x="606667" y="62720"/>
                  </a:lnTo>
                  <a:lnTo>
                    <a:pt x="610236" y="61716"/>
                  </a:lnTo>
                  <a:lnTo>
                    <a:pt x="613804" y="60946"/>
                  </a:lnTo>
                  <a:lnTo>
                    <a:pt x="617373" y="60147"/>
                  </a:lnTo>
                  <a:lnTo>
                    <a:pt x="620941" y="59355"/>
                  </a:lnTo>
                  <a:lnTo>
                    <a:pt x="624510" y="58571"/>
                  </a:lnTo>
                  <a:lnTo>
                    <a:pt x="628079" y="57788"/>
                  </a:lnTo>
                  <a:lnTo>
                    <a:pt x="631647" y="56832"/>
                  </a:lnTo>
                  <a:lnTo>
                    <a:pt x="635216" y="56009"/>
                  </a:lnTo>
                  <a:lnTo>
                    <a:pt x="638785" y="55342"/>
                  </a:lnTo>
                  <a:lnTo>
                    <a:pt x="642353" y="54645"/>
                  </a:lnTo>
                  <a:lnTo>
                    <a:pt x="645922" y="53835"/>
                  </a:lnTo>
                  <a:lnTo>
                    <a:pt x="649490" y="53021"/>
                  </a:lnTo>
                  <a:lnTo>
                    <a:pt x="653059" y="52239"/>
                  </a:lnTo>
                  <a:lnTo>
                    <a:pt x="656628" y="51447"/>
                  </a:lnTo>
                  <a:lnTo>
                    <a:pt x="660196" y="50683"/>
                  </a:lnTo>
                  <a:lnTo>
                    <a:pt x="663765" y="49980"/>
                  </a:lnTo>
                  <a:lnTo>
                    <a:pt x="667334" y="49060"/>
                  </a:lnTo>
                  <a:lnTo>
                    <a:pt x="670902" y="48256"/>
                  </a:lnTo>
                  <a:lnTo>
                    <a:pt x="674471" y="47454"/>
                  </a:lnTo>
                  <a:lnTo>
                    <a:pt x="678040" y="46657"/>
                  </a:lnTo>
                  <a:lnTo>
                    <a:pt x="681608" y="46143"/>
                  </a:lnTo>
                  <a:lnTo>
                    <a:pt x="685177" y="45781"/>
                  </a:lnTo>
                  <a:lnTo>
                    <a:pt x="688745" y="44755"/>
                  </a:lnTo>
                  <a:lnTo>
                    <a:pt x="692314" y="43920"/>
                  </a:lnTo>
                  <a:lnTo>
                    <a:pt x="695883" y="43277"/>
                  </a:lnTo>
                  <a:lnTo>
                    <a:pt x="699451" y="42534"/>
                  </a:lnTo>
                  <a:lnTo>
                    <a:pt x="703020" y="41679"/>
                  </a:lnTo>
                  <a:lnTo>
                    <a:pt x="706589" y="40493"/>
                  </a:lnTo>
                  <a:lnTo>
                    <a:pt x="710157" y="39366"/>
                  </a:lnTo>
                  <a:lnTo>
                    <a:pt x="713726" y="38223"/>
                  </a:lnTo>
                  <a:lnTo>
                    <a:pt x="717294" y="37354"/>
                  </a:lnTo>
                  <a:lnTo>
                    <a:pt x="720863" y="36323"/>
                  </a:lnTo>
                  <a:lnTo>
                    <a:pt x="724432" y="35285"/>
                  </a:lnTo>
                  <a:lnTo>
                    <a:pt x="728000" y="34686"/>
                  </a:lnTo>
                  <a:lnTo>
                    <a:pt x="731569" y="33788"/>
                  </a:lnTo>
                  <a:lnTo>
                    <a:pt x="735138" y="32919"/>
                  </a:lnTo>
                  <a:lnTo>
                    <a:pt x="738706" y="31771"/>
                  </a:lnTo>
                  <a:lnTo>
                    <a:pt x="742275" y="30664"/>
                  </a:lnTo>
                  <a:lnTo>
                    <a:pt x="745844" y="29672"/>
                  </a:lnTo>
                  <a:lnTo>
                    <a:pt x="749412" y="28602"/>
                  </a:lnTo>
                  <a:lnTo>
                    <a:pt x="752981" y="27373"/>
                  </a:lnTo>
                  <a:lnTo>
                    <a:pt x="756549" y="26193"/>
                  </a:lnTo>
                  <a:lnTo>
                    <a:pt x="760118" y="25026"/>
                  </a:lnTo>
                  <a:lnTo>
                    <a:pt x="763687" y="24334"/>
                  </a:lnTo>
                  <a:lnTo>
                    <a:pt x="767255" y="23776"/>
                  </a:lnTo>
                  <a:lnTo>
                    <a:pt x="770824" y="23219"/>
                  </a:lnTo>
                  <a:lnTo>
                    <a:pt x="774393" y="22662"/>
                  </a:lnTo>
                  <a:lnTo>
                    <a:pt x="777961" y="21240"/>
                  </a:lnTo>
                  <a:lnTo>
                    <a:pt x="781530" y="19727"/>
                  </a:lnTo>
                  <a:lnTo>
                    <a:pt x="785098" y="18959"/>
                  </a:lnTo>
                  <a:lnTo>
                    <a:pt x="788667" y="18192"/>
                  </a:lnTo>
                  <a:lnTo>
                    <a:pt x="792236" y="17125"/>
                  </a:lnTo>
                  <a:lnTo>
                    <a:pt x="795804" y="15706"/>
                  </a:lnTo>
                  <a:lnTo>
                    <a:pt x="799373" y="14289"/>
                  </a:lnTo>
                  <a:lnTo>
                    <a:pt x="802942" y="13381"/>
                  </a:lnTo>
                  <a:lnTo>
                    <a:pt x="806510" y="12574"/>
                  </a:lnTo>
                  <a:lnTo>
                    <a:pt x="810079" y="11767"/>
                  </a:lnTo>
                  <a:lnTo>
                    <a:pt x="813648" y="10666"/>
                  </a:lnTo>
                  <a:lnTo>
                    <a:pt x="817216" y="9693"/>
                  </a:lnTo>
                  <a:lnTo>
                    <a:pt x="820785" y="8847"/>
                  </a:lnTo>
                  <a:lnTo>
                    <a:pt x="824353" y="8000"/>
                  </a:lnTo>
                  <a:lnTo>
                    <a:pt x="827922" y="7153"/>
                  </a:lnTo>
                  <a:lnTo>
                    <a:pt x="831491" y="6311"/>
                  </a:lnTo>
                  <a:lnTo>
                    <a:pt x="835059" y="5483"/>
                  </a:lnTo>
                  <a:lnTo>
                    <a:pt x="838628" y="4655"/>
                  </a:lnTo>
                  <a:lnTo>
                    <a:pt x="842197" y="3657"/>
                  </a:lnTo>
                  <a:lnTo>
                    <a:pt x="845765" y="2486"/>
                  </a:lnTo>
                  <a:lnTo>
                    <a:pt x="849334" y="1244"/>
                  </a:lnTo>
                  <a:lnTo>
                    <a:pt x="85290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12246" y="4253869"/>
              <a:ext cx="852902" cy="44382"/>
            </a:xfrm>
            <a:custGeom>
              <a:avLst/>
              <a:pathLst>
                <a:path w="852902" h="44382">
                  <a:moveTo>
                    <a:pt x="852902" y="14290"/>
                  </a:moveTo>
                  <a:lnTo>
                    <a:pt x="849334" y="14099"/>
                  </a:lnTo>
                  <a:lnTo>
                    <a:pt x="845765" y="13902"/>
                  </a:lnTo>
                  <a:lnTo>
                    <a:pt x="842197" y="13706"/>
                  </a:lnTo>
                  <a:lnTo>
                    <a:pt x="838628" y="13436"/>
                  </a:lnTo>
                  <a:lnTo>
                    <a:pt x="835059" y="13142"/>
                  </a:lnTo>
                  <a:lnTo>
                    <a:pt x="831491" y="12943"/>
                  </a:lnTo>
                  <a:lnTo>
                    <a:pt x="827922" y="12734"/>
                  </a:lnTo>
                  <a:lnTo>
                    <a:pt x="824353" y="12530"/>
                  </a:lnTo>
                  <a:lnTo>
                    <a:pt x="820785" y="12328"/>
                  </a:lnTo>
                  <a:lnTo>
                    <a:pt x="817216" y="12318"/>
                  </a:lnTo>
                  <a:lnTo>
                    <a:pt x="813648" y="12125"/>
                  </a:lnTo>
                  <a:lnTo>
                    <a:pt x="810079" y="12009"/>
                  </a:lnTo>
                  <a:lnTo>
                    <a:pt x="806510" y="11869"/>
                  </a:lnTo>
                  <a:lnTo>
                    <a:pt x="802942" y="11771"/>
                  </a:lnTo>
                  <a:lnTo>
                    <a:pt x="799373" y="11587"/>
                  </a:lnTo>
                  <a:lnTo>
                    <a:pt x="795804" y="11308"/>
                  </a:lnTo>
                  <a:lnTo>
                    <a:pt x="792236" y="11028"/>
                  </a:lnTo>
                  <a:lnTo>
                    <a:pt x="788667" y="10777"/>
                  </a:lnTo>
                  <a:lnTo>
                    <a:pt x="785098" y="10579"/>
                  </a:lnTo>
                  <a:lnTo>
                    <a:pt x="781530" y="10381"/>
                  </a:lnTo>
                  <a:lnTo>
                    <a:pt x="777961" y="10065"/>
                  </a:lnTo>
                  <a:lnTo>
                    <a:pt x="774393" y="9772"/>
                  </a:lnTo>
                  <a:lnTo>
                    <a:pt x="770824" y="9519"/>
                  </a:lnTo>
                  <a:lnTo>
                    <a:pt x="767255" y="9329"/>
                  </a:lnTo>
                  <a:lnTo>
                    <a:pt x="763687" y="9138"/>
                  </a:lnTo>
                  <a:lnTo>
                    <a:pt x="760118" y="8908"/>
                  </a:lnTo>
                  <a:lnTo>
                    <a:pt x="756549" y="8648"/>
                  </a:lnTo>
                  <a:lnTo>
                    <a:pt x="752981" y="8391"/>
                  </a:lnTo>
                  <a:lnTo>
                    <a:pt x="749412" y="8183"/>
                  </a:lnTo>
                  <a:lnTo>
                    <a:pt x="745844" y="7978"/>
                  </a:lnTo>
                  <a:lnTo>
                    <a:pt x="742275" y="7768"/>
                  </a:lnTo>
                  <a:lnTo>
                    <a:pt x="738706" y="7667"/>
                  </a:lnTo>
                  <a:lnTo>
                    <a:pt x="735138" y="7440"/>
                  </a:lnTo>
                  <a:lnTo>
                    <a:pt x="731569" y="7186"/>
                  </a:lnTo>
                  <a:lnTo>
                    <a:pt x="728000" y="7186"/>
                  </a:lnTo>
                  <a:lnTo>
                    <a:pt x="724432" y="6716"/>
                  </a:lnTo>
                  <a:lnTo>
                    <a:pt x="720863" y="6489"/>
                  </a:lnTo>
                  <a:lnTo>
                    <a:pt x="717294" y="6153"/>
                  </a:lnTo>
                  <a:lnTo>
                    <a:pt x="713726" y="5896"/>
                  </a:lnTo>
                  <a:lnTo>
                    <a:pt x="710157" y="5707"/>
                  </a:lnTo>
                  <a:lnTo>
                    <a:pt x="706589" y="5610"/>
                  </a:lnTo>
                  <a:lnTo>
                    <a:pt x="703020" y="5217"/>
                  </a:lnTo>
                  <a:lnTo>
                    <a:pt x="699451" y="4904"/>
                  </a:lnTo>
                  <a:lnTo>
                    <a:pt x="695883" y="4847"/>
                  </a:lnTo>
                  <a:lnTo>
                    <a:pt x="692314" y="4811"/>
                  </a:lnTo>
                  <a:lnTo>
                    <a:pt x="688745" y="4601"/>
                  </a:lnTo>
                  <a:lnTo>
                    <a:pt x="685177" y="4420"/>
                  </a:lnTo>
                  <a:lnTo>
                    <a:pt x="681608" y="4301"/>
                  </a:lnTo>
                  <a:lnTo>
                    <a:pt x="678040" y="4267"/>
                  </a:lnTo>
                  <a:lnTo>
                    <a:pt x="674471" y="4317"/>
                  </a:lnTo>
                  <a:lnTo>
                    <a:pt x="670902" y="4277"/>
                  </a:lnTo>
                  <a:lnTo>
                    <a:pt x="667334" y="4055"/>
                  </a:lnTo>
                  <a:lnTo>
                    <a:pt x="663765" y="4070"/>
                  </a:lnTo>
                  <a:lnTo>
                    <a:pt x="660196" y="4092"/>
                  </a:lnTo>
                  <a:lnTo>
                    <a:pt x="656628" y="4220"/>
                  </a:lnTo>
                  <a:lnTo>
                    <a:pt x="653059" y="4117"/>
                  </a:lnTo>
                  <a:lnTo>
                    <a:pt x="649490" y="4128"/>
                  </a:lnTo>
                  <a:lnTo>
                    <a:pt x="645922" y="3927"/>
                  </a:lnTo>
                  <a:lnTo>
                    <a:pt x="642353" y="3659"/>
                  </a:lnTo>
                  <a:lnTo>
                    <a:pt x="638785" y="3432"/>
                  </a:lnTo>
                  <a:lnTo>
                    <a:pt x="635216" y="3620"/>
                  </a:lnTo>
                  <a:lnTo>
                    <a:pt x="631647" y="3456"/>
                  </a:lnTo>
                  <a:lnTo>
                    <a:pt x="628079" y="3257"/>
                  </a:lnTo>
                  <a:lnTo>
                    <a:pt x="624510" y="2999"/>
                  </a:lnTo>
                  <a:lnTo>
                    <a:pt x="620941" y="2741"/>
                  </a:lnTo>
                  <a:lnTo>
                    <a:pt x="617373" y="2479"/>
                  </a:lnTo>
                  <a:lnTo>
                    <a:pt x="613804" y="2215"/>
                  </a:lnTo>
                  <a:lnTo>
                    <a:pt x="610236" y="1950"/>
                  </a:lnTo>
                  <a:lnTo>
                    <a:pt x="606667" y="1974"/>
                  </a:lnTo>
                  <a:lnTo>
                    <a:pt x="603098" y="1994"/>
                  </a:lnTo>
                  <a:lnTo>
                    <a:pt x="599530" y="1716"/>
                  </a:lnTo>
                  <a:lnTo>
                    <a:pt x="595961" y="1528"/>
                  </a:lnTo>
                  <a:lnTo>
                    <a:pt x="592392" y="1470"/>
                  </a:lnTo>
                  <a:lnTo>
                    <a:pt x="588824" y="1320"/>
                  </a:lnTo>
                  <a:lnTo>
                    <a:pt x="585255" y="1556"/>
                  </a:lnTo>
                  <a:lnTo>
                    <a:pt x="581686" y="1385"/>
                  </a:lnTo>
                  <a:lnTo>
                    <a:pt x="578118" y="1460"/>
                  </a:lnTo>
                  <a:lnTo>
                    <a:pt x="574549" y="1589"/>
                  </a:lnTo>
                  <a:lnTo>
                    <a:pt x="570981" y="1469"/>
                  </a:lnTo>
                  <a:lnTo>
                    <a:pt x="567412" y="1462"/>
                  </a:lnTo>
                  <a:lnTo>
                    <a:pt x="563843" y="1306"/>
                  </a:lnTo>
                  <a:lnTo>
                    <a:pt x="560275" y="1041"/>
                  </a:lnTo>
                  <a:lnTo>
                    <a:pt x="556706" y="749"/>
                  </a:lnTo>
                  <a:lnTo>
                    <a:pt x="553137" y="628"/>
                  </a:lnTo>
                  <a:lnTo>
                    <a:pt x="549569" y="611"/>
                  </a:lnTo>
                  <a:lnTo>
                    <a:pt x="546000" y="476"/>
                  </a:lnTo>
                  <a:lnTo>
                    <a:pt x="542432" y="351"/>
                  </a:lnTo>
                  <a:lnTo>
                    <a:pt x="538863" y="485"/>
                  </a:lnTo>
                  <a:lnTo>
                    <a:pt x="535294" y="437"/>
                  </a:lnTo>
                  <a:lnTo>
                    <a:pt x="531726" y="307"/>
                  </a:lnTo>
                  <a:lnTo>
                    <a:pt x="528157" y="31"/>
                  </a:lnTo>
                  <a:lnTo>
                    <a:pt x="524588" y="0"/>
                  </a:lnTo>
                  <a:lnTo>
                    <a:pt x="521020" y="122"/>
                  </a:lnTo>
                  <a:lnTo>
                    <a:pt x="517451" y="239"/>
                  </a:lnTo>
                  <a:lnTo>
                    <a:pt x="513882" y="353"/>
                  </a:lnTo>
                  <a:lnTo>
                    <a:pt x="510314" y="413"/>
                  </a:lnTo>
                  <a:lnTo>
                    <a:pt x="506745" y="448"/>
                  </a:lnTo>
                  <a:lnTo>
                    <a:pt x="503177" y="247"/>
                  </a:lnTo>
                  <a:lnTo>
                    <a:pt x="499608" y="460"/>
                  </a:lnTo>
                  <a:lnTo>
                    <a:pt x="496039" y="484"/>
                  </a:lnTo>
                  <a:lnTo>
                    <a:pt x="492471" y="652"/>
                  </a:lnTo>
                  <a:lnTo>
                    <a:pt x="488902" y="781"/>
                  </a:lnTo>
                  <a:lnTo>
                    <a:pt x="485333" y="843"/>
                  </a:lnTo>
                  <a:lnTo>
                    <a:pt x="481765" y="748"/>
                  </a:lnTo>
                  <a:lnTo>
                    <a:pt x="478196" y="777"/>
                  </a:lnTo>
                  <a:lnTo>
                    <a:pt x="474628" y="611"/>
                  </a:lnTo>
                  <a:lnTo>
                    <a:pt x="471059" y="642"/>
                  </a:lnTo>
                  <a:lnTo>
                    <a:pt x="467490" y="537"/>
                  </a:lnTo>
                  <a:lnTo>
                    <a:pt x="463922" y="422"/>
                  </a:lnTo>
                  <a:lnTo>
                    <a:pt x="460353" y="499"/>
                  </a:lnTo>
                  <a:lnTo>
                    <a:pt x="456784" y="1093"/>
                  </a:lnTo>
                  <a:lnTo>
                    <a:pt x="453216" y="1123"/>
                  </a:lnTo>
                  <a:lnTo>
                    <a:pt x="449647" y="1265"/>
                  </a:lnTo>
                  <a:lnTo>
                    <a:pt x="446078" y="1042"/>
                  </a:lnTo>
                  <a:lnTo>
                    <a:pt x="442510" y="931"/>
                  </a:lnTo>
                  <a:lnTo>
                    <a:pt x="438941" y="836"/>
                  </a:lnTo>
                  <a:lnTo>
                    <a:pt x="435373" y="972"/>
                  </a:lnTo>
                  <a:lnTo>
                    <a:pt x="431804" y="608"/>
                  </a:lnTo>
                  <a:lnTo>
                    <a:pt x="428235" y="797"/>
                  </a:lnTo>
                  <a:lnTo>
                    <a:pt x="424667" y="927"/>
                  </a:lnTo>
                  <a:lnTo>
                    <a:pt x="421098" y="1101"/>
                  </a:lnTo>
                  <a:lnTo>
                    <a:pt x="417529" y="1282"/>
                  </a:lnTo>
                  <a:lnTo>
                    <a:pt x="413961" y="1140"/>
                  </a:lnTo>
                  <a:lnTo>
                    <a:pt x="410392" y="894"/>
                  </a:lnTo>
                  <a:lnTo>
                    <a:pt x="406824" y="884"/>
                  </a:lnTo>
                  <a:lnTo>
                    <a:pt x="403255" y="1064"/>
                  </a:lnTo>
                  <a:lnTo>
                    <a:pt x="399686" y="1407"/>
                  </a:lnTo>
                  <a:lnTo>
                    <a:pt x="396118" y="1757"/>
                  </a:lnTo>
                  <a:lnTo>
                    <a:pt x="392549" y="1820"/>
                  </a:lnTo>
                  <a:lnTo>
                    <a:pt x="388980" y="1900"/>
                  </a:lnTo>
                  <a:lnTo>
                    <a:pt x="385412" y="2049"/>
                  </a:lnTo>
                  <a:lnTo>
                    <a:pt x="381843" y="2015"/>
                  </a:lnTo>
                  <a:lnTo>
                    <a:pt x="378274" y="2219"/>
                  </a:lnTo>
                  <a:lnTo>
                    <a:pt x="374706" y="2409"/>
                  </a:lnTo>
                  <a:lnTo>
                    <a:pt x="371137" y="2629"/>
                  </a:lnTo>
                  <a:lnTo>
                    <a:pt x="367569" y="2862"/>
                  </a:lnTo>
                  <a:lnTo>
                    <a:pt x="364000" y="3238"/>
                  </a:lnTo>
                  <a:lnTo>
                    <a:pt x="360431" y="3627"/>
                  </a:lnTo>
                  <a:lnTo>
                    <a:pt x="356863" y="4063"/>
                  </a:lnTo>
                  <a:lnTo>
                    <a:pt x="353294" y="4226"/>
                  </a:lnTo>
                  <a:lnTo>
                    <a:pt x="349725" y="4369"/>
                  </a:lnTo>
                  <a:lnTo>
                    <a:pt x="346157" y="4562"/>
                  </a:lnTo>
                  <a:lnTo>
                    <a:pt x="342588" y="4740"/>
                  </a:lnTo>
                  <a:lnTo>
                    <a:pt x="339020" y="4986"/>
                  </a:lnTo>
                  <a:lnTo>
                    <a:pt x="335451" y="5045"/>
                  </a:lnTo>
                  <a:lnTo>
                    <a:pt x="331882" y="5270"/>
                  </a:lnTo>
                  <a:lnTo>
                    <a:pt x="328314" y="5476"/>
                  </a:lnTo>
                  <a:lnTo>
                    <a:pt x="324745" y="5582"/>
                  </a:lnTo>
                  <a:lnTo>
                    <a:pt x="321176" y="5926"/>
                  </a:lnTo>
                  <a:lnTo>
                    <a:pt x="317608" y="5962"/>
                  </a:lnTo>
                  <a:lnTo>
                    <a:pt x="314039" y="6151"/>
                  </a:lnTo>
                  <a:lnTo>
                    <a:pt x="310470" y="6372"/>
                  </a:lnTo>
                  <a:lnTo>
                    <a:pt x="306902" y="6585"/>
                  </a:lnTo>
                  <a:lnTo>
                    <a:pt x="303333" y="6842"/>
                  </a:lnTo>
                  <a:lnTo>
                    <a:pt x="299765" y="7346"/>
                  </a:lnTo>
                  <a:lnTo>
                    <a:pt x="296196" y="7533"/>
                  </a:lnTo>
                  <a:lnTo>
                    <a:pt x="292627" y="7820"/>
                  </a:lnTo>
                  <a:lnTo>
                    <a:pt x="289059" y="8493"/>
                  </a:lnTo>
                  <a:lnTo>
                    <a:pt x="285490" y="8877"/>
                  </a:lnTo>
                  <a:lnTo>
                    <a:pt x="281921" y="8951"/>
                  </a:lnTo>
                  <a:lnTo>
                    <a:pt x="278353" y="9485"/>
                  </a:lnTo>
                  <a:lnTo>
                    <a:pt x="274784" y="9848"/>
                  </a:lnTo>
                  <a:lnTo>
                    <a:pt x="271216" y="10106"/>
                  </a:lnTo>
                  <a:lnTo>
                    <a:pt x="267647" y="10042"/>
                  </a:lnTo>
                  <a:lnTo>
                    <a:pt x="264078" y="10089"/>
                  </a:lnTo>
                  <a:lnTo>
                    <a:pt x="260510" y="10340"/>
                  </a:lnTo>
                  <a:lnTo>
                    <a:pt x="256941" y="10679"/>
                  </a:lnTo>
                  <a:lnTo>
                    <a:pt x="253372" y="11092"/>
                  </a:lnTo>
                  <a:lnTo>
                    <a:pt x="249804" y="11265"/>
                  </a:lnTo>
                  <a:lnTo>
                    <a:pt x="246235" y="11745"/>
                  </a:lnTo>
                  <a:lnTo>
                    <a:pt x="242666" y="12246"/>
                  </a:lnTo>
                  <a:lnTo>
                    <a:pt x="239098" y="12633"/>
                  </a:lnTo>
                  <a:lnTo>
                    <a:pt x="235529" y="13221"/>
                  </a:lnTo>
                  <a:lnTo>
                    <a:pt x="231961" y="13574"/>
                  </a:lnTo>
                  <a:lnTo>
                    <a:pt x="228392" y="14040"/>
                  </a:lnTo>
                  <a:lnTo>
                    <a:pt x="224823" y="14215"/>
                  </a:lnTo>
                  <a:lnTo>
                    <a:pt x="221255" y="14579"/>
                  </a:lnTo>
                  <a:lnTo>
                    <a:pt x="217686" y="15174"/>
                  </a:lnTo>
                  <a:lnTo>
                    <a:pt x="214117" y="15773"/>
                  </a:lnTo>
                  <a:lnTo>
                    <a:pt x="210549" y="16304"/>
                  </a:lnTo>
                  <a:lnTo>
                    <a:pt x="206980" y="16739"/>
                  </a:lnTo>
                  <a:lnTo>
                    <a:pt x="203412" y="17174"/>
                  </a:lnTo>
                  <a:lnTo>
                    <a:pt x="199843" y="17774"/>
                  </a:lnTo>
                  <a:lnTo>
                    <a:pt x="196274" y="18427"/>
                  </a:lnTo>
                  <a:lnTo>
                    <a:pt x="192706" y="18835"/>
                  </a:lnTo>
                  <a:lnTo>
                    <a:pt x="189137" y="19178"/>
                  </a:lnTo>
                  <a:lnTo>
                    <a:pt x="185568" y="19561"/>
                  </a:lnTo>
                  <a:lnTo>
                    <a:pt x="182000" y="19945"/>
                  </a:lnTo>
                  <a:lnTo>
                    <a:pt x="178431" y="20346"/>
                  </a:lnTo>
                  <a:lnTo>
                    <a:pt x="174862" y="20788"/>
                  </a:lnTo>
                  <a:lnTo>
                    <a:pt x="171294" y="21220"/>
                  </a:lnTo>
                  <a:lnTo>
                    <a:pt x="167725" y="21565"/>
                  </a:lnTo>
                  <a:lnTo>
                    <a:pt x="164157" y="21893"/>
                  </a:lnTo>
                  <a:lnTo>
                    <a:pt x="160588" y="22350"/>
                  </a:lnTo>
                  <a:lnTo>
                    <a:pt x="157019" y="22851"/>
                  </a:lnTo>
                  <a:lnTo>
                    <a:pt x="153451" y="23347"/>
                  </a:lnTo>
                  <a:lnTo>
                    <a:pt x="149882" y="23780"/>
                  </a:lnTo>
                  <a:lnTo>
                    <a:pt x="146313" y="24085"/>
                  </a:lnTo>
                  <a:lnTo>
                    <a:pt x="142745" y="24614"/>
                  </a:lnTo>
                  <a:lnTo>
                    <a:pt x="139176" y="25331"/>
                  </a:lnTo>
                  <a:lnTo>
                    <a:pt x="135608" y="25814"/>
                  </a:lnTo>
                  <a:lnTo>
                    <a:pt x="132039" y="26311"/>
                  </a:lnTo>
                  <a:lnTo>
                    <a:pt x="128470" y="26802"/>
                  </a:lnTo>
                  <a:lnTo>
                    <a:pt x="124902" y="27293"/>
                  </a:lnTo>
                  <a:lnTo>
                    <a:pt x="121333" y="27782"/>
                  </a:lnTo>
                  <a:lnTo>
                    <a:pt x="117764" y="28269"/>
                  </a:lnTo>
                  <a:lnTo>
                    <a:pt x="114196" y="28831"/>
                  </a:lnTo>
                  <a:lnTo>
                    <a:pt x="110627" y="29278"/>
                  </a:lnTo>
                  <a:lnTo>
                    <a:pt x="107058" y="29615"/>
                  </a:lnTo>
                  <a:lnTo>
                    <a:pt x="103490" y="30194"/>
                  </a:lnTo>
                  <a:lnTo>
                    <a:pt x="99921" y="30786"/>
                  </a:lnTo>
                  <a:lnTo>
                    <a:pt x="96353" y="31348"/>
                  </a:lnTo>
                  <a:lnTo>
                    <a:pt x="92784" y="31994"/>
                  </a:lnTo>
                  <a:lnTo>
                    <a:pt x="89215" y="32492"/>
                  </a:lnTo>
                  <a:lnTo>
                    <a:pt x="85647" y="32918"/>
                  </a:lnTo>
                  <a:lnTo>
                    <a:pt x="82078" y="33385"/>
                  </a:lnTo>
                  <a:lnTo>
                    <a:pt x="78509" y="33935"/>
                  </a:lnTo>
                  <a:lnTo>
                    <a:pt x="74941" y="34488"/>
                  </a:lnTo>
                  <a:lnTo>
                    <a:pt x="71372" y="35038"/>
                  </a:lnTo>
                  <a:lnTo>
                    <a:pt x="67804" y="35442"/>
                  </a:lnTo>
                  <a:lnTo>
                    <a:pt x="64235" y="35882"/>
                  </a:lnTo>
                  <a:lnTo>
                    <a:pt x="60666" y="36590"/>
                  </a:lnTo>
                  <a:lnTo>
                    <a:pt x="57098" y="37026"/>
                  </a:lnTo>
                  <a:lnTo>
                    <a:pt x="53529" y="37542"/>
                  </a:lnTo>
                  <a:lnTo>
                    <a:pt x="49960" y="37960"/>
                  </a:lnTo>
                  <a:lnTo>
                    <a:pt x="46392" y="38615"/>
                  </a:lnTo>
                  <a:lnTo>
                    <a:pt x="42823" y="39267"/>
                  </a:lnTo>
                  <a:lnTo>
                    <a:pt x="39254" y="39797"/>
                  </a:lnTo>
                  <a:lnTo>
                    <a:pt x="35686" y="40152"/>
                  </a:lnTo>
                  <a:lnTo>
                    <a:pt x="32117" y="40711"/>
                  </a:lnTo>
                  <a:lnTo>
                    <a:pt x="28549" y="41105"/>
                  </a:lnTo>
                  <a:lnTo>
                    <a:pt x="24980" y="41687"/>
                  </a:lnTo>
                  <a:lnTo>
                    <a:pt x="21411" y="42191"/>
                  </a:lnTo>
                  <a:lnTo>
                    <a:pt x="17843" y="42542"/>
                  </a:lnTo>
                  <a:lnTo>
                    <a:pt x="14274" y="42823"/>
                  </a:lnTo>
                  <a:lnTo>
                    <a:pt x="10705" y="43206"/>
                  </a:lnTo>
                  <a:lnTo>
                    <a:pt x="7137" y="43657"/>
                  </a:lnTo>
                  <a:lnTo>
                    <a:pt x="3568" y="44024"/>
                  </a:lnTo>
                  <a:lnTo>
                    <a:pt x="0" y="4438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312246" y="4172226"/>
              <a:ext cx="852902" cy="60412"/>
            </a:xfrm>
            <a:custGeom>
              <a:avLst/>
              <a:pathLst>
                <a:path w="852902" h="60412">
                  <a:moveTo>
                    <a:pt x="0" y="60412"/>
                  </a:moveTo>
                  <a:lnTo>
                    <a:pt x="3568" y="60215"/>
                  </a:lnTo>
                  <a:lnTo>
                    <a:pt x="7137" y="60017"/>
                  </a:lnTo>
                  <a:lnTo>
                    <a:pt x="10705" y="59819"/>
                  </a:lnTo>
                  <a:lnTo>
                    <a:pt x="14274" y="59620"/>
                  </a:lnTo>
                  <a:lnTo>
                    <a:pt x="17843" y="59420"/>
                  </a:lnTo>
                  <a:lnTo>
                    <a:pt x="21411" y="59221"/>
                  </a:lnTo>
                  <a:lnTo>
                    <a:pt x="24980" y="59020"/>
                  </a:lnTo>
                  <a:lnTo>
                    <a:pt x="28549" y="58820"/>
                  </a:lnTo>
                  <a:lnTo>
                    <a:pt x="32117" y="58619"/>
                  </a:lnTo>
                  <a:lnTo>
                    <a:pt x="35686" y="58417"/>
                  </a:lnTo>
                  <a:lnTo>
                    <a:pt x="39254" y="58215"/>
                  </a:lnTo>
                  <a:lnTo>
                    <a:pt x="42823" y="58012"/>
                  </a:lnTo>
                  <a:lnTo>
                    <a:pt x="46392" y="57809"/>
                  </a:lnTo>
                  <a:lnTo>
                    <a:pt x="49960" y="57606"/>
                  </a:lnTo>
                  <a:lnTo>
                    <a:pt x="53529" y="57402"/>
                  </a:lnTo>
                  <a:lnTo>
                    <a:pt x="57098" y="57198"/>
                  </a:lnTo>
                  <a:lnTo>
                    <a:pt x="60666" y="56993"/>
                  </a:lnTo>
                  <a:lnTo>
                    <a:pt x="64235" y="56788"/>
                  </a:lnTo>
                  <a:lnTo>
                    <a:pt x="67804" y="56582"/>
                  </a:lnTo>
                  <a:lnTo>
                    <a:pt x="71372" y="56376"/>
                  </a:lnTo>
                  <a:lnTo>
                    <a:pt x="74941" y="56169"/>
                  </a:lnTo>
                  <a:lnTo>
                    <a:pt x="78509" y="55962"/>
                  </a:lnTo>
                  <a:lnTo>
                    <a:pt x="82078" y="55754"/>
                  </a:lnTo>
                  <a:lnTo>
                    <a:pt x="85647" y="55546"/>
                  </a:lnTo>
                  <a:lnTo>
                    <a:pt x="89215" y="55338"/>
                  </a:lnTo>
                  <a:lnTo>
                    <a:pt x="92784" y="55129"/>
                  </a:lnTo>
                  <a:lnTo>
                    <a:pt x="96353" y="54919"/>
                  </a:lnTo>
                  <a:lnTo>
                    <a:pt x="99921" y="54709"/>
                  </a:lnTo>
                  <a:lnTo>
                    <a:pt x="103490" y="54499"/>
                  </a:lnTo>
                  <a:lnTo>
                    <a:pt x="107058" y="54288"/>
                  </a:lnTo>
                  <a:lnTo>
                    <a:pt x="110627" y="54077"/>
                  </a:lnTo>
                  <a:lnTo>
                    <a:pt x="114196" y="53865"/>
                  </a:lnTo>
                  <a:lnTo>
                    <a:pt x="117764" y="53653"/>
                  </a:lnTo>
                  <a:lnTo>
                    <a:pt x="121333" y="53440"/>
                  </a:lnTo>
                  <a:lnTo>
                    <a:pt x="124902" y="53227"/>
                  </a:lnTo>
                  <a:lnTo>
                    <a:pt x="128470" y="53013"/>
                  </a:lnTo>
                  <a:lnTo>
                    <a:pt x="132039" y="52799"/>
                  </a:lnTo>
                  <a:lnTo>
                    <a:pt x="135608" y="52584"/>
                  </a:lnTo>
                  <a:lnTo>
                    <a:pt x="139176" y="52369"/>
                  </a:lnTo>
                  <a:lnTo>
                    <a:pt x="142745" y="52154"/>
                  </a:lnTo>
                  <a:lnTo>
                    <a:pt x="146313" y="51938"/>
                  </a:lnTo>
                  <a:lnTo>
                    <a:pt x="149882" y="51721"/>
                  </a:lnTo>
                  <a:lnTo>
                    <a:pt x="153451" y="51504"/>
                  </a:lnTo>
                  <a:lnTo>
                    <a:pt x="157019" y="51287"/>
                  </a:lnTo>
                  <a:lnTo>
                    <a:pt x="160588" y="51069"/>
                  </a:lnTo>
                  <a:lnTo>
                    <a:pt x="164157" y="50851"/>
                  </a:lnTo>
                  <a:lnTo>
                    <a:pt x="167725" y="50632"/>
                  </a:lnTo>
                  <a:lnTo>
                    <a:pt x="171294" y="50412"/>
                  </a:lnTo>
                  <a:lnTo>
                    <a:pt x="174862" y="50193"/>
                  </a:lnTo>
                  <a:lnTo>
                    <a:pt x="178431" y="49972"/>
                  </a:lnTo>
                  <a:lnTo>
                    <a:pt x="182000" y="49752"/>
                  </a:lnTo>
                  <a:lnTo>
                    <a:pt x="185568" y="49530"/>
                  </a:lnTo>
                  <a:lnTo>
                    <a:pt x="189137" y="49309"/>
                  </a:lnTo>
                  <a:lnTo>
                    <a:pt x="192706" y="49087"/>
                  </a:lnTo>
                  <a:lnTo>
                    <a:pt x="196274" y="48864"/>
                  </a:lnTo>
                  <a:lnTo>
                    <a:pt x="199843" y="48641"/>
                  </a:lnTo>
                  <a:lnTo>
                    <a:pt x="203412" y="48417"/>
                  </a:lnTo>
                  <a:lnTo>
                    <a:pt x="206980" y="48193"/>
                  </a:lnTo>
                  <a:lnTo>
                    <a:pt x="210549" y="47969"/>
                  </a:lnTo>
                  <a:lnTo>
                    <a:pt x="214117" y="47744"/>
                  </a:lnTo>
                  <a:lnTo>
                    <a:pt x="217686" y="47518"/>
                  </a:lnTo>
                  <a:lnTo>
                    <a:pt x="221255" y="47293"/>
                  </a:lnTo>
                  <a:lnTo>
                    <a:pt x="224823" y="47066"/>
                  </a:lnTo>
                  <a:lnTo>
                    <a:pt x="228392" y="46839"/>
                  </a:lnTo>
                  <a:lnTo>
                    <a:pt x="231961" y="46612"/>
                  </a:lnTo>
                  <a:lnTo>
                    <a:pt x="235529" y="46384"/>
                  </a:lnTo>
                  <a:lnTo>
                    <a:pt x="239098" y="46156"/>
                  </a:lnTo>
                  <a:lnTo>
                    <a:pt x="242666" y="45927"/>
                  </a:lnTo>
                  <a:lnTo>
                    <a:pt x="246235" y="45698"/>
                  </a:lnTo>
                  <a:lnTo>
                    <a:pt x="249804" y="45468"/>
                  </a:lnTo>
                  <a:lnTo>
                    <a:pt x="253372" y="45238"/>
                  </a:lnTo>
                  <a:lnTo>
                    <a:pt x="256941" y="45007"/>
                  </a:lnTo>
                  <a:lnTo>
                    <a:pt x="260510" y="44776"/>
                  </a:lnTo>
                  <a:lnTo>
                    <a:pt x="264078" y="44545"/>
                  </a:lnTo>
                  <a:lnTo>
                    <a:pt x="267647" y="44313"/>
                  </a:lnTo>
                  <a:lnTo>
                    <a:pt x="271216" y="44080"/>
                  </a:lnTo>
                  <a:lnTo>
                    <a:pt x="274784" y="43847"/>
                  </a:lnTo>
                  <a:lnTo>
                    <a:pt x="278353" y="43613"/>
                  </a:lnTo>
                  <a:lnTo>
                    <a:pt x="281921" y="43379"/>
                  </a:lnTo>
                  <a:lnTo>
                    <a:pt x="285490" y="43145"/>
                  </a:lnTo>
                  <a:lnTo>
                    <a:pt x="289059" y="42910"/>
                  </a:lnTo>
                  <a:lnTo>
                    <a:pt x="292627" y="42675"/>
                  </a:lnTo>
                  <a:lnTo>
                    <a:pt x="296196" y="42439"/>
                  </a:lnTo>
                  <a:lnTo>
                    <a:pt x="299765" y="42202"/>
                  </a:lnTo>
                  <a:lnTo>
                    <a:pt x="303333" y="41966"/>
                  </a:lnTo>
                  <a:lnTo>
                    <a:pt x="306902" y="41728"/>
                  </a:lnTo>
                  <a:lnTo>
                    <a:pt x="310470" y="41491"/>
                  </a:lnTo>
                  <a:lnTo>
                    <a:pt x="314039" y="41252"/>
                  </a:lnTo>
                  <a:lnTo>
                    <a:pt x="317608" y="41014"/>
                  </a:lnTo>
                  <a:lnTo>
                    <a:pt x="321176" y="40774"/>
                  </a:lnTo>
                  <a:lnTo>
                    <a:pt x="324745" y="40535"/>
                  </a:lnTo>
                  <a:lnTo>
                    <a:pt x="328314" y="40295"/>
                  </a:lnTo>
                  <a:lnTo>
                    <a:pt x="331882" y="40054"/>
                  </a:lnTo>
                  <a:lnTo>
                    <a:pt x="335451" y="39813"/>
                  </a:lnTo>
                  <a:lnTo>
                    <a:pt x="339020" y="39571"/>
                  </a:lnTo>
                  <a:lnTo>
                    <a:pt x="342588" y="39329"/>
                  </a:lnTo>
                  <a:lnTo>
                    <a:pt x="346157" y="39087"/>
                  </a:lnTo>
                  <a:lnTo>
                    <a:pt x="349725" y="38844"/>
                  </a:lnTo>
                  <a:lnTo>
                    <a:pt x="353294" y="38600"/>
                  </a:lnTo>
                  <a:lnTo>
                    <a:pt x="356863" y="38356"/>
                  </a:lnTo>
                  <a:lnTo>
                    <a:pt x="360431" y="38112"/>
                  </a:lnTo>
                  <a:lnTo>
                    <a:pt x="364000" y="37867"/>
                  </a:lnTo>
                  <a:lnTo>
                    <a:pt x="367569" y="37622"/>
                  </a:lnTo>
                  <a:lnTo>
                    <a:pt x="371137" y="37376"/>
                  </a:lnTo>
                  <a:lnTo>
                    <a:pt x="374706" y="37130"/>
                  </a:lnTo>
                  <a:lnTo>
                    <a:pt x="378274" y="36883"/>
                  </a:lnTo>
                  <a:lnTo>
                    <a:pt x="381843" y="36636"/>
                  </a:lnTo>
                  <a:lnTo>
                    <a:pt x="385412" y="36388"/>
                  </a:lnTo>
                  <a:lnTo>
                    <a:pt x="388980" y="36140"/>
                  </a:lnTo>
                  <a:lnTo>
                    <a:pt x="392549" y="35891"/>
                  </a:lnTo>
                  <a:lnTo>
                    <a:pt x="396118" y="35642"/>
                  </a:lnTo>
                  <a:lnTo>
                    <a:pt x="399686" y="35392"/>
                  </a:lnTo>
                  <a:lnTo>
                    <a:pt x="403255" y="35142"/>
                  </a:lnTo>
                  <a:lnTo>
                    <a:pt x="406824" y="34891"/>
                  </a:lnTo>
                  <a:lnTo>
                    <a:pt x="410392" y="34640"/>
                  </a:lnTo>
                  <a:lnTo>
                    <a:pt x="413961" y="34389"/>
                  </a:lnTo>
                  <a:lnTo>
                    <a:pt x="417529" y="34137"/>
                  </a:lnTo>
                  <a:lnTo>
                    <a:pt x="421098" y="33885"/>
                  </a:lnTo>
                  <a:lnTo>
                    <a:pt x="424667" y="33632"/>
                  </a:lnTo>
                  <a:lnTo>
                    <a:pt x="428235" y="33378"/>
                  </a:lnTo>
                  <a:lnTo>
                    <a:pt x="431804" y="33124"/>
                  </a:lnTo>
                  <a:lnTo>
                    <a:pt x="435373" y="32870"/>
                  </a:lnTo>
                  <a:lnTo>
                    <a:pt x="438941" y="32615"/>
                  </a:lnTo>
                  <a:lnTo>
                    <a:pt x="442510" y="32360"/>
                  </a:lnTo>
                  <a:lnTo>
                    <a:pt x="446078" y="32104"/>
                  </a:lnTo>
                  <a:lnTo>
                    <a:pt x="449647" y="31848"/>
                  </a:lnTo>
                  <a:lnTo>
                    <a:pt x="453216" y="31591"/>
                  </a:lnTo>
                  <a:lnTo>
                    <a:pt x="456784" y="31334"/>
                  </a:lnTo>
                  <a:lnTo>
                    <a:pt x="460353" y="31077"/>
                  </a:lnTo>
                  <a:lnTo>
                    <a:pt x="463922" y="30819"/>
                  </a:lnTo>
                  <a:lnTo>
                    <a:pt x="467490" y="30560"/>
                  </a:lnTo>
                  <a:lnTo>
                    <a:pt x="471059" y="30301"/>
                  </a:lnTo>
                  <a:lnTo>
                    <a:pt x="474628" y="30042"/>
                  </a:lnTo>
                  <a:lnTo>
                    <a:pt x="478196" y="29782"/>
                  </a:lnTo>
                  <a:lnTo>
                    <a:pt x="481765" y="29521"/>
                  </a:lnTo>
                  <a:lnTo>
                    <a:pt x="485333" y="29260"/>
                  </a:lnTo>
                  <a:lnTo>
                    <a:pt x="488902" y="28999"/>
                  </a:lnTo>
                  <a:lnTo>
                    <a:pt x="492471" y="28737"/>
                  </a:lnTo>
                  <a:lnTo>
                    <a:pt x="496039" y="28475"/>
                  </a:lnTo>
                  <a:lnTo>
                    <a:pt x="499608" y="28212"/>
                  </a:lnTo>
                  <a:lnTo>
                    <a:pt x="503177" y="27949"/>
                  </a:lnTo>
                  <a:lnTo>
                    <a:pt x="506745" y="27685"/>
                  </a:lnTo>
                  <a:lnTo>
                    <a:pt x="510314" y="27421"/>
                  </a:lnTo>
                  <a:lnTo>
                    <a:pt x="513882" y="27157"/>
                  </a:lnTo>
                  <a:lnTo>
                    <a:pt x="517451" y="26892"/>
                  </a:lnTo>
                  <a:lnTo>
                    <a:pt x="521020" y="26626"/>
                  </a:lnTo>
                  <a:lnTo>
                    <a:pt x="524588" y="26360"/>
                  </a:lnTo>
                  <a:lnTo>
                    <a:pt x="528157" y="26094"/>
                  </a:lnTo>
                  <a:lnTo>
                    <a:pt x="531726" y="25827"/>
                  </a:lnTo>
                  <a:lnTo>
                    <a:pt x="535294" y="25559"/>
                  </a:lnTo>
                  <a:lnTo>
                    <a:pt x="538863" y="25292"/>
                  </a:lnTo>
                  <a:lnTo>
                    <a:pt x="542432" y="25023"/>
                  </a:lnTo>
                  <a:lnTo>
                    <a:pt x="546000" y="24755"/>
                  </a:lnTo>
                  <a:lnTo>
                    <a:pt x="549569" y="24485"/>
                  </a:lnTo>
                  <a:lnTo>
                    <a:pt x="553137" y="24216"/>
                  </a:lnTo>
                  <a:lnTo>
                    <a:pt x="556706" y="23946"/>
                  </a:lnTo>
                  <a:lnTo>
                    <a:pt x="560275" y="23675"/>
                  </a:lnTo>
                  <a:lnTo>
                    <a:pt x="563843" y="23404"/>
                  </a:lnTo>
                  <a:lnTo>
                    <a:pt x="567412" y="23133"/>
                  </a:lnTo>
                  <a:lnTo>
                    <a:pt x="570981" y="22861"/>
                  </a:lnTo>
                  <a:lnTo>
                    <a:pt x="574549" y="22588"/>
                  </a:lnTo>
                  <a:lnTo>
                    <a:pt x="578118" y="22315"/>
                  </a:lnTo>
                  <a:lnTo>
                    <a:pt x="581686" y="22042"/>
                  </a:lnTo>
                  <a:lnTo>
                    <a:pt x="585255" y="21768"/>
                  </a:lnTo>
                  <a:lnTo>
                    <a:pt x="588824" y="21494"/>
                  </a:lnTo>
                  <a:lnTo>
                    <a:pt x="592392" y="21220"/>
                  </a:lnTo>
                  <a:lnTo>
                    <a:pt x="595961" y="20944"/>
                  </a:lnTo>
                  <a:lnTo>
                    <a:pt x="599530" y="20669"/>
                  </a:lnTo>
                  <a:lnTo>
                    <a:pt x="603098" y="20393"/>
                  </a:lnTo>
                  <a:lnTo>
                    <a:pt x="606667" y="20116"/>
                  </a:lnTo>
                  <a:lnTo>
                    <a:pt x="610236" y="19840"/>
                  </a:lnTo>
                  <a:lnTo>
                    <a:pt x="613804" y="19562"/>
                  </a:lnTo>
                  <a:lnTo>
                    <a:pt x="617373" y="19284"/>
                  </a:lnTo>
                  <a:lnTo>
                    <a:pt x="620941" y="19006"/>
                  </a:lnTo>
                  <a:lnTo>
                    <a:pt x="624510" y="18728"/>
                  </a:lnTo>
                  <a:lnTo>
                    <a:pt x="628079" y="18448"/>
                  </a:lnTo>
                  <a:lnTo>
                    <a:pt x="631647" y="18169"/>
                  </a:lnTo>
                  <a:lnTo>
                    <a:pt x="635216" y="17889"/>
                  </a:lnTo>
                  <a:lnTo>
                    <a:pt x="638785" y="17608"/>
                  </a:lnTo>
                  <a:lnTo>
                    <a:pt x="642353" y="17327"/>
                  </a:lnTo>
                  <a:lnTo>
                    <a:pt x="645922" y="17046"/>
                  </a:lnTo>
                  <a:lnTo>
                    <a:pt x="649490" y="16764"/>
                  </a:lnTo>
                  <a:lnTo>
                    <a:pt x="653059" y="16482"/>
                  </a:lnTo>
                  <a:lnTo>
                    <a:pt x="656628" y="16199"/>
                  </a:lnTo>
                  <a:lnTo>
                    <a:pt x="660196" y="15916"/>
                  </a:lnTo>
                  <a:lnTo>
                    <a:pt x="663765" y="15633"/>
                  </a:lnTo>
                  <a:lnTo>
                    <a:pt x="667334" y="15349"/>
                  </a:lnTo>
                  <a:lnTo>
                    <a:pt x="670902" y="15064"/>
                  </a:lnTo>
                  <a:lnTo>
                    <a:pt x="674471" y="14779"/>
                  </a:lnTo>
                  <a:lnTo>
                    <a:pt x="678040" y="14494"/>
                  </a:lnTo>
                  <a:lnTo>
                    <a:pt x="681608" y="14208"/>
                  </a:lnTo>
                  <a:lnTo>
                    <a:pt x="685177" y="13922"/>
                  </a:lnTo>
                  <a:lnTo>
                    <a:pt x="688745" y="13636"/>
                  </a:lnTo>
                  <a:lnTo>
                    <a:pt x="692314" y="13349"/>
                  </a:lnTo>
                  <a:lnTo>
                    <a:pt x="695883" y="13061"/>
                  </a:lnTo>
                  <a:lnTo>
                    <a:pt x="699451" y="12773"/>
                  </a:lnTo>
                  <a:lnTo>
                    <a:pt x="703020" y="12485"/>
                  </a:lnTo>
                  <a:lnTo>
                    <a:pt x="706589" y="12196"/>
                  </a:lnTo>
                  <a:lnTo>
                    <a:pt x="710157" y="11907"/>
                  </a:lnTo>
                  <a:lnTo>
                    <a:pt x="713726" y="11617"/>
                  </a:lnTo>
                  <a:lnTo>
                    <a:pt x="717294" y="11327"/>
                  </a:lnTo>
                  <a:lnTo>
                    <a:pt x="720863" y="11037"/>
                  </a:lnTo>
                  <a:lnTo>
                    <a:pt x="724432" y="10746"/>
                  </a:lnTo>
                  <a:lnTo>
                    <a:pt x="728000" y="10455"/>
                  </a:lnTo>
                  <a:lnTo>
                    <a:pt x="731569" y="10163"/>
                  </a:lnTo>
                  <a:lnTo>
                    <a:pt x="735138" y="9871"/>
                  </a:lnTo>
                  <a:lnTo>
                    <a:pt x="738706" y="9578"/>
                  </a:lnTo>
                  <a:lnTo>
                    <a:pt x="742275" y="9285"/>
                  </a:lnTo>
                  <a:lnTo>
                    <a:pt x="745844" y="8992"/>
                  </a:lnTo>
                  <a:lnTo>
                    <a:pt x="749412" y="8698"/>
                  </a:lnTo>
                  <a:lnTo>
                    <a:pt x="752981" y="8404"/>
                  </a:lnTo>
                  <a:lnTo>
                    <a:pt x="756549" y="8109"/>
                  </a:lnTo>
                  <a:lnTo>
                    <a:pt x="760118" y="7814"/>
                  </a:lnTo>
                  <a:lnTo>
                    <a:pt x="763687" y="7519"/>
                  </a:lnTo>
                  <a:lnTo>
                    <a:pt x="767255" y="7223"/>
                  </a:lnTo>
                  <a:lnTo>
                    <a:pt x="770824" y="6926"/>
                  </a:lnTo>
                  <a:lnTo>
                    <a:pt x="774393" y="6630"/>
                  </a:lnTo>
                  <a:lnTo>
                    <a:pt x="777961" y="6333"/>
                  </a:lnTo>
                  <a:lnTo>
                    <a:pt x="781530" y="6035"/>
                  </a:lnTo>
                  <a:lnTo>
                    <a:pt x="785098" y="5737"/>
                  </a:lnTo>
                  <a:lnTo>
                    <a:pt x="788667" y="5439"/>
                  </a:lnTo>
                  <a:lnTo>
                    <a:pt x="792236" y="5140"/>
                  </a:lnTo>
                  <a:lnTo>
                    <a:pt x="795804" y="4841"/>
                  </a:lnTo>
                  <a:lnTo>
                    <a:pt x="799373" y="4541"/>
                  </a:lnTo>
                  <a:lnTo>
                    <a:pt x="802942" y="4241"/>
                  </a:lnTo>
                  <a:lnTo>
                    <a:pt x="806510" y="3941"/>
                  </a:lnTo>
                  <a:lnTo>
                    <a:pt x="810079" y="3640"/>
                  </a:lnTo>
                  <a:lnTo>
                    <a:pt x="813648" y="3339"/>
                  </a:lnTo>
                  <a:lnTo>
                    <a:pt x="817216" y="3037"/>
                  </a:lnTo>
                  <a:lnTo>
                    <a:pt x="820785" y="2735"/>
                  </a:lnTo>
                  <a:lnTo>
                    <a:pt x="824353" y="2433"/>
                  </a:lnTo>
                  <a:lnTo>
                    <a:pt x="827922" y="2130"/>
                  </a:lnTo>
                  <a:lnTo>
                    <a:pt x="831491" y="1827"/>
                  </a:lnTo>
                  <a:lnTo>
                    <a:pt x="835059" y="1523"/>
                  </a:lnTo>
                  <a:lnTo>
                    <a:pt x="838628" y="1219"/>
                  </a:lnTo>
                  <a:lnTo>
                    <a:pt x="842197" y="915"/>
                  </a:lnTo>
                  <a:lnTo>
                    <a:pt x="845765" y="610"/>
                  </a:lnTo>
                  <a:lnTo>
                    <a:pt x="849334" y="305"/>
                  </a:lnTo>
                  <a:lnTo>
                    <a:pt x="852902" y="0"/>
                  </a:lnTo>
                </a:path>
              </a:pathLst>
            </a:custGeom>
            <a:ln w="28456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269601" y="4632901"/>
              <a:ext cx="93819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312246" y="4976408"/>
              <a:ext cx="852902" cy="279684"/>
            </a:xfrm>
            <a:custGeom>
              <a:avLst/>
              <a:pathLst>
                <a:path w="852902" h="279684">
                  <a:moveTo>
                    <a:pt x="0" y="111164"/>
                  </a:moveTo>
                  <a:lnTo>
                    <a:pt x="3568" y="111473"/>
                  </a:lnTo>
                  <a:lnTo>
                    <a:pt x="7137" y="111937"/>
                  </a:lnTo>
                  <a:lnTo>
                    <a:pt x="10705" y="112128"/>
                  </a:lnTo>
                  <a:lnTo>
                    <a:pt x="14274" y="112418"/>
                  </a:lnTo>
                  <a:lnTo>
                    <a:pt x="17843" y="112985"/>
                  </a:lnTo>
                  <a:lnTo>
                    <a:pt x="21411" y="113335"/>
                  </a:lnTo>
                  <a:lnTo>
                    <a:pt x="24980" y="113618"/>
                  </a:lnTo>
                  <a:lnTo>
                    <a:pt x="28549" y="113936"/>
                  </a:lnTo>
                  <a:lnTo>
                    <a:pt x="32117" y="114088"/>
                  </a:lnTo>
                  <a:lnTo>
                    <a:pt x="35686" y="114492"/>
                  </a:lnTo>
                  <a:lnTo>
                    <a:pt x="39254" y="114510"/>
                  </a:lnTo>
                  <a:lnTo>
                    <a:pt x="42823" y="114765"/>
                  </a:lnTo>
                  <a:lnTo>
                    <a:pt x="46392" y="115314"/>
                  </a:lnTo>
                  <a:lnTo>
                    <a:pt x="49960" y="115734"/>
                  </a:lnTo>
                  <a:lnTo>
                    <a:pt x="53529" y="116144"/>
                  </a:lnTo>
                  <a:lnTo>
                    <a:pt x="57098" y="116205"/>
                  </a:lnTo>
                  <a:lnTo>
                    <a:pt x="60666" y="116406"/>
                  </a:lnTo>
                  <a:lnTo>
                    <a:pt x="64235" y="116352"/>
                  </a:lnTo>
                  <a:lnTo>
                    <a:pt x="67804" y="116589"/>
                  </a:lnTo>
                  <a:lnTo>
                    <a:pt x="71372" y="117360"/>
                  </a:lnTo>
                  <a:lnTo>
                    <a:pt x="74941" y="117690"/>
                  </a:lnTo>
                  <a:lnTo>
                    <a:pt x="78509" y="118194"/>
                  </a:lnTo>
                  <a:lnTo>
                    <a:pt x="82078" y="118239"/>
                  </a:lnTo>
                  <a:lnTo>
                    <a:pt x="85647" y="118569"/>
                  </a:lnTo>
                  <a:lnTo>
                    <a:pt x="89215" y="118626"/>
                  </a:lnTo>
                  <a:lnTo>
                    <a:pt x="92784" y="118658"/>
                  </a:lnTo>
                  <a:lnTo>
                    <a:pt x="96353" y="118689"/>
                  </a:lnTo>
                  <a:lnTo>
                    <a:pt x="99921" y="118721"/>
                  </a:lnTo>
                  <a:lnTo>
                    <a:pt x="103490" y="118760"/>
                  </a:lnTo>
                  <a:lnTo>
                    <a:pt x="107058" y="119125"/>
                  </a:lnTo>
                  <a:lnTo>
                    <a:pt x="110627" y="119009"/>
                  </a:lnTo>
                  <a:lnTo>
                    <a:pt x="114196" y="118889"/>
                  </a:lnTo>
                  <a:lnTo>
                    <a:pt x="117764" y="118849"/>
                  </a:lnTo>
                  <a:lnTo>
                    <a:pt x="121333" y="118815"/>
                  </a:lnTo>
                  <a:lnTo>
                    <a:pt x="124902" y="119061"/>
                  </a:lnTo>
                  <a:lnTo>
                    <a:pt x="128470" y="119312"/>
                  </a:lnTo>
                  <a:lnTo>
                    <a:pt x="132039" y="119568"/>
                  </a:lnTo>
                  <a:lnTo>
                    <a:pt x="135608" y="119818"/>
                  </a:lnTo>
                  <a:lnTo>
                    <a:pt x="139176" y="119841"/>
                  </a:lnTo>
                  <a:lnTo>
                    <a:pt x="142745" y="120038"/>
                  </a:lnTo>
                  <a:lnTo>
                    <a:pt x="146313" y="120275"/>
                  </a:lnTo>
                  <a:lnTo>
                    <a:pt x="149882" y="120566"/>
                  </a:lnTo>
                  <a:lnTo>
                    <a:pt x="153451" y="120880"/>
                  </a:lnTo>
                  <a:lnTo>
                    <a:pt x="157019" y="121128"/>
                  </a:lnTo>
                  <a:lnTo>
                    <a:pt x="160588" y="121105"/>
                  </a:lnTo>
                  <a:lnTo>
                    <a:pt x="164157" y="120836"/>
                  </a:lnTo>
                  <a:lnTo>
                    <a:pt x="167725" y="120590"/>
                  </a:lnTo>
                  <a:lnTo>
                    <a:pt x="171294" y="120345"/>
                  </a:lnTo>
                  <a:lnTo>
                    <a:pt x="174862" y="120099"/>
                  </a:lnTo>
                  <a:lnTo>
                    <a:pt x="178431" y="119963"/>
                  </a:lnTo>
                  <a:lnTo>
                    <a:pt x="182000" y="119981"/>
                  </a:lnTo>
                  <a:lnTo>
                    <a:pt x="185568" y="119974"/>
                  </a:lnTo>
                  <a:lnTo>
                    <a:pt x="189137" y="120011"/>
                  </a:lnTo>
                  <a:lnTo>
                    <a:pt x="192706" y="120033"/>
                  </a:lnTo>
                  <a:lnTo>
                    <a:pt x="196274" y="120170"/>
                  </a:lnTo>
                  <a:lnTo>
                    <a:pt x="199843" y="120171"/>
                  </a:lnTo>
                  <a:lnTo>
                    <a:pt x="203412" y="120285"/>
                  </a:lnTo>
                  <a:lnTo>
                    <a:pt x="206980" y="120363"/>
                  </a:lnTo>
                  <a:lnTo>
                    <a:pt x="210549" y="120384"/>
                  </a:lnTo>
                  <a:lnTo>
                    <a:pt x="214117" y="120305"/>
                  </a:lnTo>
                  <a:lnTo>
                    <a:pt x="217686" y="120316"/>
                  </a:lnTo>
                  <a:lnTo>
                    <a:pt x="221255" y="120132"/>
                  </a:lnTo>
                  <a:lnTo>
                    <a:pt x="224823" y="120179"/>
                  </a:lnTo>
                  <a:lnTo>
                    <a:pt x="228392" y="120198"/>
                  </a:lnTo>
                  <a:lnTo>
                    <a:pt x="231961" y="120218"/>
                  </a:lnTo>
                  <a:lnTo>
                    <a:pt x="235529" y="119904"/>
                  </a:lnTo>
                  <a:lnTo>
                    <a:pt x="239098" y="119563"/>
                  </a:lnTo>
                  <a:lnTo>
                    <a:pt x="242666" y="119513"/>
                  </a:lnTo>
                  <a:lnTo>
                    <a:pt x="246235" y="119353"/>
                  </a:lnTo>
                  <a:lnTo>
                    <a:pt x="249804" y="119211"/>
                  </a:lnTo>
                  <a:lnTo>
                    <a:pt x="253372" y="119311"/>
                  </a:lnTo>
                  <a:lnTo>
                    <a:pt x="256941" y="119186"/>
                  </a:lnTo>
                  <a:lnTo>
                    <a:pt x="260510" y="119124"/>
                  </a:lnTo>
                  <a:lnTo>
                    <a:pt x="264078" y="118850"/>
                  </a:lnTo>
                  <a:lnTo>
                    <a:pt x="267647" y="118617"/>
                  </a:lnTo>
                  <a:lnTo>
                    <a:pt x="271216" y="118440"/>
                  </a:lnTo>
                  <a:lnTo>
                    <a:pt x="274784" y="118249"/>
                  </a:lnTo>
                  <a:lnTo>
                    <a:pt x="278353" y="118039"/>
                  </a:lnTo>
                  <a:lnTo>
                    <a:pt x="281921" y="117714"/>
                  </a:lnTo>
                  <a:lnTo>
                    <a:pt x="285490" y="117329"/>
                  </a:lnTo>
                  <a:lnTo>
                    <a:pt x="289059" y="116982"/>
                  </a:lnTo>
                  <a:lnTo>
                    <a:pt x="292627" y="116631"/>
                  </a:lnTo>
                  <a:lnTo>
                    <a:pt x="296196" y="116351"/>
                  </a:lnTo>
                  <a:lnTo>
                    <a:pt x="299765" y="116071"/>
                  </a:lnTo>
                  <a:lnTo>
                    <a:pt x="303333" y="115689"/>
                  </a:lnTo>
                  <a:lnTo>
                    <a:pt x="306902" y="115516"/>
                  </a:lnTo>
                  <a:lnTo>
                    <a:pt x="310470" y="115356"/>
                  </a:lnTo>
                  <a:lnTo>
                    <a:pt x="314039" y="115282"/>
                  </a:lnTo>
                  <a:lnTo>
                    <a:pt x="317608" y="114774"/>
                  </a:lnTo>
                  <a:lnTo>
                    <a:pt x="321176" y="114749"/>
                  </a:lnTo>
                  <a:lnTo>
                    <a:pt x="324745" y="114703"/>
                  </a:lnTo>
                  <a:lnTo>
                    <a:pt x="328314" y="114539"/>
                  </a:lnTo>
                  <a:lnTo>
                    <a:pt x="331882" y="114747"/>
                  </a:lnTo>
                  <a:lnTo>
                    <a:pt x="335451" y="114454"/>
                  </a:lnTo>
                  <a:lnTo>
                    <a:pt x="339020" y="114117"/>
                  </a:lnTo>
                  <a:lnTo>
                    <a:pt x="342588" y="113943"/>
                  </a:lnTo>
                  <a:lnTo>
                    <a:pt x="346157" y="113683"/>
                  </a:lnTo>
                  <a:lnTo>
                    <a:pt x="349725" y="113162"/>
                  </a:lnTo>
                  <a:lnTo>
                    <a:pt x="353294" y="112957"/>
                  </a:lnTo>
                  <a:lnTo>
                    <a:pt x="356863" y="112610"/>
                  </a:lnTo>
                  <a:lnTo>
                    <a:pt x="360431" y="112333"/>
                  </a:lnTo>
                  <a:lnTo>
                    <a:pt x="364000" y="112328"/>
                  </a:lnTo>
                  <a:lnTo>
                    <a:pt x="367569" y="112065"/>
                  </a:lnTo>
                  <a:lnTo>
                    <a:pt x="371137" y="111676"/>
                  </a:lnTo>
                  <a:lnTo>
                    <a:pt x="374706" y="111628"/>
                  </a:lnTo>
                  <a:lnTo>
                    <a:pt x="378274" y="111099"/>
                  </a:lnTo>
                  <a:lnTo>
                    <a:pt x="381843" y="110541"/>
                  </a:lnTo>
                  <a:lnTo>
                    <a:pt x="385412" y="110047"/>
                  </a:lnTo>
                  <a:lnTo>
                    <a:pt x="388980" y="109511"/>
                  </a:lnTo>
                  <a:lnTo>
                    <a:pt x="392549" y="108984"/>
                  </a:lnTo>
                  <a:lnTo>
                    <a:pt x="396118" y="108545"/>
                  </a:lnTo>
                  <a:lnTo>
                    <a:pt x="399686" y="108357"/>
                  </a:lnTo>
                  <a:lnTo>
                    <a:pt x="403255" y="108053"/>
                  </a:lnTo>
                  <a:lnTo>
                    <a:pt x="406824" y="107676"/>
                  </a:lnTo>
                  <a:lnTo>
                    <a:pt x="410392" y="107349"/>
                  </a:lnTo>
                  <a:lnTo>
                    <a:pt x="413961" y="107134"/>
                  </a:lnTo>
                  <a:lnTo>
                    <a:pt x="417529" y="106556"/>
                  </a:lnTo>
                  <a:lnTo>
                    <a:pt x="421098" y="106120"/>
                  </a:lnTo>
                  <a:lnTo>
                    <a:pt x="424667" y="105817"/>
                  </a:lnTo>
                  <a:lnTo>
                    <a:pt x="428235" y="105226"/>
                  </a:lnTo>
                  <a:lnTo>
                    <a:pt x="431804" y="104593"/>
                  </a:lnTo>
                  <a:lnTo>
                    <a:pt x="435373" y="104064"/>
                  </a:lnTo>
                  <a:lnTo>
                    <a:pt x="438941" y="103407"/>
                  </a:lnTo>
                  <a:lnTo>
                    <a:pt x="442510" y="102781"/>
                  </a:lnTo>
                  <a:lnTo>
                    <a:pt x="446078" y="102399"/>
                  </a:lnTo>
                  <a:lnTo>
                    <a:pt x="449647" y="101597"/>
                  </a:lnTo>
                  <a:lnTo>
                    <a:pt x="453216" y="100962"/>
                  </a:lnTo>
                  <a:lnTo>
                    <a:pt x="456784" y="100696"/>
                  </a:lnTo>
                  <a:lnTo>
                    <a:pt x="460353" y="100638"/>
                  </a:lnTo>
                  <a:lnTo>
                    <a:pt x="463922" y="100129"/>
                  </a:lnTo>
                  <a:lnTo>
                    <a:pt x="467490" y="99194"/>
                  </a:lnTo>
                  <a:lnTo>
                    <a:pt x="471059" y="98520"/>
                  </a:lnTo>
                  <a:lnTo>
                    <a:pt x="474628" y="97748"/>
                  </a:lnTo>
                  <a:lnTo>
                    <a:pt x="478196" y="97274"/>
                  </a:lnTo>
                  <a:lnTo>
                    <a:pt x="481765" y="96418"/>
                  </a:lnTo>
                  <a:lnTo>
                    <a:pt x="485333" y="95560"/>
                  </a:lnTo>
                  <a:lnTo>
                    <a:pt x="488902" y="94943"/>
                  </a:lnTo>
                  <a:lnTo>
                    <a:pt x="492471" y="94182"/>
                  </a:lnTo>
                  <a:lnTo>
                    <a:pt x="496039" y="93470"/>
                  </a:lnTo>
                  <a:lnTo>
                    <a:pt x="499608" y="92924"/>
                  </a:lnTo>
                  <a:lnTo>
                    <a:pt x="503177" y="92030"/>
                  </a:lnTo>
                  <a:lnTo>
                    <a:pt x="506745" y="91804"/>
                  </a:lnTo>
                  <a:lnTo>
                    <a:pt x="510314" y="91098"/>
                  </a:lnTo>
                  <a:lnTo>
                    <a:pt x="513882" y="90285"/>
                  </a:lnTo>
                  <a:lnTo>
                    <a:pt x="517451" y="89590"/>
                  </a:lnTo>
                  <a:lnTo>
                    <a:pt x="521020" y="88876"/>
                  </a:lnTo>
                  <a:lnTo>
                    <a:pt x="524588" y="88320"/>
                  </a:lnTo>
                  <a:lnTo>
                    <a:pt x="528157" y="87802"/>
                  </a:lnTo>
                  <a:lnTo>
                    <a:pt x="531726" y="87230"/>
                  </a:lnTo>
                  <a:lnTo>
                    <a:pt x="535294" y="86687"/>
                  </a:lnTo>
                  <a:lnTo>
                    <a:pt x="538863" y="85766"/>
                  </a:lnTo>
                  <a:lnTo>
                    <a:pt x="542432" y="84917"/>
                  </a:lnTo>
                  <a:lnTo>
                    <a:pt x="546000" y="84389"/>
                  </a:lnTo>
                  <a:lnTo>
                    <a:pt x="549569" y="83551"/>
                  </a:lnTo>
                  <a:lnTo>
                    <a:pt x="553137" y="82661"/>
                  </a:lnTo>
                  <a:lnTo>
                    <a:pt x="556706" y="82108"/>
                  </a:lnTo>
                  <a:lnTo>
                    <a:pt x="560275" y="80811"/>
                  </a:lnTo>
                  <a:lnTo>
                    <a:pt x="563843" y="79565"/>
                  </a:lnTo>
                  <a:lnTo>
                    <a:pt x="567412" y="78707"/>
                  </a:lnTo>
                  <a:lnTo>
                    <a:pt x="570981" y="77809"/>
                  </a:lnTo>
                  <a:lnTo>
                    <a:pt x="574549" y="77176"/>
                  </a:lnTo>
                  <a:lnTo>
                    <a:pt x="578118" y="76085"/>
                  </a:lnTo>
                  <a:lnTo>
                    <a:pt x="581686" y="75317"/>
                  </a:lnTo>
                  <a:lnTo>
                    <a:pt x="585255" y="74347"/>
                  </a:lnTo>
                  <a:lnTo>
                    <a:pt x="588824" y="73384"/>
                  </a:lnTo>
                  <a:lnTo>
                    <a:pt x="592392" y="72566"/>
                  </a:lnTo>
                  <a:lnTo>
                    <a:pt x="595961" y="71767"/>
                  </a:lnTo>
                  <a:lnTo>
                    <a:pt x="599530" y="70837"/>
                  </a:lnTo>
                  <a:lnTo>
                    <a:pt x="603098" y="69877"/>
                  </a:lnTo>
                  <a:lnTo>
                    <a:pt x="606667" y="69172"/>
                  </a:lnTo>
                  <a:lnTo>
                    <a:pt x="610236" y="68310"/>
                  </a:lnTo>
                  <a:lnTo>
                    <a:pt x="613804" y="67534"/>
                  </a:lnTo>
                  <a:lnTo>
                    <a:pt x="617373" y="66701"/>
                  </a:lnTo>
                  <a:lnTo>
                    <a:pt x="620941" y="65781"/>
                  </a:lnTo>
                  <a:lnTo>
                    <a:pt x="624510" y="64847"/>
                  </a:lnTo>
                  <a:lnTo>
                    <a:pt x="628079" y="64105"/>
                  </a:lnTo>
                  <a:lnTo>
                    <a:pt x="631647" y="63174"/>
                  </a:lnTo>
                  <a:lnTo>
                    <a:pt x="635216" y="62240"/>
                  </a:lnTo>
                  <a:lnTo>
                    <a:pt x="638785" y="61319"/>
                  </a:lnTo>
                  <a:lnTo>
                    <a:pt x="642353" y="60364"/>
                  </a:lnTo>
                  <a:lnTo>
                    <a:pt x="645922" y="59244"/>
                  </a:lnTo>
                  <a:lnTo>
                    <a:pt x="649490" y="58176"/>
                  </a:lnTo>
                  <a:lnTo>
                    <a:pt x="653059" y="57278"/>
                  </a:lnTo>
                  <a:lnTo>
                    <a:pt x="656628" y="56103"/>
                  </a:lnTo>
                  <a:lnTo>
                    <a:pt x="660196" y="55355"/>
                  </a:lnTo>
                  <a:lnTo>
                    <a:pt x="663765" y="54717"/>
                  </a:lnTo>
                  <a:lnTo>
                    <a:pt x="667334" y="53948"/>
                  </a:lnTo>
                  <a:lnTo>
                    <a:pt x="670902" y="53253"/>
                  </a:lnTo>
                  <a:lnTo>
                    <a:pt x="674471" y="52561"/>
                  </a:lnTo>
                  <a:lnTo>
                    <a:pt x="678040" y="51262"/>
                  </a:lnTo>
                  <a:lnTo>
                    <a:pt x="681608" y="50030"/>
                  </a:lnTo>
                  <a:lnTo>
                    <a:pt x="685177" y="49082"/>
                  </a:lnTo>
                  <a:lnTo>
                    <a:pt x="688745" y="48063"/>
                  </a:lnTo>
                  <a:lnTo>
                    <a:pt x="692314" y="46696"/>
                  </a:lnTo>
                  <a:lnTo>
                    <a:pt x="695883" y="45883"/>
                  </a:lnTo>
                  <a:lnTo>
                    <a:pt x="699451" y="44811"/>
                  </a:lnTo>
                  <a:lnTo>
                    <a:pt x="703020" y="43765"/>
                  </a:lnTo>
                  <a:lnTo>
                    <a:pt x="706589" y="42518"/>
                  </a:lnTo>
                  <a:lnTo>
                    <a:pt x="710157" y="41378"/>
                  </a:lnTo>
                  <a:lnTo>
                    <a:pt x="713726" y="40239"/>
                  </a:lnTo>
                  <a:lnTo>
                    <a:pt x="717294" y="39329"/>
                  </a:lnTo>
                  <a:lnTo>
                    <a:pt x="720863" y="38426"/>
                  </a:lnTo>
                  <a:lnTo>
                    <a:pt x="724432" y="37523"/>
                  </a:lnTo>
                  <a:lnTo>
                    <a:pt x="728000" y="36619"/>
                  </a:lnTo>
                  <a:lnTo>
                    <a:pt x="731569" y="35714"/>
                  </a:lnTo>
                  <a:lnTo>
                    <a:pt x="735138" y="34438"/>
                  </a:lnTo>
                  <a:lnTo>
                    <a:pt x="738706" y="33160"/>
                  </a:lnTo>
                  <a:lnTo>
                    <a:pt x="742275" y="32190"/>
                  </a:lnTo>
                  <a:lnTo>
                    <a:pt x="745844" y="31343"/>
                  </a:lnTo>
                  <a:lnTo>
                    <a:pt x="749412" y="29973"/>
                  </a:lnTo>
                  <a:lnTo>
                    <a:pt x="752981" y="28700"/>
                  </a:lnTo>
                  <a:lnTo>
                    <a:pt x="756549" y="27444"/>
                  </a:lnTo>
                  <a:lnTo>
                    <a:pt x="760118" y="26511"/>
                  </a:lnTo>
                  <a:lnTo>
                    <a:pt x="763687" y="25577"/>
                  </a:lnTo>
                  <a:lnTo>
                    <a:pt x="767255" y="24644"/>
                  </a:lnTo>
                  <a:lnTo>
                    <a:pt x="770824" y="23718"/>
                  </a:lnTo>
                  <a:lnTo>
                    <a:pt x="774393" y="22572"/>
                  </a:lnTo>
                  <a:lnTo>
                    <a:pt x="777961" y="21116"/>
                  </a:lnTo>
                  <a:lnTo>
                    <a:pt x="781530" y="19659"/>
                  </a:lnTo>
                  <a:lnTo>
                    <a:pt x="785098" y="18597"/>
                  </a:lnTo>
                  <a:lnTo>
                    <a:pt x="788667" y="17612"/>
                  </a:lnTo>
                  <a:lnTo>
                    <a:pt x="792236" y="16244"/>
                  </a:lnTo>
                  <a:lnTo>
                    <a:pt x="795804" y="15342"/>
                  </a:lnTo>
                  <a:lnTo>
                    <a:pt x="799373" y="14366"/>
                  </a:lnTo>
                  <a:lnTo>
                    <a:pt x="802942" y="13473"/>
                  </a:lnTo>
                  <a:lnTo>
                    <a:pt x="806510" y="12463"/>
                  </a:lnTo>
                  <a:lnTo>
                    <a:pt x="810079" y="11646"/>
                  </a:lnTo>
                  <a:lnTo>
                    <a:pt x="813648" y="10645"/>
                  </a:lnTo>
                  <a:lnTo>
                    <a:pt x="817216" y="9727"/>
                  </a:lnTo>
                  <a:lnTo>
                    <a:pt x="820785" y="8732"/>
                  </a:lnTo>
                  <a:lnTo>
                    <a:pt x="824353" y="7560"/>
                  </a:lnTo>
                  <a:lnTo>
                    <a:pt x="827922" y="6793"/>
                  </a:lnTo>
                  <a:lnTo>
                    <a:pt x="831491" y="5634"/>
                  </a:lnTo>
                  <a:lnTo>
                    <a:pt x="835059" y="4827"/>
                  </a:lnTo>
                  <a:lnTo>
                    <a:pt x="838628" y="4020"/>
                  </a:lnTo>
                  <a:lnTo>
                    <a:pt x="842197" y="3212"/>
                  </a:lnTo>
                  <a:lnTo>
                    <a:pt x="845765" y="2170"/>
                  </a:lnTo>
                  <a:lnTo>
                    <a:pt x="849334" y="1177"/>
                  </a:lnTo>
                  <a:lnTo>
                    <a:pt x="852902" y="0"/>
                  </a:lnTo>
                  <a:lnTo>
                    <a:pt x="852902" y="235173"/>
                  </a:lnTo>
                  <a:lnTo>
                    <a:pt x="849334" y="234920"/>
                  </a:lnTo>
                  <a:lnTo>
                    <a:pt x="845765" y="234572"/>
                  </a:lnTo>
                  <a:lnTo>
                    <a:pt x="842197" y="234456"/>
                  </a:lnTo>
                  <a:lnTo>
                    <a:pt x="838628" y="234157"/>
                  </a:lnTo>
                  <a:lnTo>
                    <a:pt x="835059" y="233855"/>
                  </a:lnTo>
                  <a:lnTo>
                    <a:pt x="831491" y="233626"/>
                  </a:lnTo>
                  <a:lnTo>
                    <a:pt x="827922" y="233364"/>
                  </a:lnTo>
                  <a:lnTo>
                    <a:pt x="824353" y="233057"/>
                  </a:lnTo>
                  <a:lnTo>
                    <a:pt x="820785" y="233023"/>
                  </a:lnTo>
                  <a:lnTo>
                    <a:pt x="817216" y="232990"/>
                  </a:lnTo>
                  <a:lnTo>
                    <a:pt x="813648" y="232985"/>
                  </a:lnTo>
                  <a:lnTo>
                    <a:pt x="810079" y="233009"/>
                  </a:lnTo>
                  <a:lnTo>
                    <a:pt x="806510" y="232794"/>
                  </a:lnTo>
                  <a:lnTo>
                    <a:pt x="802942" y="232573"/>
                  </a:lnTo>
                  <a:lnTo>
                    <a:pt x="799373" y="232360"/>
                  </a:lnTo>
                  <a:lnTo>
                    <a:pt x="795804" y="232435"/>
                  </a:lnTo>
                  <a:lnTo>
                    <a:pt x="792236" y="232360"/>
                  </a:lnTo>
                  <a:lnTo>
                    <a:pt x="788667" y="231962"/>
                  </a:lnTo>
                  <a:lnTo>
                    <a:pt x="785098" y="231560"/>
                  </a:lnTo>
                  <a:lnTo>
                    <a:pt x="781530" y="231411"/>
                  </a:lnTo>
                  <a:lnTo>
                    <a:pt x="777961" y="231439"/>
                  </a:lnTo>
                  <a:lnTo>
                    <a:pt x="774393" y="231211"/>
                  </a:lnTo>
                  <a:lnTo>
                    <a:pt x="770824" y="230852"/>
                  </a:lnTo>
                  <a:lnTo>
                    <a:pt x="767255" y="230667"/>
                  </a:lnTo>
                  <a:lnTo>
                    <a:pt x="763687" y="230649"/>
                  </a:lnTo>
                  <a:lnTo>
                    <a:pt x="760118" y="230631"/>
                  </a:lnTo>
                  <a:lnTo>
                    <a:pt x="756549" y="230183"/>
                  </a:lnTo>
                  <a:lnTo>
                    <a:pt x="752981" y="230012"/>
                  </a:lnTo>
                  <a:lnTo>
                    <a:pt x="749412" y="230057"/>
                  </a:lnTo>
                  <a:lnTo>
                    <a:pt x="745844" y="230006"/>
                  </a:lnTo>
                  <a:lnTo>
                    <a:pt x="742275" y="229685"/>
                  </a:lnTo>
                  <a:lnTo>
                    <a:pt x="738706" y="229572"/>
                  </a:lnTo>
                  <a:lnTo>
                    <a:pt x="735138" y="229459"/>
                  </a:lnTo>
                  <a:lnTo>
                    <a:pt x="731569" y="229327"/>
                  </a:lnTo>
                  <a:lnTo>
                    <a:pt x="728000" y="229001"/>
                  </a:lnTo>
                  <a:lnTo>
                    <a:pt x="724432" y="228913"/>
                  </a:lnTo>
                  <a:lnTo>
                    <a:pt x="720863" y="228705"/>
                  </a:lnTo>
                  <a:lnTo>
                    <a:pt x="717294" y="228655"/>
                  </a:lnTo>
                  <a:lnTo>
                    <a:pt x="713726" y="228741"/>
                  </a:lnTo>
                  <a:lnTo>
                    <a:pt x="710157" y="228407"/>
                  </a:lnTo>
                  <a:lnTo>
                    <a:pt x="706589" y="228064"/>
                  </a:lnTo>
                  <a:lnTo>
                    <a:pt x="703020" y="227719"/>
                  </a:lnTo>
                  <a:lnTo>
                    <a:pt x="699451" y="227724"/>
                  </a:lnTo>
                  <a:lnTo>
                    <a:pt x="695883" y="227745"/>
                  </a:lnTo>
                  <a:lnTo>
                    <a:pt x="692314" y="227742"/>
                  </a:lnTo>
                  <a:lnTo>
                    <a:pt x="688745" y="227487"/>
                  </a:lnTo>
                  <a:lnTo>
                    <a:pt x="685177" y="227435"/>
                  </a:lnTo>
                  <a:lnTo>
                    <a:pt x="681608" y="227257"/>
                  </a:lnTo>
                  <a:lnTo>
                    <a:pt x="678040" y="227030"/>
                  </a:lnTo>
                  <a:lnTo>
                    <a:pt x="674471" y="226945"/>
                  </a:lnTo>
                  <a:lnTo>
                    <a:pt x="670902" y="226585"/>
                  </a:lnTo>
                  <a:lnTo>
                    <a:pt x="667334" y="226352"/>
                  </a:lnTo>
                  <a:lnTo>
                    <a:pt x="663765" y="226127"/>
                  </a:lnTo>
                  <a:lnTo>
                    <a:pt x="660196" y="226130"/>
                  </a:lnTo>
                  <a:lnTo>
                    <a:pt x="656628" y="225885"/>
                  </a:lnTo>
                  <a:lnTo>
                    <a:pt x="653059" y="225484"/>
                  </a:lnTo>
                  <a:lnTo>
                    <a:pt x="649490" y="225494"/>
                  </a:lnTo>
                  <a:lnTo>
                    <a:pt x="645922" y="225598"/>
                  </a:lnTo>
                  <a:lnTo>
                    <a:pt x="642353" y="225711"/>
                  </a:lnTo>
                  <a:lnTo>
                    <a:pt x="638785" y="225811"/>
                  </a:lnTo>
                  <a:lnTo>
                    <a:pt x="635216" y="225466"/>
                  </a:lnTo>
                  <a:lnTo>
                    <a:pt x="631647" y="225282"/>
                  </a:lnTo>
                  <a:lnTo>
                    <a:pt x="628079" y="225302"/>
                  </a:lnTo>
                  <a:lnTo>
                    <a:pt x="624510" y="225256"/>
                  </a:lnTo>
                  <a:lnTo>
                    <a:pt x="620941" y="225350"/>
                  </a:lnTo>
                  <a:lnTo>
                    <a:pt x="617373" y="225250"/>
                  </a:lnTo>
                  <a:lnTo>
                    <a:pt x="613804" y="225392"/>
                  </a:lnTo>
                  <a:lnTo>
                    <a:pt x="610236" y="225404"/>
                  </a:lnTo>
                  <a:lnTo>
                    <a:pt x="606667" y="225452"/>
                  </a:lnTo>
                  <a:lnTo>
                    <a:pt x="603098" y="225344"/>
                  </a:lnTo>
                  <a:lnTo>
                    <a:pt x="599530" y="225185"/>
                  </a:lnTo>
                  <a:lnTo>
                    <a:pt x="595961" y="225121"/>
                  </a:lnTo>
                  <a:lnTo>
                    <a:pt x="592392" y="225015"/>
                  </a:lnTo>
                  <a:lnTo>
                    <a:pt x="588824" y="224908"/>
                  </a:lnTo>
                  <a:lnTo>
                    <a:pt x="585255" y="224811"/>
                  </a:lnTo>
                  <a:lnTo>
                    <a:pt x="581686" y="224726"/>
                  </a:lnTo>
                  <a:lnTo>
                    <a:pt x="578118" y="224557"/>
                  </a:lnTo>
                  <a:lnTo>
                    <a:pt x="574549" y="224446"/>
                  </a:lnTo>
                  <a:lnTo>
                    <a:pt x="570981" y="224334"/>
                  </a:lnTo>
                  <a:lnTo>
                    <a:pt x="567412" y="224219"/>
                  </a:lnTo>
                  <a:lnTo>
                    <a:pt x="563843" y="223988"/>
                  </a:lnTo>
                  <a:lnTo>
                    <a:pt x="560275" y="223739"/>
                  </a:lnTo>
                  <a:lnTo>
                    <a:pt x="556706" y="223495"/>
                  </a:lnTo>
                  <a:lnTo>
                    <a:pt x="553137" y="223286"/>
                  </a:lnTo>
                  <a:lnTo>
                    <a:pt x="549569" y="223054"/>
                  </a:lnTo>
                  <a:lnTo>
                    <a:pt x="546000" y="222951"/>
                  </a:lnTo>
                  <a:lnTo>
                    <a:pt x="542432" y="222836"/>
                  </a:lnTo>
                  <a:lnTo>
                    <a:pt x="538863" y="222711"/>
                  </a:lnTo>
                  <a:lnTo>
                    <a:pt x="535294" y="222745"/>
                  </a:lnTo>
                  <a:lnTo>
                    <a:pt x="531726" y="222587"/>
                  </a:lnTo>
                  <a:lnTo>
                    <a:pt x="528157" y="222956"/>
                  </a:lnTo>
                  <a:lnTo>
                    <a:pt x="524588" y="222909"/>
                  </a:lnTo>
                  <a:lnTo>
                    <a:pt x="521020" y="222762"/>
                  </a:lnTo>
                  <a:lnTo>
                    <a:pt x="517451" y="222678"/>
                  </a:lnTo>
                  <a:lnTo>
                    <a:pt x="513882" y="222888"/>
                  </a:lnTo>
                  <a:lnTo>
                    <a:pt x="510314" y="222955"/>
                  </a:lnTo>
                  <a:lnTo>
                    <a:pt x="506745" y="223100"/>
                  </a:lnTo>
                  <a:lnTo>
                    <a:pt x="503177" y="223179"/>
                  </a:lnTo>
                  <a:lnTo>
                    <a:pt x="499608" y="223382"/>
                  </a:lnTo>
                  <a:lnTo>
                    <a:pt x="496039" y="223059"/>
                  </a:lnTo>
                  <a:lnTo>
                    <a:pt x="492471" y="222881"/>
                  </a:lnTo>
                  <a:lnTo>
                    <a:pt x="488902" y="222824"/>
                  </a:lnTo>
                  <a:lnTo>
                    <a:pt x="485333" y="223124"/>
                  </a:lnTo>
                  <a:lnTo>
                    <a:pt x="481765" y="223159"/>
                  </a:lnTo>
                  <a:lnTo>
                    <a:pt x="478196" y="223134"/>
                  </a:lnTo>
                  <a:lnTo>
                    <a:pt x="474628" y="223438"/>
                  </a:lnTo>
                  <a:lnTo>
                    <a:pt x="471059" y="223558"/>
                  </a:lnTo>
                  <a:lnTo>
                    <a:pt x="467490" y="223634"/>
                  </a:lnTo>
                  <a:lnTo>
                    <a:pt x="463922" y="223756"/>
                  </a:lnTo>
                  <a:lnTo>
                    <a:pt x="460353" y="224220"/>
                  </a:lnTo>
                  <a:lnTo>
                    <a:pt x="456784" y="224212"/>
                  </a:lnTo>
                  <a:lnTo>
                    <a:pt x="453216" y="224063"/>
                  </a:lnTo>
                  <a:lnTo>
                    <a:pt x="449647" y="224252"/>
                  </a:lnTo>
                  <a:lnTo>
                    <a:pt x="446078" y="224582"/>
                  </a:lnTo>
                  <a:lnTo>
                    <a:pt x="442510" y="224505"/>
                  </a:lnTo>
                  <a:lnTo>
                    <a:pt x="438941" y="224337"/>
                  </a:lnTo>
                  <a:lnTo>
                    <a:pt x="435373" y="224490"/>
                  </a:lnTo>
                  <a:lnTo>
                    <a:pt x="431804" y="224910"/>
                  </a:lnTo>
                  <a:lnTo>
                    <a:pt x="428235" y="225454"/>
                  </a:lnTo>
                  <a:lnTo>
                    <a:pt x="424667" y="225507"/>
                  </a:lnTo>
                  <a:lnTo>
                    <a:pt x="421098" y="225431"/>
                  </a:lnTo>
                  <a:lnTo>
                    <a:pt x="417529" y="225562"/>
                  </a:lnTo>
                  <a:lnTo>
                    <a:pt x="413961" y="225794"/>
                  </a:lnTo>
                  <a:lnTo>
                    <a:pt x="410392" y="225998"/>
                  </a:lnTo>
                  <a:lnTo>
                    <a:pt x="406824" y="226130"/>
                  </a:lnTo>
                  <a:lnTo>
                    <a:pt x="403255" y="226551"/>
                  </a:lnTo>
                  <a:lnTo>
                    <a:pt x="399686" y="226795"/>
                  </a:lnTo>
                  <a:lnTo>
                    <a:pt x="396118" y="227053"/>
                  </a:lnTo>
                  <a:lnTo>
                    <a:pt x="392549" y="227527"/>
                  </a:lnTo>
                  <a:lnTo>
                    <a:pt x="388980" y="227769"/>
                  </a:lnTo>
                  <a:lnTo>
                    <a:pt x="385412" y="228092"/>
                  </a:lnTo>
                  <a:lnTo>
                    <a:pt x="381843" y="228133"/>
                  </a:lnTo>
                  <a:lnTo>
                    <a:pt x="378274" y="228272"/>
                  </a:lnTo>
                  <a:lnTo>
                    <a:pt x="374706" y="228425"/>
                  </a:lnTo>
                  <a:lnTo>
                    <a:pt x="371137" y="228622"/>
                  </a:lnTo>
                  <a:lnTo>
                    <a:pt x="367569" y="228735"/>
                  </a:lnTo>
                  <a:lnTo>
                    <a:pt x="364000" y="228908"/>
                  </a:lnTo>
                  <a:lnTo>
                    <a:pt x="360431" y="229253"/>
                  </a:lnTo>
                  <a:lnTo>
                    <a:pt x="356863" y="229250"/>
                  </a:lnTo>
                  <a:lnTo>
                    <a:pt x="353294" y="229244"/>
                  </a:lnTo>
                  <a:lnTo>
                    <a:pt x="349725" y="229418"/>
                  </a:lnTo>
                  <a:lnTo>
                    <a:pt x="346157" y="229682"/>
                  </a:lnTo>
                  <a:lnTo>
                    <a:pt x="342588" y="229988"/>
                  </a:lnTo>
                  <a:lnTo>
                    <a:pt x="339020" y="230292"/>
                  </a:lnTo>
                  <a:lnTo>
                    <a:pt x="335451" y="230780"/>
                  </a:lnTo>
                  <a:lnTo>
                    <a:pt x="331882" y="231178"/>
                  </a:lnTo>
                  <a:lnTo>
                    <a:pt x="328314" y="231480"/>
                  </a:lnTo>
                  <a:lnTo>
                    <a:pt x="324745" y="231745"/>
                  </a:lnTo>
                  <a:lnTo>
                    <a:pt x="321176" y="231982"/>
                  </a:lnTo>
                  <a:lnTo>
                    <a:pt x="317608" y="232271"/>
                  </a:lnTo>
                  <a:lnTo>
                    <a:pt x="314039" y="232663"/>
                  </a:lnTo>
                  <a:lnTo>
                    <a:pt x="310470" y="232905"/>
                  </a:lnTo>
                  <a:lnTo>
                    <a:pt x="306902" y="233148"/>
                  </a:lnTo>
                  <a:lnTo>
                    <a:pt x="303333" y="233521"/>
                  </a:lnTo>
                  <a:lnTo>
                    <a:pt x="299765" y="233888"/>
                  </a:lnTo>
                  <a:lnTo>
                    <a:pt x="296196" y="234147"/>
                  </a:lnTo>
                  <a:lnTo>
                    <a:pt x="292627" y="234630"/>
                  </a:lnTo>
                  <a:lnTo>
                    <a:pt x="289059" y="235135"/>
                  </a:lnTo>
                  <a:lnTo>
                    <a:pt x="285490" y="235496"/>
                  </a:lnTo>
                  <a:lnTo>
                    <a:pt x="281921" y="235831"/>
                  </a:lnTo>
                  <a:lnTo>
                    <a:pt x="278353" y="236083"/>
                  </a:lnTo>
                  <a:lnTo>
                    <a:pt x="274784" y="236486"/>
                  </a:lnTo>
                  <a:lnTo>
                    <a:pt x="271216" y="237018"/>
                  </a:lnTo>
                  <a:lnTo>
                    <a:pt x="267647" y="237401"/>
                  </a:lnTo>
                  <a:lnTo>
                    <a:pt x="264078" y="237993"/>
                  </a:lnTo>
                  <a:lnTo>
                    <a:pt x="260510" y="238555"/>
                  </a:lnTo>
                  <a:lnTo>
                    <a:pt x="256941" y="239248"/>
                  </a:lnTo>
                  <a:lnTo>
                    <a:pt x="253372" y="239695"/>
                  </a:lnTo>
                  <a:lnTo>
                    <a:pt x="249804" y="239932"/>
                  </a:lnTo>
                  <a:lnTo>
                    <a:pt x="246235" y="240607"/>
                  </a:lnTo>
                  <a:lnTo>
                    <a:pt x="242666" y="241029"/>
                  </a:lnTo>
                  <a:lnTo>
                    <a:pt x="239098" y="241791"/>
                  </a:lnTo>
                  <a:lnTo>
                    <a:pt x="235529" y="242174"/>
                  </a:lnTo>
                  <a:lnTo>
                    <a:pt x="231961" y="242557"/>
                  </a:lnTo>
                  <a:lnTo>
                    <a:pt x="228392" y="243170"/>
                  </a:lnTo>
                  <a:lnTo>
                    <a:pt x="224823" y="243351"/>
                  </a:lnTo>
                  <a:lnTo>
                    <a:pt x="221255" y="244070"/>
                  </a:lnTo>
                  <a:lnTo>
                    <a:pt x="217686" y="244784"/>
                  </a:lnTo>
                  <a:lnTo>
                    <a:pt x="214117" y="245096"/>
                  </a:lnTo>
                  <a:lnTo>
                    <a:pt x="210549" y="245555"/>
                  </a:lnTo>
                  <a:lnTo>
                    <a:pt x="206980" y="246124"/>
                  </a:lnTo>
                  <a:lnTo>
                    <a:pt x="203412" y="246629"/>
                  </a:lnTo>
                  <a:lnTo>
                    <a:pt x="199843" y="247175"/>
                  </a:lnTo>
                  <a:lnTo>
                    <a:pt x="196274" y="247782"/>
                  </a:lnTo>
                  <a:lnTo>
                    <a:pt x="192706" y="248329"/>
                  </a:lnTo>
                  <a:lnTo>
                    <a:pt x="189137" y="248780"/>
                  </a:lnTo>
                  <a:lnTo>
                    <a:pt x="185568" y="249321"/>
                  </a:lnTo>
                  <a:lnTo>
                    <a:pt x="182000" y="249861"/>
                  </a:lnTo>
                  <a:lnTo>
                    <a:pt x="178431" y="250397"/>
                  </a:lnTo>
                  <a:lnTo>
                    <a:pt x="174862" y="250938"/>
                  </a:lnTo>
                  <a:lnTo>
                    <a:pt x="171294" y="251580"/>
                  </a:lnTo>
                  <a:lnTo>
                    <a:pt x="167725" y="252175"/>
                  </a:lnTo>
                  <a:lnTo>
                    <a:pt x="164157" y="252703"/>
                  </a:lnTo>
                  <a:lnTo>
                    <a:pt x="160588" y="253084"/>
                  </a:lnTo>
                  <a:lnTo>
                    <a:pt x="157019" y="253462"/>
                  </a:lnTo>
                  <a:lnTo>
                    <a:pt x="153451" y="254212"/>
                  </a:lnTo>
                  <a:lnTo>
                    <a:pt x="149882" y="254911"/>
                  </a:lnTo>
                  <a:lnTo>
                    <a:pt x="146313" y="255288"/>
                  </a:lnTo>
                  <a:lnTo>
                    <a:pt x="142745" y="256009"/>
                  </a:lnTo>
                  <a:lnTo>
                    <a:pt x="139176" y="256619"/>
                  </a:lnTo>
                  <a:lnTo>
                    <a:pt x="135608" y="257062"/>
                  </a:lnTo>
                  <a:lnTo>
                    <a:pt x="132039" y="257602"/>
                  </a:lnTo>
                  <a:lnTo>
                    <a:pt x="128470" y="257996"/>
                  </a:lnTo>
                  <a:lnTo>
                    <a:pt x="124902" y="258508"/>
                  </a:lnTo>
                  <a:lnTo>
                    <a:pt x="121333" y="259102"/>
                  </a:lnTo>
                  <a:lnTo>
                    <a:pt x="117764" y="259576"/>
                  </a:lnTo>
                  <a:lnTo>
                    <a:pt x="114196" y="260010"/>
                  </a:lnTo>
                  <a:lnTo>
                    <a:pt x="110627" y="260438"/>
                  </a:lnTo>
                  <a:lnTo>
                    <a:pt x="107058" y="261226"/>
                  </a:lnTo>
                  <a:lnTo>
                    <a:pt x="103490" y="261685"/>
                  </a:lnTo>
                  <a:lnTo>
                    <a:pt x="99921" y="262108"/>
                  </a:lnTo>
                  <a:lnTo>
                    <a:pt x="96353" y="262646"/>
                  </a:lnTo>
                  <a:lnTo>
                    <a:pt x="92784" y="263288"/>
                  </a:lnTo>
                  <a:lnTo>
                    <a:pt x="89215" y="263951"/>
                  </a:lnTo>
                  <a:lnTo>
                    <a:pt x="85647" y="264612"/>
                  </a:lnTo>
                  <a:lnTo>
                    <a:pt x="82078" y="265380"/>
                  </a:lnTo>
                  <a:lnTo>
                    <a:pt x="78509" y="266142"/>
                  </a:lnTo>
                  <a:lnTo>
                    <a:pt x="74941" y="266901"/>
                  </a:lnTo>
                  <a:lnTo>
                    <a:pt x="71372" y="267633"/>
                  </a:lnTo>
                  <a:lnTo>
                    <a:pt x="67804" y="268149"/>
                  </a:lnTo>
                  <a:lnTo>
                    <a:pt x="64235" y="268828"/>
                  </a:lnTo>
                  <a:lnTo>
                    <a:pt x="60666" y="269428"/>
                  </a:lnTo>
                  <a:lnTo>
                    <a:pt x="57098" y="270043"/>
                  </a:lnTo>
                  <a:lnTo>
                    <a:pt x="53529" y="270719"/>
                  </a:lnTo>
                  <a:lnTo>
                    <a:pt x="49960" y="271463"/>
                  </a:lnTo>
                  <a:lnTo>
                    <a:pt x="46392" y="271957"/>
                  </a:lnTo>
                  <a:lnTo>
                    <a:pt x="42823" y="272624"/>
                  </a:lnTo>
                  <a:lnTo>
                    <a:pt x="39254" y="273209"/>
                  </a:lnTo>
                  <a:lnTo>
                    <a:pt x="35686" y="273957"/>
                  </a:lnTo>
                  <a:lnTo>
                    <a:pt x="32117" y="274453"/>
                  </a:lnTo>
                  <a:lnTo>
                    <a:pt x="28549" y="275110"/>
                  </a:lnTo>
                  <a:lnTo>
                    <a:pt x="24980" y="275721"/>
                  </a:lnTo>
                  <a:lnTo>
                    <a:pt x="21411" y="276429"/>
                  </a:lnTo>
                  <a:lnTo>
                    <a:pt x="17843" y="276856"/>
                  </a:lnTo>
                  <a:lnTo>
                    <a:pt x="14274" y="277368"/>
                  </a:lnTo>
                  <a:lnTo>
                    <a:pt x="10705" y="277951"/>
                  </a:lnTo>
                  <a:lnTo>
                    <a:pt x="7137" y="278508"/>
                  </a:lnTo>
                  <a:lnTo>
                    <a:pt x="3568" y="279302"/>
                  </a:lnTo>
                  <a:lnTo>
                    <a:pt x="0" y="279684"/>
                  </a:lnTo>
                  <a:close/>
                </a:path>
              </a:pathLst>
            </a:custGeom>
            <a:solidFill>
              <a:srgbClr val="0072B2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312246" y="4976408"/>
              <a:ext cx="852902" cy="121128"/>
            </a:xfrm>
            <a:custGeom>
              <a:avLst/>
              <a:pathLst>
                <a:path w="852902" h="121128">
                  <a:moveTo>
                    <a:pt x="0" y="111164"/>
                  </a:moveTo>
                  <a:lnTo>
                    <a:pt x="3568" y="111473"/>
                  </a:lnTo>
                  <a:lnTo>
                    <a:pt x="7137" y="111937"/>
                  </a:lnTo>
                  <a:lnTo>
                    <a:pt x="10705" y="112128"/>
                  </a:lnTo>
                  <a:lnTo>
                    <a:pt x="14274" y="112418"/>
                  </a:lnTo>
                  <a:lnTo>
                    <a:pt x="17843" y="112985"/>
                  </a:lnTo>
                  <a:lnTo>
                    <a:pt x="21411" y="113335"/>
                  </a:lnTo>
                  <a:lnTo>
                    <a:pt x="24980" y="113618"/>
                  </a:lnTo>
                  <a:lnTo>
                    <a:pt x="28549" y="113936"/>
                  </a:lnTo>
                  <a:lnTo>
                    <a:pt x="32117" y="114088"/>
                  </a:lnTo>
                  <a:lnTo>
                    <a:pt x="35686" y="114492"/>
                  </a:lnTo>
                  <a:lnTo>
                    <a:pt x="39254" y="114510"/>
                  </a:lnTo>
                  <a:lnTo>
                    <a:pt x="42823" y="114765"/>
                  </a:lnTo>
                  <a:lnTo>
                    <a:pt x="46392" y="115314"/>
                  </a:lnTo>
                  <a:lnTo>
                    <a:pt x="49960" y="115734"/>
                  </a:lnTo>
                  <a:lnTo>
                    <a:pt x="53529" y="116144"/>
                  </a:lnTo>
                  <a:lnTo>
                    <a:pt x="57098" y="116205"/>
                  </a:lnTo>
                  <a:lnTo>
                    <a:pt x="60666" y="116406"/>
                  </a:lnTo>
                  <a:lnTo>
                    <a:pt x="64235" y="116352"/>
                  </a:lnTo>
                  <a:lnTo>
                    <a:pt x="67804" y="116589"/>
                  </a:lnTo>
                  <a:lnTo>
                    <a:pt x="71372" y="117360"/>
                  </a:lnTo>
                  <a:lnTo>
                    <a:pt x="74941" y="117690"/>
                  </a:lnTo>
                  <a:lnTo>
                    <a:pt x="78509" y="118194"/>
                  </a:lnTo>
                  <a:lnTo>
                    <a:pt x="82078" y="118239"/>
                  </a:lnTo>
                  <a:lnTo>
                    <a:pt x="85647" y="118569"/>
                  </a:lnTo>
                  <a:lnTo>
                    <a:pt x="89215" y="118626"/>
                  </a:lnTo>
                  <a:lnTo>
                    <a:pt x="92784" y="118658"/>
                  </a:lnTo>
                  <a:lnTo>
                    <a:pt x="96353" y="118689"/>
                  </a:lnTo>
                  <a:lnTo>
                    <a:pt x="99921" y="118721"/>
                  </a:lnTo>
                  <a:lnTo>
                    <a:pt x="103490" y="118760"/>
                  </a:lnTo>
                  <a:lnTo>
                    <a:pt x="107058" y="119125"/>
                  </a:lnTo>
                  <a:lnTo>
                    <a:pt x="110627" y="119009"/>
                  </a:lnTo>
                  <a:lnTo>
                    <a:pt x="114196" y="118889"/>
                  </a:lnTo>
                  <a:lnTo>
                    <a:pt x="117764" y="118849"/>
                  </a:lnTo>
                  <a:lnTo>
                    <a:pt x="121333" y="118815"/>
                  </a:lnTo>
                  <a:lnTo>
                    <a:pt x="124902" y="119061"/>
                  </a:lnTo>
                  <a:lnTo>
                    <a:pt x="128470" y="119312"/>
                  </a:lnTo>
                  <a:lnTo>
                    <a:pt x="132039" y="119568"/>
                  </a:lnTo>
                  <a:lnTo>
                    <a:pt x="135608" y="119818"/>
                  </a:lnTo>
                  <a:lnTo>
                    <a:pt x="139176" y="119841"/>
                  </a:lnTo>
                  <a:lnTo>
                    <a:pt x="142745" y="120038"/>
                  </a:lnTo>
                  <a:lnTo>
                    <a:pt x="146313" y="120275"/>
                  </a:lnTo>
                  <a:lnTo>
                    <a:pt x="149882" y="120566"/>
                  </a:lnTo>
                  <a:lnTo>
                    <a:pt x="153451" y="120880"/>
                  </a:lnTo>
                  <a:lnTo>
                    <a:pt x="157019" y="121128"/>
                  </a:lnTo>
                  <a:lnTo>
                    <a:pt x="160588" y="121105"/>
                  </a:lnTo>
                  <a:lnTo>
                    <a:pt x="164157" y="120836"/>
                  </a:lnTo>
                  <a:lnTo>
                    <a:pt x="167725" y="120590"/>
                  </a:lnTo>
                  <a:lnTo>
                    <a:pt x="171294" y="120345"/>
                  </a:lnTo>
                  <a:lnTo>
                    <a:pt x="174862" y="120099"/>
                  </a:lnTo>
                  <a:lnTo>
                    <a:pt x="178431" y="119963"/>
                  </a:lnTo>
                  <a:lnTo>
                    <a:pt x="182000" y="119981"/>
                  </a:lnTo>
                  <a:lnTo>
                    <a:pt x="185568" y="119974"/>
                  </a:lnTo>
                  <a:lnTo>
                    <a:pt x="189137" y="120011"/>
                  </a:lnTo>
                  <a:lnTo>
                    <a:pt x="192706" y="120033"/>
                  </a:lnTo>
                  <a:lnTo>
                    <a:pt x="196274" y="120170"/>
                  </a:lnTo>
                  <a:lnTo>
                    <a:pt x="199843" y="120171"/>
                  </a:lnTo>
                  <a:lnTo>
                    <a:pt x="203412" y="120285"/>
                  </a:lnTo>
                  <a:lnTo>
                    <a:pt x="206980" y="120363"/>
                  </a:lnTo>
                  <a:lnTo>
                    <a:pt x="210549" y="120384"/>
                  </a:lnTo>
                  <a:lnTo>
                    <a:pt x="214117" y="120305"/>
                  </a:lnTo>
                  <a:lnTo>
                    <a:pt x="217686" y="120316"/>
                  </a:lnTo>
                  <a:lnTo>
                    <a:pt x="221255" y="120132"/>
                  </a:lnTo>
                  <a:lnTo>
                    <a:pt x="224823" y="120179"/>
                  </a:lnTo>
                  <a:lnTo>
                    <a:pt x="228392" y="120198"/>
                  </a:lnTo>
                  <a:lnTo>
                    <a:pt x="231961" y="120218"/>
                  </a:lnTo>
                  <a:lnTo>
                    <a:pt x="235529" y="119904"/>
                  </a:lnTo>
                  <a:lnTo>
                    <a:pt x="239098" y="119563"/>
                  </a:lnTo>
                  <a:lnTo>
                    <a:pt x="242666" y="119513"/>
                  </a:lnTo>
                  <a:lnTo>
                    <a:pt x="246235" y="119353"/>
                  </a:lnTo>
                  <a:lnTo>
                    <a:pt x="249804" y="119211"/>
                  </a:lnTo>
                  <a:lnTo>
                    <a:pt x="253372" y="119311"/>
                  </a:lnTo>
                  <a:lnTo>
                    <a:pt x="256941" y="119186"/>
                  </a:lnTo>
                  <a:lnTo>
                    <a:pt x="260510" y="119124"/>
                  </a:lnTo>
                  <a:lnTo>
                    <a:pt x="264078" y="118850"/>
                  </a:lnTo>
                  <a:lnTo>
                    <a:pt x="267647" y="118617"/>
                  </a:lnTo>
                  <a:lnTo>
                    <a:pt x="271216" y="118440"/>
                  </a:lnTo>
                  <a:lnTo>
                    <a:pt x="274784" y="118249"/>
                  </a:lnTo>
                  <a:lnTo>
                    <a:pt x="278353" y="118039"/>
                  </a:lnTo>
                  <a:lnTo>
                    <a:pt x="281921" y="117714"/>
                  </a:lnTo>
                  <a:lnTo>
                    <a:pt x="285490" y="117329"/>
                  </a:lnTo>
                  <a:lnTo>
                    <a:pt x="289059" y="116982"/>
                  </a:lnTo>
                  <a:lnTo>
                    <a:pt x="292627" y="116631"/>
                  </a:lnTo>
                  <a:lnTo>
                    <a:pt x="296196" y="116351"/>
                  </a:lnTo>
                  <a:lnTo>
                    <a:pt x="299765" y="116071"/>
                  </a:lnTo>
                  <a:lnTo>
                    <a:pt x="303333" y="115689"/>
                  </a:lnTo>
                  <a:lnTo>
                    <a:pt x="306902" y="115516"/>
                  </a:lnTo>
                  <a:lnTo>
                    <a:pt x="310470" y="115356"/>
                  </a:lnTo>
                  <a:lnTo>
                    <a:pt x="314039" y="115282"/>
                  </a:lnTo>
                  <a:lnTo>
                    <a:pt x="317608" y="114774"/>
                  </a:lnTo>
                  <a:lnTo>
                    <a:pt x="321176" y="114749"/>
                  </a:lnTo>
                  <a:lnTo>
                    <a:pt x="324745" y="114703"/>
                  </a:lnTo>
                  <a:lnTo>
                    <a:pt x="328314" y="114539"/>
                  </a:lnTo>
                  <a:lnTo>
                    <a:pt x="331882" y="114747"/>
                  </a:lnTo>
                  <a:lnTo>
                    <a:pt x="335451" y="114454"/>
                  </a:lnTo>
                  <a:lnTo>
                    <a:pt x="339020" y="114117"/>
                  </a:lnTo>
                  <a:lnTo>
                    <a:pt x="342588" y="113943"/>
                  </a:lnTo>
                  <a:lnTo>
                    <a:pt x="346157" y="113683"/>
                  </a:lnTo>
                  <a:lnTo>
                    <a:pt x="349725" y="113162"/>
                  </a:lnTo>
                  <a:lnTo>
                    <a:pt x="353294" y="112957"/>
                  </a:lnTo>
                  <a:lnTo>
                    <a:pt x="356863" y="112610"/>
                  </a:lnTo>
                  <a:lnTo>
                    <a:pt x="360431" y="112333"/>
                  </a:lnTo>
                  <a:lnTo>
                    <a:pt x="364000" y="112328"/>
                  </a:lnTo>
                  <a:lnTo>
                    <a:pt x="367569" y="112065"/>
                  </a:lnTo>
                  <a:lnTo>
                    <a:pt x="371137" y="111676"/>
                  </a:lnTo>
                  <a:lnTo>
                    <a:pt x="374706" y="111628"/>
                  </a:lnTo>
                  <a:lnTo>
                    <a:pt x="378274" y="111099"/>
                  </a:lnTo>
                  <a:lnTo>
                    <a:pt x="381843" y="110541"/>
                  </a:lnTo>
                  <a:lnTo>
                    <a:pt x="385412" y="110047"/>
                  </a:lnTo>
                  <a:lnTo>
                    <a:pt x="388980" y="109511"/>
                  </a:lnTo>
                  <a:lnTo>
                    <a:pt x="392549" y="108984"/>
                  </a:lnTo>
                  <a:lnTo>
                    <a:pt x="396118" y="108545"/>
                  </a:lnTo>
                  <a:lnTo>
                    <a:pt x="399686" y="108357"/>
                  </a:lnTo>
                  <a:lnTo>
                    <a:pt x="403255" y="108053"/>
                  </a:lnTo>
                  <a:lnTo>
                    <a:pt x="406824" y="107676"/>
                  </a:lnTo>
                  <a:lnTo>
                    <a:pt x="410392" y="107349"/>
                  </a:lnTo>
                  <a:lnTo>
                    <a:pt x="413961" y="107134"/>
                  </a:lnTo>
                  <a:lnTo>
                    <a:pt x="417529" y="106556"/>
                  </a:lnTo>
                  <a:lnTo>
                    <a:pt x="421098" y="106120"/>
                  </a:lnTo>
                  <a:lnTo>
                    <a:pt x="424667" y="105817"/>
                  </a:lnTo>
                  <a:lnTo>
                    <a:pt x="428235" y="105226"/>
                  </a:lnTo>
                  <a:lnTo>
                    <a:pt x="431804" y="104593"/>
                  </a:lnTo>
                  <a:lnTo>
                    <a:pt x="435373" y="104064"/>
                  </a:lnTo>
                  <a:lnTo>
                    <a:pt x="438941" y="103407"/>
                  </a:lnTo>
                  <a:lnTo>
                    <a:pt x="442510" y="102781"/>
                  </a:lnTo>
                  <a:lnTo>
                    <a:pt x="446078" y="102399"/>
                  </a:lnTo>
                  <a:lnTo>
                    <a:pt x="449647" y="101597"/>
                  </a:lnTo>
                  <a:lnTo>
                    <a:pt x="453216" y="100962"/>
                  </a:lnTo>
                  <a:lnTo>
                    <a:pt x="456784" y="100696"/>
                  </a:lnTo>
                  <a:lnTo>
                    <a:pt x="460353" y="100638"/>
                  </a:lnTo>
                  <a:lnTo>
                    <a:pt x="463922" y="100129"/>
                  </a:lnTo>
                  <a:lnTo>
                    <a:pt x="467490" y="99194"/>
                  </a:lnTo>
                  <a:lnTo>
                    <a:pt x="471059" y="98520"/>
                  </a:lnTo>
                  <a:lnTo>
                    <a:pt x="474628" y="97748"/>
                  </a:lnTo>
                  <a:lnTo>
                    <a:pt x="478196" y="97274"/>
                  </a:lnTo>
                  <a:lnTo>
                    <a:pt x="481765" y="96418"/>
                  </a:lnTo>
                  <a:lnTo>
                    <a:pt x="485333" y="95560"/>
                  </a:lnTo>
                  <a:lnTo>
                    <a:pt x="488902" y="94943"/>
                  </a:lnTo>
                  <a:lnTo>
                    <a:pt x="492471" y="94182"/>
                  </a:lnTo>
                  <a:lnTo>
                    <a:pt x="496039" y="93470"/>
                  </a:lnTo>
                  <a:lnTo>
                    <a:pt x="499608" y="92924"/>
                  </a:lnTo>
                  <a:lnTo>
                    <a:pt x="503177" y="92030"/>
                  </a:lnTo>
                  <a:lnTo>
                    <a:pt x="506745" y="91804"/>
                  </a:lnTo>
                  <a:lnTo>
                    <a:pt x="510314" y="91098"/>
                  </a:lnTo>
                  <a:lnTo>
                    <a:pt x="513882" y="90285"/>
                  </a:lnTo>
                  <a:lnTo>
                    <a:pt x="517451" y="89590"/>
                  </a:lnTo>
                  <a:lnTo>
                    <a:pt x="521020" y="88876"/>
                  </a:lnTo>
                  <a:lnTo>
                    <a:pt x="524588" y="88320"/>
                  </a:lnTo>
                  <a:lnTo>
                    <a:pt x="528157" y="87802"/>
                  </a:lnTo>
                  <a:lnTo>
                    <a:pt x="531726" y="87230"/>
                  </a:lnTo>
                  <a:lnTo>
                    <a:pt x="535294" y="86687"/>
                  </a:lnTo>
                  <a:lnTo>
                    <a:pt x="538863" y="85766"/>
                  </a:lnTo>
                  <a:lnTo>
                    <a:pt x="542432" y="84917"/>
                  </a:lnTo>
                  <a:lnTo>
                    <a:pt x="546000" y="84389"/>
                  </a:lnTo>
                  <a:lnTo>
                    <a:pt x="549569" y="83551"/>
                  </a:lnTo>
                  <a:lnTo>
                    <a:pt x="553137" y="82661"/>
                  </a:lnTo>
                  <a:lnTo>
                    <a:pt x="556706" y="82108"/>
                  </a:lnTo>
                  <a:lnTo>
                    <a:pt x="560275" y="80811"/>
                  </a:lnTo>
                  <a:lnTo>
                    <a:pt x="563843" y="79565"/>
                  </a:lnTo>
                  <a:lnTo>
                    <a:pt x="567412" y="78707"/>
                  </a:lnTo>
                  <a:lnTo>
                    <a:pt x="570981" y="77809"/>
                  </a:lnTo>
                  <a:lnTo>
                    <a:pt x="574549" y="77176"/>
                  </a:lnTo>
                  <a:lnTo>
                    <a:pt x="578118" y="76085"/>
                  </a:lnTo>
                  <a:lnTo>
                    <a:pt x="581686" y="75317"/>
                  </a:lnTo>
                  <a:lnTo>
                    <a:pt x="585255" y="74347"/>
                  </a:lnTo>
                  <a:lnTo>
                    <a:pt x="588824" y="73384"/>
                  </a:lnTo>
                  <a:lnTo>
                    <a:pt x="592392" y="72566"/>
                  </a:lnTo>
                  <a:lnTo>
                    <a:pt x="595961" y="71767"/>
                  </a:lnTo>
                  <a:lnTo>
                    <a:pt x="599530" y="70837"/>
                  </a:lnTo>
                  <a:lnTo>
                    <a:pt x="603098" y="69877"/>
                  </a:lnTo>
                  <a:lnTo>
                    <a:pt x="606667" y="69172"/>
                  </a:lnTo>
                  <a:lnTo>
                    <a:pt x="610236" y="68310"/>
                  </a:lnTo>
                  <a:lnTo>
                    <a:pt x="613804" y="67534"/>
                  </a:lnTo>
                  <a:lnTo>
                    <a:pt x="617373" y="66701"/>
                  </a:lnTo>
                  <a:lnTo>
                    <a:pt x="620941" y="65781"/>
                  </a:lnTo>
                  <a:lnTo>
                    <a:pt x="624510" y="64847"/>
                  </a:lnTo>
                  <a:lnTo>
                    <a:pt x="628079" y="64105"/>
                  </a:lnTo>
                  <a:lnTo>
                    <a:pt x="631647" y="63174"/>
                  </a:lnTo>
                  <a:lnTo>
                    <a:pt x="635216" y="62240"/>
                  </a:lnTo>
                  <a:lnTo>
                    <a:pt x="638785" y="61319"/>
                  </a:lnTo>
                  <a:lnTo>
                    <a:pt x="642353" y="60364"/>
                  </a:lnTo>
                  <a:lnTo>
                    <a:pt x="645922" y="59244"/>
                  </a:lnTo>
                  <a:lnTo>
                    <a:pt x="649490" y="58176"/>
                  </a:lnTo>
                  <a:lnTo>
                    <a:pt x="653059" y="57278"/>
                  </a:lnTo>
                  <a:lnTo>
                    <a:pt x="656628" y="56103"/>
                  </a:lnTo>
                  <a:lnTo>
                    <a:pt x="660196" y="55355"/>
                  </a:lnTo>
                  <a:lnTo>
                    <a:pt x="663765" y="54717"/>
                  </a:lnTo>
                  <a:lnTo>
                    <a:pt x="667334" y="53948"/>
                  </a:lnTo>
                  <a:lnTo>
                    <a:pt x="670902" y="53253"/>
                  </a:lnTo>
                  <a:lnTo>
                    <a:pt x="674471" y="52561"/>
                  </a:lnTo>
                  <a:lnTo>
                    <a:pt x="678040" y="51262"/>
                  </a:lnTo>
                  <a:lnTo>
                    <a:pt x="681608" y="50030"/>
                  </a:lnTo>
                  <a:lnTo>
                    <a:pt x="685177" y="49082"/>
                  </a:lnTo>
                  <a:lnTo>
                    <a:pt x="688745" y="48063"/>
                  </a:lnTo>
                  <a:lnTo>
                    <a:pt x="692314" y="46696"/>
                  </a:lnTo>
                  <a:lnTo>
                    <a:pt x="695883" y="45883"/>
                  </a:lnTo>
                  <a:lnTo>
                    <a:pt x="699451" y="44811"/>
                  </a:lnTo>
                  <a:lnTo>
                    <a:pt x="703020" y="43765"/>
                  </a:lnTo>
                  <a:lnTo>
                    <a:pt x="706589" y="42518"/>
                  </a:lnTo>
                  <a:lnTo>
                    <a:pt x="710157" y="41378"/>
                  </a:lnTo>
                  <a:lnTo>
                    <a:pt x="713726" y="40239"/>
                  </a:lnTo>
                  <a:lnTo>
                    <a:pt x="717294" y="39329"/>
                  </a:lnTo>
                  <a:lnTo>
                    <a:pt x="720863" y="38426"/>
                  </a:lnTo>
                  <a:lnTo>
                    <a:pt x="724432" y="37523"/>
                  </a:lnTo>
                  <a:lnTo>
                    <a:pt x="728000" y="36619"/>
                  </a:lnTo>
                  <a:lnTo>
                    <a:pt x="731569" y="35714"/>
                  </a:lnTo>
                  <a:lnTo>
                    <a:pt x="735138" y="34438"/>
                  </a:lnTo>
                  <a:lnTo>
                    <a:pt x="738706" y="33160"/>
                  </a:lnTo>
                  <a:lnTo>
                    <a:pt x="742275" y="32190"/>
                  </a:lnTo>
                  <a:lnTo>
                    <a:pt x="745844" y="31343"/>
                  </a:lnTo>
                  <a:lnTo>
                    <a:pt x="749412" y="29973"/>
                  </a:lnTo>
                  <a:lnTo>
                    <a:pt x="752981" y="28700"/>
                  </a:lnTo>
                  <a:lnTo>
                    <a:pt x="756549" y="27444"/>
                  </a:lnTo>
                  <a:lnTo>
                    <a:pt x="760118" y="26511"/>
                  </a:lnTo>
                  <a:lnTo>
                    <a:pt x="763687" y="25577"/>
                  </a:lnTo>
                  <a:lnTo>
                    <a:pt x="767255" y="24644"/>
                  </a:lnTo>
                  <a:lnTo>
                    <a:pt x="770824" y="23718"/>
                  </a:lnTo>
                  <a:lnTo>
                    <a:pt x="774393" y="22572"/>
                  </a:lnTo>
                  <a:lnTo>
                    <a:pt x="777961" y="21116"/>
                  </a:lnTo>
                  <a:lnTo>
                    <a:pt x="781530" y="19659"/>
                  </a:lnTo>
                  <a:lnTo>
                    <a:pt x="785098" y="18597"/>
                  </a:lnTo>
                  <a:lnTo>
                    <a:pt x="788667" y="17612"/>
                  </a:lnTo>
                  <a:lnTo>
                    <a:pt x="792236" y="16244"/>
                  </a:lnTo>
                  <a:lnTo>
                    <a:pt x="795804" y="15342"/>
                  </a:lnTo>
                  <a:lnTo>
                    <a:pt x="799373" y="14366"/>
                  </a:lnTo>
                  <a:lnTo>
                    <a:pt x="802942" y="13473"/>
                  </a:lnTo>
                  <a:lnTo>
                    <a:pt x="806510" y="12463"/>
                  </a:lnTo>
                  <a:lnTo>
                    <a:pt x="810079" y="11646"/>
                  </a:lnTo>
                  <a:lnTo>
                    <a:pt x="813648" y="10645"/>
                  </a:lnTo>
                  <a:lnTo>
                    <a:pt x="817216" y="9727"/>
                  </a:lnTo>
                  <a:lnTo>
                    <a:pt x="820785" y="8732"/>
                  </a:lnTo>
                  <a:lnTo>
                    <a:pt x="824353" y="7560"/>
                  </a:lnTo>
                  <a:lnTo>
                    <a:pt x="827922" y="6793"/>
                  </a:lnTo>
                  <a:lnTo>
                    <a:pt x="831491" y="5634"/>
                  </a:lnTo>
                  <a:lnTo>
                    <a:pt x="835059" y="4827"/>
                  </a:lnTo>
                  <a:lnTo>
                    <a:pt x="838628" y="4020"/>
                  </a:lnTo>
                  <a:lnTo>
                    <a:pt x="842197" y="3212"/>
                  </a:lnTo>
                  <a:lnTo>
                    <a:pt x="845765" y="2170"/>
                  </a:lnTo>
                  <a:lnTo>
                    <a:pt x="849334" y="1177"/>
                  </a:lnTo>
                  <a:lnTo>
                    <a:pt x="85290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312246" y="5198995"/>
              <a:ext cx="852902" cy="57097"/>
            </a:xfrm>
            <a:custGeom>
              <a:avLst/>
              <a:pathLst>
                <a:path w="852902" h="57097">
                  <a:moveTo>
                    <a:pt x="852902" y="12585"/>
                  </a:moveTo>
                  <a:lnTo>
                    <a:pt x="849334" y="12332"/>
                  </a:lnTo>
                  <a:lnTo>
                    <a:pt x="845765" y="11984"/>
                  </a:lnTo>
                  <a:lnTo>
                    <a:pt x="842197" y="11868"/>
                  </a:lnTo>
                  <a:lnTo>
                    <a:pt x="838628" y="11570"/>
                  </a:lnTo>
                  <a:lnTo>
                    <a:pt x="835059" y="11267"/>
                  </a:lnTo>
                  <a:lnTo>
                    <a:pt x="831491" y="11039"/>
                  </a:lnTo>
                  <a:lnTo>
                    <a:pt x="827922" y="10776"/>
                  </a:lnTo>
                  <a:lnTo>
                    <a:pt x="824353" y="10469"/>
                  </a:lnTo>
                  <a:lnTo>
                    <a:pt x="820785" y="10435"/>
                  </a:lnTo>
                  <a:lnTo>
                    <a:pt x="817216" y="10402"/>
                  </a:lnTo>
                  <a:lnTo>
                    <a:pt x="813648" y="10397"/>
                  </a:lnTo>
                  <a:lnTo>
                    <a:pt x="810079" y="10422"/>
                  </a:lnTo>
                  <a:lnTo>
                    <a:pt x="806510" y="10206"/>
                  </a:lnTo>
                  <a:lnTo>
                    <a:pt x="802942" y="9985"/>
                  </a:lnTo>
                  <a:lnTo>
                    <a:pt x="799373" y="9773"/>
                  </a:lnTo>
                  <a:lnTo>
                    <a:pt x="795804" y="9848"/>
                  </a:lnTo>
                  <a:lnTo>
                    <a:pt x="792236" y="9772"/>
                  </a:lnTo>
                  <a:lnTo>
                    <a:pt x="788667" y="9374"/>
                  </a:lnTo>
                  <a:lnTo>
                    <a:pt x="785098" y="8972"/>
                  </a:lnTo>
                  <a:lnTo>
                    <a:pt x="781530" y="8823"/>
                  </a:lnTo>
                  <a:lnTo>
                    <a:pt x="777961" y="8851"/>
                  </a:lnTo>
                  <a:lnTo>
                    <a:pt x="774393" y="8623"/>
                  </a:lnTo>
                  <a:lnTo>
                    <a:pt x="770824" y="8264"/>
                  </a:lnTo>
                  <a:lnTo>
                    <a:pt x="767255" y="8079"/>
                  </a:lnTo>
                  <a:lnTo>
                    <a:pt x="763687" y="8062"/>
                  </a:lnTo>
                  <a:lnTo>
                    <a:pt x="760118" y="8043"/>
                  </a:lnTo>
                  <a:lnTo>
                    <a:pt x="756549" y="7595"/>
                  </a:lnTo>
                  <a:lnTo>
                    <a:pt x="752981" y="7424"/>
                  </a:lnTo>
                  <a:lnTo>
                    <a:pt x="749412" y="7469"/>
                  </a:lnTo>
                  <a:lnTo>
                    <a:pt x="745844" y="7419"/>
                  </a:lnTo>
                  <a:lnTo>
                    <a:pt x="742275" y="7097"/>
                  </a:lnTo>
                  <a:lnTo>
                    <a:pt x="738706" y="6984"/>
                  </a:lnTo>
                  <a:lnTo>
                    <a:pt x="735138" y="6871"/>
                  </a:lnTo>
                  <a:lnTo>
                    <a:pt x="731569" y="6739"/>
                  </a:lnTo>
                  <a:lnTo>
                    <a:pt x="728000" y="6413"/>
                  </a:lnTo>
                  <a:lnTo>
                    <a:pt x="724432" y="6325"/>
                  </a:lnTo>
                  <a:lnTo>
                    <a:pt x="720863" y="6118"/>
                  </a:lnTo>
                  <a:lnTo>
                    <a:pt x="717294" y="6067"/>
                  </a:lnTo>
                  <a:lnTo>
                    <a:pt x="713726" y="6153"/>
                  </a:lnTo>
                  <a:lnTo>
                    <a:pt x="710157" y="5820"/>
                  </a:lnTo>
                  <a:lnTo>
                    <a:pt x="706589" y="5476"/>
                  </a:lnTo>
                  <a:lnTo>
                    <a:pt x="703020" y="5132"/>
                  </a:lnTo>
                  <a:lnTo>
                    <a:pt x="699451" y="5136"/>
                  </a:lnTo>
                  <a:lnTo>
                    <a:pt x="695883" y="5158"/>
                  </a:lnTo>
                  <a:lnTo>
                    <a:pt x="692314" y="5154"/>
                  </a:lnTo>
                  <a:lnTo>
                    <a:pt x="688745" y="4900"/>
                  </a:lnTo>
                  <a:lnTo>
                    <a:pt x="685177" y="4847"/>
                  </a:lnTo>
                  <a:lnTo>
                    <a:pt x="681608" y="4670"/>
                  </a:lnTo>
                  <a:lnTo>
                    <a:pt x="678040" y="4442"/>
                  </a:lnTo>
                  <a:lnTo>
                    <a:pt x="674471" y="4357"/>
                  </a:lnTo>
                  <a:lnTo>
                    <a:pt x="670902" y="3997"/>
                  </a:lnTo>
                  <a:lnTo>
                    <a:pt x="667334" y="3765"/>
                  </a:lnTo>
                  <a:lnTo>
                    <a:pt x="663765" y="3540"/>
                  </a:lnTo>
                  <a:lnTo>
                    <a:pt x="660196" y="3542"/>
                  </a:lnTo>
                  <a:lnTo>
                    <a:pt x="656628" y="3297"/>
                  </a:lnTo>
                  <a:lnTo>
                    <a:pt x="653059" y="2897"/>
                  </a:lnTo>
                  <a:lnTo>
                    <a:pt x="649490" y="2907"/>
                  </a:lnTo>
                  <a:lnTo>
                    <a:pt x="645922" y="3011"/>
                  </a:lnTo>
                  <a:lnTo>
                    <a:pt x="642353" y="3123"/>
                  </a:lnTo>
                  <a:lnTo>
                    <a:pt x="638785" y="3223"/>
                  </a:lnTo>
                  <a:lnTo>
                    <a:pt x="635216" y="2878"/>
                  </a:lnTo>
                  <a:lnTo>
                    <a:pt x="631647" y="2694"/>
                  </a:lnTo>
                  <a:lnTo>
                    <a:pt x="628079" y="2714"/>
                  </a:lnTo>
                  <a:lnTo>
                    <a:pt x="624510" y="2668"/>
                  </a:lnTo>
                  <a:lnTo>
                    <a:pt x="620941" y="2762"/>
                  </a:lnTo>
                  <a:lnTo>
                    <a:pt x="617373" y="2663"/>
                  </a:lnTo>
                  <a:lnTo>
                    <a:pt x="613804" y="2805"/>
                  </a:lnTo>
                  <a:lnTo>
                    <a:pt x="610236" y="2816"/>
                  </a:lnTo>
                  <a:lnTo>
                    <a:pt x="606667" y="2864"/>
                  </a:lnTo>
                  <a:lnTo>
                    <a:pt x="603098" y="2756"/>
                  </a:lnTo>
                  <a:lnTo>
                    <a:pt x="599530" y="2598"/>
                  </a:lnTo>
                  <a:lnTo>
                    <a:pt x="595961" y="2533"/>
                  </a:lnTo>
                  <a:lnTo>
                    <a:pt x="592392" y="2427"/>
                  </a:lnTo>
                  <a:lnTo>
                    <a:pt x="588824" y="2320"/>
                  </a:lnTo>
                  <a:lnTo>
                    <a:pt x="585255" y="2223"/>
                  </a:lnTo>
                  <a:lnTo>
                    <a:pt x="581686" y="2138"/>
                  </a:lnTo>
                  <a:lnTo>
                    <a:pt x="578118" y="1970"/>
                  </a:lnTo>
                  <a:lnTo>
                    <a:pt x="574549" y="1858"/>
                  </a:lnTo>
                  <a:lnTo>
                    <a:pt x="570981" y="1746"/>
                  </a:lnTo>
                  <a:lnTo>
                    <a:pt x="567412" y="1631"/>
                  </a:lnTo>
                  <a:lnTo>
                    <a:pt x="563843" y="1400"/>
                  </a:lnTo>
                  <a:lnTo>
                    <a:pt x="560275" y="1151"/>
                  </a:lnTo>
                  <a:lnTo>
                    <a:pt x="556706" y="907"/>
                  </a:lnTo>
                  <a:lnTo>
                    <a:pt x="553137" y="698"/>
                  </a:lnTo>
                  <a:lnTo>
                    <a:pt x="549569" y="466"/>
                  </a:lnTo>
                  <a:lnTo>
                    <a:pt x="546000" y="363"/>
                  </a:lnTo>
                  <a:lnTo>
                    <a:pt x="542432" y="248"/>
                  </a:lnTo>
                  <a:lnTo>
                    <a:pt x="538863" y="123"/>
                  </a:lnTo>
                  <a:lnTo>
                    <a:pt x="535294" y="157"/>
                  </a:lnTo>
                  <a:lnTo>
                    <a:pt x="531726" y="0"/>
                  </a:lnTo>
                  <a:lnTo>
                    <a:pt x="528157" y="369"/>
                  </a:lnTo>
                  <a:lnTo>
                    <a:pt x="524588" y="321"/>
                  </a:lnTo>
                  <a:lnTo>
                    <a:pt x="521020" y="174"/>
                  </a:lnTo>
                  <a:lnTo>
                    <a:pt x="517451" y="90"/>
                  </a:lnTo>
                  <a:lnTo>
                    <a:pt x="513882" y="300"/>
                  </a:lnTo>
                  <a:lnTo>
                    <a:pt x="510314" y="368"/>
                  </a:lnTo>
                  <a:lnTo>
                    <a:pt x="506745" y="512"/>
                  </a:lnTo>
                  <a:lnTo>
                    <a:pt x="503177" y="592"/>
                  </a:lnTo>
                  <a:lnTo>
                    <a:pt x="499608" y="794"/>
                  </a:lnTo>
                  <a:lnTo>
                    <a:pt x="496039" y="471"/>
                  </a:lnTo>
                  <a:lnTo>
                    <a:pt x="492471" y="293"/>
                  </a:lnTo>
                  <a:lnTo>
                    <a:pt x="488902" y="237"/>
                  </a:lnTo>
                  <a:lnTo>
                    <a:pt x="485333" y="536"/>
                  </a:lnTo>
                  <a:lnTo>
                    <a:pt x="481765" y="571"/>
                  </a:lnTo>
                  <a:lnTo>
                    <a:pt x="478196" y="547"/>
                  </a:lnTo>
                  <a:lnTo>
                    <a:pt x="474628" y="850"/>
                  </a:lnTo>
                  <a:lnTo>
                    <a:pt x="471059" y="970"/>
                  </a:lnTo>
                  <a:lnTo>
                    <a:pt x="467490" y="1046"/>
                  </a:lnTo>
                  <a:lnTo>
                    <a:pt x="463922" y="1168"/>
                  </a:lnTo>
                  <a:lnTo>
                    <a:pt x="460353" y="1632"/>
                  </a:lnTo>
                  <a:lnTo>
                    <a:pt x="456784" y="1624"/>
                  </a:lnTo>
                  <a:lnTo>
                    <a:pt x="453216" y="1475"/>
                  </a:lnTo>
                  <a:lnTo>
                    <a:pt x="449647" y="1665"/>
                  </a:lnTo>
                  <a:lnTo>
                    <a:pt x="446078" y="1994"/>
                  </a:lnTo>
                  <a:lnTo>
                    <a:pt x="442510" y="1917"/>
                  </a:lnTo>
                  <a:lnTo>
                    <a:pt x="438941" y="1749"/>
                  </a:lnTo>
                  <a:lnTo>
                    <a:pt x="435373" y="1902"/>
                  </a:lnTo>
                  <a:lnTo>
                    <a:pt x="431804" y="2322"/>
                  </a:lnTo>
                  <a:lnTo>
                    <a:pt x="428235" y="2866"/>
                  </a:lnTo>
                  <a:lnTo>
                    <a:pt x="424667" y="2919"/>
                  </a:lnTo>
                  <a:lnTo>
                    <a:pt x="421098" y="2843"/>
                  </a:lnTo>
                  <a:lnTo>
                    <a:pt x="417529" y="2974"/>
                  </a:lnTo>
                  <a:lnTo>
                    <a:pt x="413961" y="3207"/>
                  </a:lnTo>
                  <a:lnTo>
                    <a:pt x="410392" y="3410"/>
                  </a:lnTo>
                  <a:lnTo>
                    <a:pt x="406824" y="3542"/>
                  </a:lnTo>
                  <a:lnTo>
                    <a:pt x="403255" y="3963"/>
                  </a:lnTo>
                  <a:lnTo>
                    <a:pt x="399686" y="4208"/>
                  </a:lnTo>
                  <a:lnTo>
                    <a:pt x="396118" y="4465"/>
                  </a:lnTo>
                  <a:lnTo>
                    <a:pt x="392549" y="4939"/>
                  </a:lnTo>
                  <a:lnTo>
                    <a:pt x="388980" y="5181"/>
                  </a:lnTo>
                  <a:lnTo>
                    <a:pt x="385412" y="5504"/>
                  </a:lnTo>
                  <a:lnTo>
                    <a:pt x="381843" y="5545"/>
                  </a:lnTo>
                  <a:lnTo>
                    <a:pt x="378274" y="5685"/>
                  </a:lnTo>
                  <a:lnTo>
                    <a:pt x="374706" y="5837"/>
                  </a:lnTo>
                  <a:lnTo>
                    <a:pt x="371137" y="6035"/>
                  </a:lnTo>
                  <a:lnTo>
                    <a:pt x="367569" y="6148"/>
                  </a:lnTo>
                  <a:lnTo>
                    <a:pt x="364000" y="6321"/>
                  </a:lnTo>
                  <a:lnTo>
                    <a:pt x="360431" y="6665"/>
                  </a:lnTo>
                  <a:lnTo>
                    <a:pt x="356863" y="6662"/>
                  </a:lnTo>
                  <a:lnTo>
                    <a:pt x="353294" y="6657"/>
                  </a:lnTo>
                  <a:lnTo>
                    <a:pt x="349725" y="6830"/>
                  </a:lnTo>
                  <a:lnTo>
                    <a:pt x="346157" y="7094"/>
                  </a:lnTo>
                  <a:lnTo>
                    <a:pt x="342588" y="7400"/>
                  </a:lnTo>
                  <a:lnTo>
                    <a:pt x="339020" y="7705"/>
                  </a:lnTo>
                  <a:lnTo>
                    <a:pt x="335451" y="8192"/>
                  </a:lnTo>
                  <a:lnTo>
                    <a:pt x="331882" y="8590"/>
                  </a:lnTo>
                  <a:lnTo>
                    <a:pt x="328314" y="8892"/>
                  </a:lnTo>
                  <a:lnTo>
                    <a:pt x="324745" y="9158"/>
                  </a:lnTo>
                  <a:lnTo>
                    <a:pt x="321176" y="9395"/>
                  </a:lnTo>
                  <a:lnTo>
                    <a:pt x="317608" y="9684"/>
                  </a:lnTo>
                  <a:lnTo>
                    <a:pt x="314039" y="10075"/>
                  </a:lnTo>
                  <a:lnTo>
                    <a:pt x="310470" y="10317"/>
                  </a:lnTo>
                  <a:lnTo>
                    <a:pt x="306902" y="10560"/>
                  </a:lnTo>
                  <a:lnTo>
                    <a:pt x="303333" y="10933"/>
                  </a:lnTo>
                  <a:lnTo>
                    <a:pt x="299765" y="11300"/>
                  </a:lnTo>
                  <a:lnTo>
                    <a:pt x="296196" y="11559"/>
                  </a:lnTo>
                  <a:lnTo>
                    <a:pt x="292627" y="12042"/>
                  </a:lnTo>
                  <a:lnTo>
                    <a:pt x="289059" y="12548"/>
                  </a:lnTo>
                  <a:lnTo>
                    <a:pt x="285490" y="12908"/>
                  </a:lnTo>
                  <a:lnTo>
                    <a:pt x="281921" y="13244"/>
                  </a:lnTo>
                  <a:lnTo>
                    <a:pt x="278353" y="13495"/>
                  </a:lnTo>
                  <a:lnTo>
                    <a:pt x="274784" y="13898"/>
                  </a:lnTo>
                  <a:lnTo>
                    <a:pt x="271216" y="14430"/>
                  </a:lnTo>
                  <a:lnTo>
                    <a:pt x="267647" y="14813"/>
                  </a:lnTo>
                  <a:lnTo>
                    <a:pt x="264078" y="15406"/>
                  </a:lnTo>
                  <a:lnTo>
                    <a:pt x="260510" y="15968"/>
                  </a:lnTo>
                  <a:lnTo>
                    <a:pt x="256941" y="16660"/>
                  </a:lnTo>
                  <a:lnTo>
                    <a:pt x="253372" y="17107"/>
                  </a:lnTo>
                  <a:lnTo>
                    <a:pt x="249804" y="17344"/>
                  </a:lnTo>
                  <a:lnTo>
                    <a:pt x="246235" y="18020"/>
                  </a:lnTo>
                  <a:lnTo>
                    <a:pt x="242666" y="18441"/>
                  </a:lnTo>
                  <a:lnTo>
                    <a:pt x="239098" y="19203"/>
                  </a:lnTo>
                  <a:lnTo>
                    <a:pt x="235529" y="19587"/>
                  </a:lnTo>
                  <a:lnTo>
                    <a:pt x="231961" y="19969"/>
                  </a:lnTo>
                  <a:lnTo>
                    <a:pt x="228392" y="20582"/>
                  </a:lnTo>
                  <a:lnTo>
                    <a:pt x="224823" y="20764"/>
                  </a:lnTo>
                  <a:lnTo>
                    <a:pt x="221255" y="21483"/>
                  </a:lnTo>
                  <a:lnTo>
                    <a:pt x="217686" y="22197"/>
                  </a:lnTo>
                  <a:lnTo>
                    <a:pt x="214117" y="22509"/>
                  </a:lnTo>
                  <a:lnTo>
                    <a:pt x="210549" y="22967"/>
                  </a:lnTo>
                  <a:lnTo>
                    <a:pt x="206980" y="23536"/>
                  </a:lnTo>
                  <a:lnTo>
                    <a:pt x="203412" y="24042"/>
                  </a:lnTo>
                  <a:lnTo>
                    <a:pt x="199843" y="24587"/>
                  </a:lnTo>
                  <a:lnTo>
                    <a:pt x="196274" y="25194"/>
                  </a:lnTo>
                  <a:lnTo>
                    <a:pt x="192706" y="25742"/>
                  </a:lnTo>
                  <a:lnTo>
                    <a:pt x="189137" y="26192"/>
                  </a:lnTo>
                  <a:lnTo>
                    <a:pt x="185568" y="26733"/>
                  </a:lnTo>
                  <a:lnTo>
                    <a:pt x="182000" y="27273"/>
                  </a:lnTo>
                  <a:lnTo>
                    <a:pt x="178431" y="27809"/>
                  </a:lnTo>
                  <a:lnTo>
                    <a:pt x="174862" y="28350"/>
                  </a:lnTo>
                  <a:lnTo>
                    <a:pt x="171294" y="28992"/>
                  </a:lnTo>
                  <a:lnTo>
                    <a:pt x="167725" y="29588"/>
                  </a:lnTo>
                  <a:lnTo>
                    <a:pt x="164157" y="30116"/>
                  </a:lnTo>
                  <a:lnTo>
                    <a:pt x="160588" y="30496"/>
                  </a:lnTo>
                  <a:lnTo>
                    <a:pt x="157019" y="30875"/>
                  </a:lnTo>
                  <a:lnTo>
                    <a:pt x="153451" y="31624"/>
                  </a:lnTo>
                  <a:lnTo>
                    <a:pt x="149882" y="32324"/>
                  </a:lnTo>
                  <a:lnTo>
                    <a:pt x="146313" y="32701"/>
                  </a:lnTo>
                  <a:lnTo>
                    <a:pt x="142745" y="33421"/>
                  </a:lnTo>
                  <a:lnTo>
                    <a:pt x="139176" y="34031"/>
                  </a:lnTo>
                  <a:lnTo>
                    <a:pt x="135608" y="34475"/>
                  </a:lnTo>
                  <a:lnTo>
                    <a:pt x="132039" y="35014"/>
                  </a:lnTo>
                  <a:lnTo>
                    <a:pt x="128470" y="35408"/>
                  </a:lnTo>
                  <a:lnTo>
                    <a:pt x="124902" y="35920"/>
                  </a:lnTo>
                  <a:lnTo>
                    <a:pt x="121333" y="36515"/>
                  </a:lnTo>
                  <a:lnTo>
                    <a:pt x="117764" y="36988"/>
                  </a:lnTo>
                  <a:lnTo>
                    <a:pt x="114196" y="37422"/>
                  </a:lnTo>
                  <a:lnTo>
                    <a:pt x="110627" y="37850"/>
                  </a:lnTo>
                  <a:lnTo>
                    <a:pt x="107058" y="38638"/>
                  </a:lnTo>
                  <a:lnTo>
                    <a:pt x="103490" y="39097"/>
                  </a:lnTo>
                  <a:lnTo>
                    <a:pt x="99921" y="39520"/>
                  </a:lnTo>
                  <a:lnTo>
                    <a:pt x="96353" y="40058"/>
                  </a:lnTo>
                  <a:lnTo>
                    <a:pt x="92784" y="40700"/>
                  </a:lnTo>
                  <a:lnTo>
                    <a:pt x="89215" y="41363"/>
                  </a:lnTo>
                  <a:lnTo>
                    <a:pt x="85647" y="42024"/>
                  </a:lnTo>
                  <a:lnTo>
                    <a:pt x="82078" y="42793"/>
                  </a:lnTo>
                  <a:lnTo>
                    <a:pt x="78509" y="43554"/>
                  </a:lnTo>
                  <a:lnTo>
                    <a:pt x="74941" y="44314"/>
                  </a:lnTo>
                  <a:lnTo>
                    <a:pt x="71372" y="45046"/>
                  </a:lnTo>
                  <a:lnTo>
                    <a:pt x="67804" y="45561"/>
                  </a:lnTo>
                  <a:lnTo>
                    <a:pt x="64235" y="46241"/>
                  </a:lnTo>
                  <a:lnTo>
                    <a:pt x="60666" y="46840"/>
                  </a:lnTo>
                  <a:lnTo>
                    <a:pt x="57098" y="47456"/>
                  </a:lnTo>
                  <a:lnTo>
                    <a:pt x="53529" y="48131"/>
                  </a:lnTo>
                  <a:lnTo>
                    <a:pt x="49960" y="48875"/>
                  </a:lnTo>
                  <a:lnTo>
                    <a:pt x="46392" y="49369"/>
                  </a:lnTo>
                  <a:lnTo>
                    <a:pt x="42823" y="50037"/>
                  </a:lnTo>
                  <a:lnTo>
                    <a:pt x="39254" y="50621"/>
                  </a:lnTo>
                  <a:lnTo>
                    <a:pt x="35686" y="51369"/>
                  </a:lnTo>
                  <a:lnTo>
                    <a:pt x="32117" y="51865"/>
                  </a:lnTo>
                  <a:lnTo>
                    <a:pt x="28549" y="52523"/>
                  </a:lnTo>
                  <a:lnTo>
                    <a:pt x="24980" y="53133"/>
                  </a:lnTo>
                  <a:lnTo>
                    <a:pt x="21411" y="53841"/>
                  </a:lnTo>
                  <a:lnTo>
                    <a:pt x="17843" y="54268"/>
                  </a:lnTo>
                  <a:lnTo>
                    <a:pt x="14274" y="54781"/>
                  </a:lnTo>
                  <a:lnTo>
                    <a:pt x="10705" y="55363"/>
                  </a:lnTo>
                  <a:lnTo>
                    <a:pt x="7137" y="55920"/>
                  </a:lnTo>
                  <a:lnTo>
                    <a:pt x="3568" y="56715"/>
                  </a:lnTo>
                  <a:lnTo>
                    <a:pt x="0" y="570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312246" y="5103928"/>
              <a:ext cx="852902" cy="75745"/>
            </a:xfrm>
            <a:custGeom>
              <a:avLst/>
              <a:pathLst>
                <a:path w="852902" h="75745">
                  <a:moveTo>
                    <a:pt x="0" y="75745"/>
                  </a:moveTo>
                  <a:lnTo>
                    <a:pt x="3568" y="75484"/>
                  </a:lnTo>
                  <a:lnTo>
                    <a:pt x="7137" y="75223"/>
                  </a:lnTo>
                  <a:lnTo>
                    <a:pt x="10705" y="74961"/>
                  </a:lnTo>
                  <a:lnTo>
                    <a:pt x="14274" y="74699"/>
                  </a:lnTo>
                  <a:lnTo>
                    <a:pt x="17843" y="74436"/>
                  </a:lnTo>
                  <a:lnTo>
                    <a:pt x="21411" y="74173"/>
                  </a:lnTo>
                  <a:lnTo>
                    <a:pt x="24980" y="73910"/>
                  </a:lnTo>
                  <a:lnTo>
                    <a:pt x="28549" y="73646"/>
                  </a:lnTo>
                  <a:lnTo>
                    <a:pt x="32117" y="73381"/>
                  </a:lnTo>
                  <a:lnTo>
                    <a:pt x="35686" y="73116"/>
                  </a:lnTo>
                  <a:lnTo>
                    <a:pt x="39254" y="72850"/>
                  </a:lnTo>
                  <a:lnTo>
                    <a:pt x="42823" y="72584"/>
                  </a:lnTo>
                  <a:lnTo>
                    <a:pt x="46392" y="72318"/>
                  </a:lnTo>
                  <a:lnTo>
                    <a:pt x="49960" y="72050"/>
                  </a:lnTo>
                  <a:lnTo>
                    <a:pt x="53529" y="71783"/>
                  </a:lnTo>
                  <a:lnTo>
                    <a:pt x="57098" y="71515"/>
                  </a:lnTo>
                  <a:lnTo>
                    <a:pt x="60666" y="71246"/>
                  </a:lnTo>
                  <a:lnTo>
                    <a:pt x="64235" y="70977"/>
                  </a:lnTo>
                  <a:lnTo>
                    <a:pt x="67804" y="70707"/>
                  </a:lnTo>
                  <a:lnTo>
                    <a:pt x="71372" y="70437"/>
                  </a:lnTo>
                  <a:lnTo>
                    <a:pt x="74941" y="70166"/>
                  </a:lnTo>
                  <a:lnTo>
                    <a:pt x="78509" y="69895"/>
                  </a:lnTo>
                  <a:lnTo>
                    <a:pt x="82078" y="69624"/>
                  </a:lnTo>
                  <a:lnTo>
                    <a:pt x="85647" y="69351"/>
                  </a:lnTo>
                  <a:lnTo>
                    <a:pt x="89215" y="69079"/>
                  </a:lnTo>
                  <a:lnTo>
                    <a:pt x="92784" y="68806"/>
                  </a:lnTo>
                  <a:lnTo>
                    <a:pt x="96353" y="68532"/>
                  </a:lnTo>
                  <a:lnTo>
                    <a:pt x="99921" y="68258"/>
                  </a:lnTo>
                  <a:lnTo>
                    <a:pt x="103490" y="67983"/>
                  </a:lnTo>
                  <a:lnTo>
                    <a:pt x="107058" y="67708"/>
                  </a:lnTo>
                  <a:lnTo>
                    <a:pt x="110627" y="67432"/>
                  </a:lnTo>
                  <a:lnTo>
                    <a:pt x="114196" y="67156"/>
                  </a:lnTo>
                  <a:lnTo>
                    <a:pt x="117764" y="66879"/>
                  </a:lnTo>
                  <a:lnTo>
                    <a:pt x="121333" y="66602"/>
                  </a:lnTo>
                  <a:lnTo>
                    <a:pt x="124902" y="66325"/>
                  </a:lnTo>
                  <a:lnTo>
                    <a:pt x="128470" y="66046"/>
                  </a:lnTo>
                  <a:lnTo>
                    <a:pt x="132039" y="65768"/>
                  </a:lnTo>
                  <a:lnTo>
                    <a:pt x="135608" y="65489"/>
                  </a:lnTo>
                  <a:lnTo>
                    <a:pt x="139176" y="65209"/>
                  </a:lnTo>
                  <a:lnTo>
                    <a:pt x="142745" y="64929"/>
                  </a:lnTo>
                  <a:lnTo>
                    <a:pt x="146313" y="64648"/>
                  </a:lnTo>
                  <a:lnTo>
                    <a:pt x="149882" y="64367"/>
                  </a:lnTo>
                  <a:lnTo>
                    <a:pt x="153451" y="64085"/>
                  </a:lnTo>
                  <a:lnTo>
                    <a:pt x="157019" y="63803"/>
                  </a:lnTo>
                  <a:lnTo>
                    <a:pt x="160588" y="63520"/>
                  </a:lnTo>
                  <a:lnTo>
                    <a:pt x="164157" y="63237"/>
                  </a:lnTo>
                  <a:lnTo>
                    <a:pt x="167725" y="62953"/>
                  </a:lnTo>
                  <a:lnTo>
                    <a:pt x="171294" y="62669"/>
                  </a:lnTo>
                  <a:lnTo>
                    <a:pt x="174862" y="62385"/>
                  </a:lnTo>
                  <a:lnTo>
                    <a:pt x="178431" y="62099"/>
                  </a:lnTo>
                  <a:lnTo>
                    <a:pt x="182000" y="61814"/>
                  </a:lnTo>
                  <a:lnTo>
                    <a:pt x="185568" y="61528"/>
                  </a:lnTo>
                  <a:lnTo>
                    <a:pt x="189137" y="61241"/>
                  </a:lnTo>
                  <a:lnTo>
                    <a:pt x="192706" y="60954"/>
                  </a:lnTo>
                  <a:lnTo>
                    <a:pt x="196274" y="60666"/>
                  </a:lnTo>
                  <a:lnTo>
                    <a:pt x="199843" y="60378"/>
                  </a:lnTo>
                  <a:lnTo>
                    <a:pt x="203412" y="60089"/>
                  </a:lnTo>
                  <a:lnTo>
                    <a:pt x="206980" y="59800"/>
                  </a:lnTo>
                  <a:lnTo>
                    <a:pt x="210549" y="59511"/>
                  </a:lnTo>
                  <a:lnTo>
                    <a:pt x="214117" y="59220"/>
                  </a:lnTo>
                  <a:lnTo>
                    <a:pt x="217686" y="58930"/>
                  </a:lnTo>
                  <a:lnTo>
                    <a:pt x="221255" y="58639"/>
                  </a:lnTo>
                  <a:lnTo>
                    <a:pt x="224823" y="58347"/>
                  </a:lnTo>
                  <a:lnTo>
                    <a:pt x="228392" y="58055"/>
                  </a:lnTo>
                  <a:lnTo>
                    <a:pt x="231961" y="57762"/>
                  </a:lnTo>
                  <a:lnTo>
                    <a:pt x="235529" y="57469"/>
                  </a:lnTo>
                  <a:lnTo>
                    <a:pt x="239098" y="57176"/>
                  </a:lnTo>
                  <a:lnTo>
                    <a:pt x="242666" y="56881"/>
                  </a:lnTo>
                  <a:lnTo>
                    <a:pt x="246235" y="56587"/>
                  </a:lnTo>
                  <a:lnTo>
                    <a:pt x="249804" y="56292"/>
                  </a:lnTo>
                  <a:lnTo>
                    <a:pt x="253372" y="55996"/>
                  </a:lnTo>
                  <a:lnTo>
                    <a:pt x="256941" y="55700"/>
                  </a:lnTo>
                  <a:lnTo>
                    <a:pt x="260510" y="55404"/>
                  </a:lnTo>
                  <a:lnTo>
                    <a:pt x="264078" y="55107"/>
                  </a:lnTo>
                  <a:lnTo>
                    <a:pt x="267647" y="54809"/>
                  </a:lnTo>
                  <a:lnTo>
                    <a:pt x="271216" y="54511"/>
                  </a:lnTo>
                  <a:lnTo>
                    <a:pt x="274784" y="54213"/>
                  </a:lnTo>
                  <a:lnTo>
                    <a:pt x="278353" y="53914"/>
                  </a:lnTo>
                  <a:lnTo>
                    <a:pt x="281921" y="53614"/>
                  </a:lnTo>
                  <a:lnTo>
                    <a:pt x="285490" y="53314"/>
                  </a:lnTo>
                  <a:lnTo>
                    <a:pt x="289059" y="53014"/>
                  </a:lnTo>
                  <a:lnTo>
                    <a:pt x="292627" y="52713"/>
                  </a:lnTo>
                  <a:lnTo>
                    <a:pt x="296196" y="52411"/>
                  </a:lnTo>
                  <a:lnTo>
                    <a:pt x="299765" y="52109"/>
                  </a:lnTo>
                  <a:lnTo>
                    <a:pt x="303333" y="51807"/>
                  </a:lnTo>
                  <a:lnTo>
                    <a:pt x="306902" y="51504"/>
                  </a:lnTo>
                  <a:lnTo>
                    <a:pt x="310470" y="51201"/>
                  </a:lnTo>
                  <a:lnTo>
                    <a:pt x="314039" y="50897"/>
                  </a:lnTo>
                  <a:lnTo>
                    <a:pt x="317608" y="50593"/>
                  </a:lnTo>
                  <a:lnTo>
                    <a:pt x="321176" y="50288"/>
                  </a:lnTo>
                  <a:lnTo>
                    <a:pt x="324745" y="49983"/>
                  </a:lnTo>
                  <a:lnTo>
                    <a:pt x="328314" y="49677"/>
                  </a:lnTo>
                  <a:lnTo>
                    <a:pt x="331882" y="49370"/>
                  </a:lnTo>
                  <a:lnTo>
                    <a:pt x="335451" y="49064"/>
                  </a:lnTo>
                  <a:lnTo>
                    <a:pt x="339020" y="48757"/>
                  </a:lnTo>
                  <a:lnTo>
                    <a:pt x="342588" y="48449"/>
                  </a:lnTo>
                  <a:lnTo>
                    <a:pt x="346157" y="48141"/>
                  </a:lnTo>
                  <a:lnTo>
                    <a:pt x="349725" y="47832"/>
                  </a:lnTo>
                  <a:lnTo>
                    <a:pt x="353294" y="47523"/>
                  </a:lnTo>
                  <a:lnTo>
                    <a:pt x="356863" y="47213"/>
                  </a:lnTo>
                  <a:lnTo>
                    <a:pt x="360431" y="46903"/>
                  </a:lnTo>
                  <a:lnTo>
                    <a:pt x="364000" y="46593"/>
                  </a:lnTo>
                  <a:lnTo>
                    <a:pt x="367569" y="46282"/>
                  </a:lnTo>
                  <a:lnTo>
                    <a:pt x="371137" y="45970"/>
                  </a:lnTo>
                  <a:lnTo>
                    <a:pt x="374706" y="45658"/>
                  </a:lnTo>
                  <a:lnTo>
                    <a:pt x="378274" y="45346"/>
                  </a:lnTo>
                  <a:lnTo>
                    <a:pt x="381843" y="45033"/>
                  </a:lnTo>
                  <a:lnTo>
                    <a:pt x="385412" y="44720"/>
                  </a:lnTo>
                  <a:lnTo>
                    <a:pt x="388980" y="44406"/>
                  </a:lnTo>
                  <a:lnTo>
                    <a:pt x="392549" y="44091"/>
                  </a:lnTo>
                  <a:lnTo>
                    <a:pt x="396118" y="43777"/>
                  </a:lnTo>
                  <a:lnTo>
                    <a:pt x="399686" y="43461"/>
                  </a:lnTo>
                  <a:lnTo>
                    <a:pt x="403255" y="43146"/>
                  </a:lnTo>
                  <a:lnTo>
                    <a:pt x="406824" y="42829"/>
                  </a:lnTo>
                  <a:lnTo>
                    <a:pt x="410392" y="42513"/>
                  </a:lnTo>
                  <a:lnTo>
                    <a:pt x="413961" y="42196"/>
                  </a:lnTo>
                  <a:lnTo>
                    <a:pt x="417529" y="41878"/>
                  </a:lnTo>
                  <a:lnTo>
                    <a:pt x="421098" y="41560"/>
                  </a:lnTo>
                  <a:lnTo>
                    <a:pt x="424667" y="41242"/>
                  </a:lnTo>
                  <a:lnTo>
                    <a:pt x="428235" y="40923"/>
                  </a:lnTo>
                  <a:lnTo>
                    <a:pt x="431804" y="40603"/>
                  </a:lnTo>
                  <a:lnTo>
                    <a:pt x="435373" y="40283"/>
                  </a:lnTo>
                  <a:lnTo>
                    <a:pt x="438941" y="39963"/>
                  </a:lnTo>
                  <a:lnTo>
                    <a:pt x="442510" y="39642"/>
                  </a:lnTo>
                  <a:lnTo>
                    <a:pt x="446078" y="39321"/>
                  </a:lnTo>
                  <a:lnTo>
                    <a:pt x="449647" y="38999"/>
                  </a:lnTo>
                  <a:lnTo>
                    <a:pt x="453216" y="38677"/>
                  </a:lnTo>
                  <a:lnTo>
                    <a:pt x="456784" y="38355"/>
                  </a:lnTo>
                  <a:lnTo>
                    <a:pt x="460353" y="38032"/>
                  </a:lnTo>
                  <a:lnTo>
                    <a:pt x="463922" y="37708"/>
                  </a:lnTo>
                  <a:lnTo>
                    <a:pt x="467490" y="37384"/>
                  </a:lnTo>
                  <a:lnTo>
                    <a:pt x="471059" y="37060"/>
                  </a:lnTo>
                  <a:lnTo>
                    <a:pt x="474628" y="36735"/>
                  </a:lnTo>
                  <a:lnTo>
                    <a:pt x="478196" y="36410"/>
                  </a:lnTo>
                  <a:lnTo>
                    <a:pt x="481765" y="36084"/>
                  </a:lnTo>
                  <a:lnTo>
                    <a:pt x="485333" y="35758"/>
                  </a:lnTo>
                  <a:lnTo>
                    <a:pt x="488902" y="35431"/>
                  </a:lnTo>
                  <a:lnTo>
                    <a:pt x="492471" y="35104"/>
                  </a:lnTo>
                  <a:lnTo>
                    <a:pt x="496039" y="34776"/>
                  </a:lnTo>
                  <a:lnTo>
                    <a:pt x="499608" y="34448"/>
                  </a:lnTo>
                  <a:lnTo>
                    <a:pt x="503177" y="34120"/>
                  </a:lnTo>
                  <a:lnTo>
                    <a:pt x="506745" y="33791"/>
                  </a:lnTo>
                  <a:lnTo>
                    <a:pt x="510314" y="33462"/>
                  </a:lnTo>
                  <a:lnTo>
                    <a:pt x="513882" y="33132"/>
                  </a:lnTo>
                  <a:lnTo>
                    <a:pt x="517451" y="32802"/>
                  </a:lnTo>
                  <a:lnTo>
                    <a:pt x="521020" y="32471"/>
                  </a:lnTo>
                  <a:lnTo>
                    <a:pt x="524588" y="32140"/>
                  </a:lnTo>
                  <a:lnTo>
                    <a:pt x="528157" y="31809"/>
                  </a:lnTo>
                  <a:lnTo>
                    <a:pt x="531726" y="31477"/>
                  </a:lnTo>
                  <a:lnTo>
                    <a:pt x="535294" y="31145"/>
                  </a:lnTo>
                  <a:lnTo>
                    <a:pt x="538863" y="30812"/>
                  </a:lnTo>
                  <a:lnTo>
                    <a:pt x="542432" y="30479"/>
                  </a:lnTo>
                  <a:lnTo>
                    <a:pt x="546000" y="30145"/>
                  </a:lnTo>
                  <a:lnTo>
                    <a:pt x="549569" y="29811"/>
                  </a:lnTo>
                  <a:lnTo>
                    <a:pt x="553137" y="29477"/>
                  </a:lnTo>
                  <a:lnTo>
                    <a:pt x="556706" y="29142"/>
                  </a:lnTo>
                  <a:lnTo>
                    <a:pt x="560275" y="28806"/>
                  </a:lnTo>
                  <a:lnTo>
                    <a:pt x="563843" y="28471"/>
                  </a:lnTo>
                  <a:lnTo>
                    <a:pt x="567412" y="28134"/>
                  </a:lnTo>
                  <a:lnTo>
                    <a:pt x="570981" y="27798"/>
                  </a:lnTo>
                  <a:lnTo>
                    <a:pt x="574549" y="27461"/>
                  </a:lnTo>
                  <a:lnTo>
                    <a:pt x="578118" y="27123"/>
                  </a:lnTo>
                  <a:lnTo>
                    <a:pt x="581686" y="26786"/>
                  </a:lnTo>
                  <a:lnTo>
                    <a:pt x="585255" y="26447"/>
                  </a:lnTo>
                  <a:lnTo>
                    <a:pt x="588824" y="26109"/>
                  </a:lnTo>
                  <a:lnTo>
                    <a:pt x="592392" y="25770"/>
                  </a:lnTo>
                  <a:lnTo>
                    <a:pt x="595961" y="25430"/>
                  </a:lnTo>
                  <a:lnTo>
                    <a:pt x="599530" y="25090"/>
                  </a:lnTo>
                  <a:lnTo>
                    <a:pt x="603098" y="24750"/>
                  </a:lnTo>
                  <a:lnTo>
                    <a:pt x="606667" y="24409"/>
                  </a:lnTo>
                  <a:lnTo>
                    <a:pt x="610236" y="24068"/>
                  </a:lnTo>
                  <a:lnTo>
                    <a:pt x="613804" y="23727"/>
                  </a:lnTo>
                  <a:lnTo>
                    <a:pt x="617373" y="23385"/>
                  </a:lnTo>
                  <a:lnTo>
                    <a:pt x="620941" y="23042"/>
                  </a:lnTo>
                  <a:lnTo>
                    <a:pt x="624510" y="22700"/>
                  </a:lnTo>
                  <a:lnTo>
                    <a:pt x="628079" y="22357"/>
                  </a:lnTo>
                  <a:lnTo>
                    <a:pt x="631647" y="22013"/>
                  </a:lnTo>
                  <a:lnTo>
                    <a:pt x="635216" y="21669"/>
                  </a:lnTo>
                  <a:lnTo>
                    <a:pt x="638785" y="21325"/>
                  </a:lnTo>
                  <a:lnTo>
                    <a:pt x="642353" y="20980"/>
                  </a:lnTo>
                  <a:lnTo>
                    <a:pt x="645922" y="20635"/>
                  </a:lnTo>
                  <a:lnTo>
                    <a:pt x="649490" y="20290"/>
                  </a:lnTo>
                  <a:lnTo>
                    <a:pt x="653059" y="19944"/>
                  </a:lnTo>
                  <a:lnTo>
                    <a:pt x="656628" y="19597"/>
                  </a:lnTo>
                  <a:lnTo>
                    <a:pt x="660196" y="19251"/>
                  </a:lnTo>
                  <a:lnTo>
                    <a:pt x="663765" y="18904"/>
                  </a:lnTo>
                  <a:lnTo>
                    <a:pt x="667334" y="18556"/>
                  </a:lnTo>
                  <a:lnTo>
                    <a:pt x="670902" y="18209"/>
                  </a:lnTo>
                  <a:lnTo>
                    <a:pt x="674471" y="17860"/>
                  </a:lnTo>
                  <a:lnTo>
                    <a:pt x="678040" y="17512"/>
                  </a:lnTo>
                  <a:lnTo>
                    <a:pt x="681608" y="17163"/>
                  </a:lnTo>
                  <a:lnTo>
                    <a:pt x="685177" y="16814"/>
                  </a:lnTo>
                  <a:lnTo>
                    <a:pt x="688745" y="16464"/>
                  </a:lnTo>
                  <a:lnTo>
                    <a:pt x="692314" y="16114"/>
                  </a:lnTo>
                  <a:lnTo>
                    <a:pt x="695883" y="15763"/>
                  </a:lnTo>
                  <a:lnTo>
                    <a:pt x="699451" y="15413"/>
                  </a:lnTo>
                  <a:lnTo>
                    <a:pt x="703020" y="15061"/>
                  </a:lnTo>
                  <a:lnTo>
                    <a:pt x="706589" y="14710"/>
                  </a:lnTo>
                  <a:lnTo>
                    <a:pt x="710157" y="14358"/>
                  </a:lnTo>
                  <a:lnTo>
                    <a:pt x="713726" y="14006"/>
                  </a:lnTo>
                  <a:lnTo>
                    <a:pt x="717294" y="13653"/>
                  </a:lnTo>
                  <a:lnTo>
                    <a:pt x="720863" y="13300"/>
                  </a:lnTo>
                  <a:lnTo>
                    <a:pt x="724432" y="12947"/>
                  </a:lnTo>
                  <a:lnTo>
                    <a:pt x="728000" y="12593"/>
                  </a:lnTo>
                  <a:lnTo>
                    <a:pt x="731569" y="12239"/>
                  </a:lnTo>
                  <a:lnTo>
                    <a:pt x="735138" y="11884"/>
                  </a:lnTo>
                  <a:lnTo>
                    <a:pt x="738706" y="11530"/>
                  </a:lnTo>
                  <a:lnTo>
                    <a:pt x="742275" y="11175"/>
                  </a:lnTo>
                  <a:lnTo>
                    <a:pt x="745844" y="10819"/>
                  </a:lnTo>
                  <a:lnTo>
                    <a:pt x="749412" y="10463"/>
                  </a:lnTo>
                  <a:lnTo>
                    <a:pt x="752981" y="10107"/>
                  </a:lnTo>
                  <a:lnTo>
                    <a:pt x="756549" y="9751"/>
                  </a:lnTo>
                  <a:lnTo>
                    <a:pt x="760118" y="9394"/>
                  </a:lnTo>
                  <a:lnTo>
                    <a:pt x="763687" y="9036"/>
                  </a:lnTo>
                  <a:lnTo>
                    <a:pt x="767255" y="8679"/>
                  </a:lnTo>
                  <a:lnTo>
                    <a:pt x="770824" y="8321"/>
                  </a:lnTo>
                  <a:lnTo>
                    <a:pt x="774393" y="7963"/>
                  </a:lnTo>
                  <a:lnTo>
                    <a:pt x="777961" y="7604"/>
                  </a:lnTo>
                  <a:lnTo>
                    <a:pt x="781530" y="7245"/>
                  </a:lnTo>
                  <a:lnTo>
                    <a:pt x="785098" y="6886"/>
                  </a:lnTo>
                  <a:lnTo>
                    <a:pt x="788667" y="6526"/>
                  </a:lnTo>
                  <a:lnTo>
                    <a:pt x="792236" y="6167"/>
                  </a:lnTo>
                  <a:lnTo>
                    <a:pt x="795804" y="5806"/>
                  </a:lnTo>
                  <a:lnTo>
                    <a:pt x="799373" y="5446"/>
                  </a:lnTo>
                  <a:lnTo>
                    <a:pt x="802942" y="5085"/>
                  </a:lnTo>
                  <a:lnTo>
                    <a:pt x="806510" y="4724"/>
                  </a:lnTo>
                  <a:lnTo>
                    <a:pt x="810079" y="4362"/>
                  </a:lnTo>
                  <a:lnTo>
                    <a:pt x="813648" y="4000"/>
                  </a:lnTo>
                  <a:lnTo>
                    <a:pt x="817216" y="3638"/>
                  </a:lnTo>
                  <a:lnTo>
                    <a:pt x="820785" y="3276"/>
                  </a:lnTo>
                  <a:lnTo>
                    <a:pt x="824353" y="2913"/>
                  </a:lnTo>
                  <a:lnTo>
                    <a:pt x="827922" y="2550"/>
                  </a:lnTo>
                  <a:lnTo>
                    <a:pt x="831491" y="2186"/>
                  </a:lnTo>
                  <a:lnTo>
                    <a:pt x="835059" y="1823"/>
                  </a:lnTo>
                  <a:lnTo>
                    <a:pt x="838628" y="1459"/>
                  </a:lnTo>
                  <a:lnTo>
                    <a:pt x="842197" y="1094"/>
                  </a:lnTo>
                  <a:lnTo>
                    <a:pt x="845765" y="730"/>
                  </a:lnTo>
                  <a:lnTo>
                    <a:pt x="849334" y="365"/>
                  </a:lnTo>
                  <a:lnTo>
                    <a:pt x="852902" y="0"/>
                  </a:lnTo>
                </a:path>
              </a:pathLst>
            </a:custGeom>
            <a:ln w="28456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390674" y="2645185"/>
              <a:ext cx="93819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3433320" y="2953134"/>
              <a:ext cx="852902" cy="384039"/>
            </a:xfrm>
            <a:custGeom>
              <a:avLst/>
              <a:pathLst>
                <a:path w="852902" h="384039">
                  <a:moveTo>
                    <a:pt x="0" y="267391"/>
                  </a:moveTo>
                  <a:lnTo>
                    <a:pt x="3568" y="266932"/>
                  </a:lnTo>
                  <a:lnTo>
                    <a:pt x="7137" y="266479"/>
                  </a:lnTo>
                  <a:lnTo>
                    <a:pt x="10705" y="266017"/>
                  </a:lnTo>
                  <a:lnTo>
                    <a:pt x="14274" y="265555"/>
                  </a:lnTo>
                  <a:lnTo>
                    <a:pt x="17843" y="265089"/>
                  </a:lnTo>
                  <a:lnTo>
                    <a:pt x="21411" y="264624"/>
                  </a:lnTo>
                  <a:lnTo>
                    <a:pt x="24980" y="264283"/>
                  </a:lnTo>
                  <a:lnTo>
                    <a:pt x="28549" y="263833"/>
                  </a:lnTo>
                  <a:lnTo>
                    <a:pt x="32117" y="263385"/>
                  </a:lnTo>
                  <a:lnTo>
                    <a:pt x="35686" y="262905"/>
                  </a:lnTo>
                  <a:lnTo>
                    <a:pt x="39254" y="262697"/>
                  </a:lnTo>
                  <a:lnTo>
                    <a:pt x="42823" y="262025"/>
                  </a:lnTo>
                  <a:lnTo>
                    <a:pt x="46392" y="261571"/>
                  </a:lnTo>
                  <a:lnTo>
                    <a:pt x="49960" y="261121"/>
                  </a:lnTo>
                  <a:lnTo>
                    <a:pt x="53529" y="260667"/>
                  </a:lnTo>
                  <a:lnTo>
                    <a:pt x="57098" y="260278"/>
                  </a:lnTo>
                  <a:lnTo>
                    <a:pt x="60666" y="259781"/>
                  </a:lnTo>
                  <a:lnTo>
                    <a:pt x="64235" y="259425"/>
                  </a:lnTo>
                  <a:lnTo>
                    <a:pt x="67804" y="258911"/>
                  </a:lnTo>
                  <a:lnTo>
                    <a:pt x="71372" y="258383"/>
                  </a:lnTo>
                  <a:lnTo>
                    <a:pt x="74941" y="257927"/>
                  </a:lnTo>
                  <a:lnTo>
                    <a:pt x="78509" y="257749"/>
                  </a:lnTo>
                  <a:lnTo>
                    <a:pt x="82078" y="257571"/>
                  </a:lnTo>
                  <a:lnTo>
                    <a:pt x="85647" y="257004"/>
                  </a:lnTo>
                  <a:lnTo>
                    <a:pt x="89215" y="256394"/>
                  </a:lnTo>
                  <a:lnTo>
                    <a:pt x="92784" y="255816"/>
                  </a:lnTo>
                  <a:lnTo>
                    <a:pt x="96353" y="255159"/>
                  </a:lnTo>
                  <a:lnTo>
                    <a:pt x="99921" y="254642"/>
                  </a:lnTo>
                  <a:lnTo>
                    <a:pt x="103490" y="254129"/>
                  </a:lnTo>
                  <a:lnTo>
                    <a:pt x="107058" y="253446"/>
                  </a:lnTo>
                  <a:lnTo>
                    <a:pt x="110627" y="253297"/>
                  </a:lnTo>
                  <a:lnTo>
                    <a:pt x="114196" y="252892"/>
                  </a:lnTo>
                  <a:lnTo>
                    <a:pt x="117764" y="252554"/>
                  </a:lnTo>
                  <a:lnTo>
                    <a:pt x="121333" y="251907"/>
                  </a:lnTo>
                  <a:lnTo>
                    <a:pt x="124902" y="251319"/>
                  </a:lnTo>
                  <a:lnTo>
                    <a:pt x="128470" y="250701"/>
                  </a:lnTo>
                  <a:lnTo>
                    <a:pt x="132039" y="250081"/>
                  </a:lnTo>
                  <a:lnTo>
                    <a:pt x="135608" y="249511"/>
                  </a:lnTo>
                  <a:lnTo>
                    <a:pt x="139176" y="249117"/>
                  </a:lnTo>
                  <a:lnTo>
                    <a:pt x="142745" y="248822"/>
                  </a:lnTo>
                  <a:lnTo>
                    <a:pt x="146313" y="248473"/>
                  </a:lnTo>
                  <a:lnTo>
                    <a:pt x="149882" y="247889"/>
                  </a:lnTo>
                  <a:lnTo>
                    <a:pt x="153451" y="247031"/>
                  </a:lnTo>
                  <a:lnTo>
                    <a:pt x="157019" y="246468"/>
                  </a:lnTo>
                  <a:lnTo>
                    <a:pt x="160588" y="245905"/>
                  </a:lnTo>
                  <a:lnTo>
                    <a:pt x="164157" y="245504"/>
                  </a:lnTo>
                  <a:lnTo>
                    <a:pt x="167725" y="245010"/>
                  </a:lnTo>
                  <a:lnTo>
                    <a:pt x="171294" y="244510"/>
                  </a:lnTo>
                  <a:lnTo>
                    <a:pt x="174862" y="244128"/>
                  </a:lnTo>
                  <a:lnTo>
                    <a:pt x="178431" y="243542"/>
                  </a:lnTo>
                  <a:lnTo>
                    <a:pt x="182000" y="243038"/>
                  </a:lnTo>
                  <a:lnTo>
                    <a:pt x="185568" y="242540"/>
                  </a:lnTo>
                  <a:lnTo>
                    <a:pt x="189137" y="241848"/>
                  </a:lnTo>
                  <a:lnTo>
                    <a:pt x="192706" y="241328"/>
                  </a:lnTo>
                  <a:lnTo>
                    <a:pt x="196274" y="240675"/>
                  </a:lnTo>
                  <a:lnTo>
                    <a:pt x="199843" y="240411"/>
                  </a:lnTo>
                  <a:lnTo>
                    <a:pt x="203412" y="239911"/>
                  </a:lnTo>
                  <a:lnTo>
                    <a:pt x="206980" y="239266"/>
                  </a:lnTo>
                  <a:lnTo>
                    <a:pt x="210549" y="238386"/>
                  </a:lnTo>
                  <a:lnTo>
                    <a:pt x="214117" y="237582"/>
                  </a:lnTo>
                  <a:lnTo>
                    <a:pt x="217686" y="237214"/>
                  </a:lnTo>
                  <a:lnTo>
                    <a:pt x="221255" y="236471"/>
                  </a:lnTo>
                  <a:lnTo>
                    <a:pt x="224823" y="235648"/>
                  </a:lnTo>
                  <a:lnTo>
                    <a:pt x="228392" y="235051"/>
                  </a:lnTo>
                  <a:lnTo>
                    <a:pt x="231961" y="234477"/>
                  </a:lnTo>
                  <a:lnTo>
                    <a:pt x="235529" y="234131"/>
                  </a:lnTo>
                  <a:lnTo>
                    <a:pt x="239098" y="233539"/>
                  </a:lnTo>
                  <a:lnTo>
                    <a:pt x="242666" y="232986"/>
                  </a:lnTo>
                  <a:lnTo>
                    <a:pt x="246235" y="232275"/>
                  </a:lnTo>
                  <a:lnTo>
                    <a:pt x="249804" y="231609"/>
                  </a:lnTo>
                  <a:lnTo>
                    <a:pt x="253372" y="230938"/>
                  </a:lnTo>
                  <a:lnTo>
                    <a:pt x="256941" y="230188"/>
                  </a:lnTo>
                  <a:lnTo>
                    <a:pt x="260510" y="229424"/>
                  </a:lnTo>
                  <a:lnTo>
                    <a:pt x="264078" y="228767"/>
                  </a:lnTo>
                  <a:lnTo>
                    <a:pt x="267647" y="228092"/>
                  </a:lnTo>
                  <a:lnTo>
                    <a:pt x="271216" y="227387"/>
                  </a:lnTo>
                  <a:lnTo>
                    <a:pt x="274784" y="226428"/>
                  </a:lnTo>
                  <a:lnTo>
                    <a:pt x="278353" y="225523"/>
                  </a:lnTo>
                  <a:lnTo>
                    <a:pt x="281921" y="224954"/>
                  </a:lnTo>
                  <a:lnTo>
                    <a:pt x="285490" y="224365"/>
                  </a:lnTo>
                  <a:lnTo>
                    <a:pt x="289059" y="223602"/>
                  </a:lnTo>
                  <a:lnTo>
                    <a:pt x="292627" y="222809"/>
                  </a:lnTo>
                  <a:lnTo>
                    <a:pt x="296196" y="222125"/>
                  </a:lnTo>
                  <a:lnTo>
                    <a:pt x="299765" y="221319"/>
                  </a:lnTo>
                  <a:lnTo>
                    <a:pt x="303333" y="220578"/>
                  </a:lnTo>
                  <a:lnTo>
                    <a:pt x="306902" y="219857"/>
                  </a:lnTo>
                  <a:lnTo>
                    <a:pt x="310470" y="219102"/>
                  </a:lnTo>
                  <a:lnTo>
                    <a:pt x="314039" y="218247"/>
                  </a:lnTo>
                  <a:lnTo>
                    <a:pt x="317608" y="217492"/>
                  </a:lnTo>
                  <a:lnTo>
                    <a:pt x="321176" y="216816"/>
                  </a:lnTo>
                  <a:lnTo>
                    <a:pt x="324745" y="215970"/>
                  </a:lnTo>
                  <a:lnTo>
                    <a:pt x="328314" y="215290"/>
                  </a:lnTo>
                  <a:lnTo>
                    <a:pt x="331882" y="214564"/>
                  </a:lnTo>
                  <a:lnTo>
                    <a:pt x="335451" y="213911"/>
                  </a:lnTo>
                  <a:lnTo>
                    <a:pt x="339020" y="213113"/>
                  </a:lnTo>
                  <a:lnTo>
                    <a:pt x="342588" y="212061"/>
                  </a:lnTo>
                  <a:lnTo>
                    <a:pt x="346157" y="211349"/>
                  </a:lnTo>
                  <a:lnTo>
                    <a:pt x="349725" y="210472"/>
                  </a:lnTo>
                  <a:lnTo>
                    <a:pt x="353294" y="209602"/>
                  </a:lnTo>
                  <a:lnTo>
                    <a:pt x="356863" y="208705"/>
                  </a:lnTo>
                  <a:lnTo>
                    <a:pt x="360431" y="207621"/>
                  </a:lnTo>
                  <a:lnTo>
                    <a:pt x="364000" y="206581"/>
                  </a:lnTo>
                  <a:lnTo>
                    <a:pt x="367569" y="205658"/>
                  </a:lnTo>
                  <a:lnTo>
                    <a:pt x="371137" y="204482"/>
                  </a:lnTo>
                  <a:lnTo>
                    <a:pt x="374706" y="203458"/>
                  </a:lnTo>
                  <a:lnTo>
                    <a:pt x="378274" y="202621"/>
                  </a:lnTo>
                  <a:lnTo>
                    <a:pt x="381843" y="201631"/>
                  </a:lnTo>
                  <a:lnTo>
                    <a:pt x="385412" y="200399"/>
                  </a:lnTo>
                  <a:lnTo>
                    <a:pt x="388980" y="199263"/>
                  </a:lnTo>
                  <a:lnTo>
                    <a:pt x="392549" y="198190"/>
                  </a:lnTo>
                  <a:lnTo>
                    <a:pt x="396118" y="196825"/>
                  </a:lnTo>
                  <a:lnTo>
                    <a:pt x="399686" y="195642"/>
                  </a:lnTo>
                  <a:lnTo>
                    <a:pt x="403255" y="194587"/>
                  </a:lnTo>
                  <a:lnTo>
                    <a:pt x="406824" y="193959"/>
                  </a:lnTo>
                  <a:lnTo>
                    <a:pt x="410392" y="192935"/>
                  </a:lnTo>
                  <a:lnTo>
                    <a:pt x="413961" y="192029"/>
                  </a:lnTo>
                  <a:lnTo>
                    <a:pt x="417529" y="190832"/>
                  </a:lnTo>
                  <a:lnTo>
                    <a:pt x="421098" y="189737"/>
                  </a:lnTo>
                  <a:lnTo>
                    <a:pt x="424667" y="188513"/>
                  </a:lnTo>
                  <a:lnTo>
                    <a:pt x="428235" y="187663"/>
                  </a:lnTo>
                  <a:lnTo>
                    <a:pt x="431804" y="186539"/>
                  </a:lnTo>
                  <a:lnTo>
                    <a:pt x="435373" y="185371"/>
                  </a:lnTo>
                  <a:lnTo>
                    <a:pt x="438941" y="184296"/>
                  </a:lnTo>
                  <a:lnTo>
                    <a:pt x="442510" y="183114"/>
                  </a:lnTo>
                  <a:lnTo>
                    <a:pt x="446078" y="181842"/>
                  </a:lnTo>
                  <a:lnTo>
                    <a:pt x="449647" y="180405"/>
                  </a:lnTo>
                  <a:lnTo>
                    <a:pt x="453216" y="179100"/>
                  </a:lnTo>
                  <a:lnTo>
                    <a:pt x="456784" y="177800"/>
                  </a:lnTo>
                  <a:lnTo>
                    <a:pt x="460353" y="176557"/>
                  </a:lnTo>
                  <a:lnTo>
                    <a:pt x="463922" y="175211"/>
                  </a:lnTo>
                  <a:lnTo>
                    <a:pt x="467490" y="173700"/>
                  </a:lnTo>
                  <a:lnTo>
                    <a:pt x="471059" y="172602"/>
                  </a:lnTo>
                  <a:lnTo>
                    <a:pt x="474628" y="171208"/>
                  </a:lnTo>
                  <a:lnTo>
                    <a:pt x="478196" y="169957"/>
                  </a:lnTo>
                  <a:lnTo>
                    <a:pt x="481765" y="168625"/>
                  </a:lnTo>
                  <a:lnTo>
                    <a:pt x="485333" y="167449"/>
                  </a:lnTo>
                  <a:lnTo>
                    <a:pt x="488902" y="166187"/>
                  </a:lnTo>
                  <a:lnTo>
                    <a:pt x="492471" y="164562"/>
                  </a:lnTo>
                  <a:lnTo>
                    <a:pt x="496039" y="163296"/>
                  </a:lnTo>
                  <a:lnTo>
                    <a:pt x="499608" y="162285"/>
                  </a:lnTo>
                  <a:lnTo>
                    <a:pt x="503177" y="160965"/>
                  </a:lnTo>
                  <a:lnTo>
                    <a:pt x="506745" y="159539"/>
                  </a:lnTo>
                  <a:lnTo>
                    <a:pt x="510314" y="158318"/>
                  </a:lnTo>
                  <a:lnTo>
                    <a:pt x="513882" y="156833"/>
                  </a:lnTo>
                  <a:lnTo>
                    <a:pt x="517451" y="155217"/>
                  </a:lnTo>
                  <a:lnTo>
                    <a:pt x="521020" y="153818"/>
                  </a:lnTo>
                  <a:lnTo>
                    <a:pt x="524588" y="152746"/>
                  </a:lnTo>
                  <a:lnTo>
                    <a:pt x="528157" y="151770"/>
                  </a:lnTo>
                  <a:lnTo>
                    <a:pt x="531726" y="150338"/>
                  </a:lnTo>
                  <a:lnTo>
                    <a:pt x="535294" y="148966"/>
                  </a:lnTo>
                  <a:lnTo>
                    <a:pt x="538863" y="147198"/>
                  </a:lnTo>
                  <a:lnTo>
                    <a:pt x="542432" y="145959"/>
                  </a:lnTo>
                  <a:lnTo>
                    <a:pt x="546000" y="144951"/>
                  </a:lnTo>
                  <a:lnTo>
                    <a:pt x="549569" y="143199"/>
                  </a:lnTo>
                  <a:lnTo>
                    <a:pt x="553137" y="141409"/>
                  </a:lnTo>
                  <a:lnTo>
                    <a:pt x="556706" y="140561"/>
                  </a:lnTo>
                  <a:lnTo>
                    <a:pt x="560275" y="139584"/>
                  </a:lnTo>
                  <a:lnTo>
                    <a:pt x="563843" y="138339"/>
                  </a:lnTo>
                  <a:lnTo>
                    <a:pt x="567412" y="136881"/>
                  </a:lnTo>
                  <a:lnTo>
                    <a:pt x="570981" y="135368"/>
                  </a:lnTo>
                  <a:lnTo>
                    <a:pt x="574549" y="133890"/>
                  </a:lnTo>
                  <a:lnTo>
                    <a:pt x="578118" y="132724"/>
                  </a:lnTo>
                  <a:lnTo>
                    <a:pt x="581686" y="131026"/>
                  </a:lnTo>
                  <a:lnTo>
                    <a:pt x="585255" y="129346"/>
                  </a:lnTo>
                  <a:lnTo>
                    <a:pt x="588824" y="127841"/>
                  </a:lnTo>
                  <a:lnTo>
                    <a:pt x="592392" y="126016"/>
                  </a:lnTo>
                  <a:lnTo>
                    <a:pt x="595961" y="124602"/>
                  </a:lnTo>
                  <a:lnTo>
                    <a:pt x="599530" y="123186"/>
                  </a:lnTo>
                  <a:lnTo>
                    <a:pt x="603098" y="121762"/>
                  </a:lnTo>
                  <a:lnTo>
                    <a:pt x="606667" y="120343"/>
                  </a:lnTo>
                  <a:lnTo>
                    <a:pt x="610236" y="118889"/>
                  </a:lnTo>
                  <a:lnTo>
                    <a:pt x="613804" y="117209"/>
                  </a:lnTo>
                  <a:lnTo>
                    <a:pt x="617373" y="115632"/>
                  </a:lnTo>
                  <a:lnTo>
                    <a:pt x="620941" y="114175"/>
                  </a:lnTo>
                  <a:lnTo>
                    <a:pt x="624510" y="112766"/>
                  </a:lnTo>
                  <a:lnTo>
                    <a:pt x="628079" y="111116"/>
                  </a:lnTo>
                  <a:lnTo>
                    <a:pt x="631647" y="109460"/>
                  </a:lnTo>
                  <a:lnTo>
                    <a:pt x="635216" y="107898"/>
                  </a:lnTo>
                  <a:lnTo>
                    <a:pt x="638785" y="106117"/>
                  </a:lnTo>
                  <a:lnTo>
                    <a:pt x="642353" y="104797"/>
                  </a:lnTo>
                  <a:lnTo>
                    <a:pt x="645922" y="103243"/>
                  </a:lnTo>
                  <a:lnTo>
                    <a:pt x="649490" y="101496"/>
                  </a:lnTo>
                  <a:lnTo>
                    <a:pt x="653059" y="100020"/>
                  </a:lnTo>
                  <a:lnTo>
                    <a:pt x="656628" y="98376"/>
                  </a:lnTo>
                  <a:lnTo>
                    <a:pt x="660196" y="96993"/>
                  </a:lnTo>
                  <a:lnTo>
                    <a:pt x="663765" y="95419"/>
                  </a:lnTo>
                  <a:lnTo>
                    <a:pt x="667334" y="93853"/>
                  </a:lnTo>
                  <a:lnTo>
                    <a:pt x="670902" y="92266"/>
                  </a:lnTo>
                  <a:lnTo>
                    <a:pt x="674471" y="90420"/>
                  </a:lnTo>
                  <a:lnTo>
                    <a:pt x="678040" y="88735"/>
                  </a:lnTo>
                  <a:lnTo>
                    <a:pt x="681608" y="86961"/>
                  </a:lnTo>
                  <a:lnTo>
                    <a:pt x="685177" y="85191"/>
                  </a:lnTo>
                  <a:lnTo>
                    <a:pt x="688745" y="83422"/>
                  </a:lnTo>
                  <a:lnTo>
                    <a:pt x="692314" y="81638"/>
                  </a:lnTo>
                  <a:lnTo>
                    <a:pt x="695883" y="79916"/>
                  </a:lnTo>
                  <a:lnTo>
                    <a:pt x="699451" y="78329"/>
                  </a:lnTo>
                  <a:lnTo>
                    <a:pt x="703020" y="76857"/>
                  </a:lnTo>
                  <a:lnTo>
                    <a:pt x="706589" y="75380"/>
                  </a:lnTo>
                  <a:lnTo>
                    <a:pt x="710157" y="73778"/>
                  </a:lnTo>
                  <a:lnTo>
                    <a:pt x="713726" y="72040"/>
                  </a:lnTo>
                  <a:lnTo>
                    <a:pt x="717294" y="70166"/>
                  </a:lnTo>
                  <a:lnTo>
                    <a:pt x="720863" y="68122"/>
                  </a:lnTo>
                  <a:lnTo>
                    <a:pt x="724432" y="66078"/>
                  </a:lnTo>
                  <a:lnTo>
                    <a:pt x="728000" y="64031"/>
                  </a:lnTo>
                  <a:lnTo>
                    <a:pt x="731569" y="61982"/>
                  </a:lnTo>
                  <a:lnTo>
                    <a:pt x="735138" y="60078"/>
                  </a:lnTo>
                  <a:lnTo>
                    <a:pt x="738706" y="58074"/>
                  </a:lnTo>
                  <a:lnTo>
                    <a:pt x="742275" y="56323"/>
                  </a:lnTo>
                  <a:lnTo>
                    <a:pt x="745844" y="54050"/>
                  </a:lnTo>
                  <a:lnTo>
                    <a:pt x="749412" y="52217"/>
                  </a:lnTo>
                  <a:lnTo>
                    <a:pt x="752981" y="50828"/>
                  </a:lnTo>
                  <a:lnTo>
                    <a:pt x="756549" y="49284"/>
                  </a:lnTo>
                  <a:lnTo>
                    <a:pt x="760118" y="47467"/>
                  </a:lnTo>
                  <a:lnTo>
                    <a:pt x="763687" y="45638"/>
                  </a:lnTo>
                  <a:lnTo>
                    <a:pt x="767255" y="43807"/>
                  </a:lnTo>
                  <a:lnTo>
                    <a:pt x="770824" y="41519"/>
                  </a:lnTo>
                  <a:lnTo>
                    <a:pt x="774393" y="39193"/>
                  </a:lnTo>
                  <a:lnTo>
                    <a:pt x="777961" y="37600"/>
                  </a:lnTo>
                  <a:lnTo>
                    <a:pt x="781530" y="36009"/>
                  </a:lnTo>
                  <a:lnTo>
                    <a:pt x="785098" y="34417"/>
                  </a:lnTo>
                  <a:lnTo>
                    <a:pt x="788667" y="32820"/>
                  </a:lnTo>
                  <a:lnTo>
                    <a:pt x="792236" y="31040"/>
                  </a:lnTo>
                  <a:lnTo>
                    <a:pt x="795804" y="29203"/>
                  </a:lnTo>
                  <a:lnTo>
                    <a:pt x="799373" y="27375"/>
                  </a:lnTo>
                  <a:lnTo>
                    <a:pt x="802942" y="25545"/>
                  </a:lnTo>
                  <a:lnTo>
                    <a:pt x="806510" y="23714"/>
                  </a:lnTo>
                  <a:lnTo>
                    <a:pt x="810079" y="21915"/>
                  </a:lnTo>
                  <a:lnTo>
                    <a:pt x="813648" y="20044"/>
                  </a:lnTo>
                  <a:lnTo>
                    <a:pt x="817216" y="18191"/>
                  </a:lnTo>
                  <a:lnTo>
                    <a:pt x="820785" y="16210"/>
                  </a:lnTo>
                  <a:lnTo>
                    <a:pt x="824353" y="14088"/>
                  </a:lnTo>
                  <a:lnTo>
                    <a:pt x="827922" y="12103"/>
                  </a:lnTo>
                  <a:lnTo>
                    <a:pt x="831491" y="10740"/>
                  </a:lnTo>
                  <a:lnTo>
                    <a:pt x="835059" y="9004"/>
                  </a:lnTo>
                  <a:lnTo>
                    <a:pt x="838628" y="7160"/>
                  </a:lnTo>
                  <a:lnTo>
                    <a:pt x="842197" y="5229"/>
                  </a:lnTo>
                  <a:lnTo>
                    <a:pt x="845765" y="3324"/>
                  </a:lnTo>
                  <a:lnTo>
                    <a:pt x="849334" y="1630"/>
                  </a:lnTo>
                  <a:lnTo>
                    <a:pt x="852902" y="0"/>
                  </a:lnTo>
                  <a:lnTo>
                    <a:pt x="852902" y="244905"/>
                  </a:lnTo>
                  <a:lnTo>
                    <a:pt x="849334" y="245357"/>
                  </a:lnTo>
                  <a:lnTo>
                    <a:pt x="845765" y="245804"/>
                  </a:lnTo>
                  <a:lnTo>
                    <a:pt x="842197" y="246315"/>
                  </a:lnTo>
                  <a:lnTo>
                    <a:pt x="838628" y="246871"/>
                  </a:lnTo>
                  <a:lnTo>
                    <a:pt x="835059" y="247487"/>
                  </a:lnTo>
                  <a:lnTo>
                    <a:pt x="831491" y="247886"/>
                  </a:lnTo>
                  <a:lnTo>
                    <a:pt x="827922" y="248334"/>
                  </a:lnTo>
                  <a:lnTo>
                    <a:pt x="824353" y="248664"/>
                  </a:lnTo>
                  <a:lnTo>
                    <a:pt x="820785" y="249053"/>
                  </a:lnTo>
                  <a:lnTo>
                    <a:pt x="817216" y="249440"/>
                  </a:lnTo>
                  <a:lnTo>
                    <a:pt x="813648" y="249927"/>
                  </a:lnTo>
                  <a:lnTo>
                    <a:pt x="810079" y="250289"/>
                  </a:lnTo>
                  <a:lnTo>
                    <a:pt x="806510" y="250606"/>
                  </a:lnTo>
                  <a:lnTo>
                    <a:pt x="802942" y="251056"/>
                  </a:lnTo>
                  <a:lnTo>
                    <a:pt x="799373" y="251382"/>
                  </a:lnTo>
                  <a:lnTo>
                    <a:pt x="795804" y="251544"/>
                  </a:lnTo>
                  <a:lnTo>
                    <a:pt x="792236" y="251912"/>
                  </a:lnTo>
                  <a:lnTo>
                    <a:pt x="788667" y="252106"/>
                  </a:lnTo>
                  <a:lnTo>
                    <a:pt x="785098" y="252299"/>
                  </a:lnTo>
                  <a:lnTo>
                    <a:pt x="781530" y="252865"/>
                  </a:lnTo>
                  <a:lnTo>
                    <a:pt x="777961" y="252903"/>
                  </a:lnTo>
                  <a:lnTo>
                    <a:pt x="774393" y="253315"/>
                  </a:lnTo>
                  <a:lnTo>
                    <a:pt x="770824" y="253613"/>
                  </a:lnTo>
                  <a:lnTo>
                    <a:pt x="767255" y="253788"/>
                  </a:lnTo>
                  <a:lnTo>
                    <a:pt x="763687" y="253962"/>
                  </a:lnTo>
                  <a:lnTo>
                    <a:pt x="760118" y="254057"/>
                  </a:lnTo>
                  <a:lnTo>
                    <a:pt x="756549" y="254328"/>
                  </a:lnTo>
                  <a:lnTo>
                    <a:pt x="752981" y="254635"/>
                  </a:lnTo>
                  <a:lnTo>
                    <a:pt x="749412" y="254997"/>
                  </a:lnTo>
                  <a:lnTo>
                    <a:pt x="745844" y="255326"/>
                  </a:lnTo>
                  <a:lnTo>
                    <a:pt x="742275" y="255507"/>
                  </a:lnTo>
                  <a:lnTo>
                    <a:pt x="738706" y="255754"/>
                  </a:lnTo>
                  <a:lnTo>
                    <a:pt x="735138" y="256072"/>
                  </a:lnTo>
                  <a:lnTo>
                    <a:pt x="731569" y="256387"/>
                  </a:lnTo>
                  <a:lnTo>
                    <a:pt x="728000" y="256881"/>
                  </a:lnTo>
                  <a:lnTo>
                    <a:pt x="724432" y="257302"/>
                  </a:lnTo>
                  <a:lnTo>
                    <a:pt x="720863" y="257662"/>
                  </a:lnTo>
                  <a:lnTo>
                    <a:pt x="717294" y="257843"/>
                  </a:lnTo>
                  <a:lnTo>
                    <a:pt x="713726" y="258325"/>
                  </a:lnTo>
                  <a:lnTo>
                    <a:pt x="710157" y="258430"/>
                  </a:lnTo>
                  <a:lnTo>
                    <a:pt x="706589" y="258780"/>
                  </a:lnTo>
                  <a:lnTo>
                    <a:pt x="703020" y="259291"/>
                  </a:lnTo>
                  <a:lnTo>
                    <a:pt x="699451" y="259880"/>
                  </a:lnTo>
                  <a:lnTo>
                    <a:pt x="695883" y="260422"/>
                  </a:lnTo>
                  <a:lnTo>
                    <a:pt x="692314" y="260781"/>
                  </a:lnTo>
                  <a:lnTo>
                    <a:pt x="688745" y="261139"/>
                  </a:lnTo>
                  <a:lnTo>
                    <a:pt x="685177" y="261432"/>
                  </a:lnTo>
                  <a:lnTo>
                    <a:pt x="681608" y="261967"/>
                  </a:lnTo>
                  <a:lnTo>
                    <a:pt x="678040" y="262345"/>
                  </a:lnTo>
                  <a:lnTo>
                    <a:pt x="674471" y="262605"/>
                  </a:lnTo>
                  <a:lnTo>
                    <a:pt x="670902" y="263031"/>
                  </a:lnTo>
                  <a:lnTo>
                    <a:pt x="667334" y="263468"/>
                  </a:lnTo>
                  <a:lnTo>
                    <a:pt x="663765" y="263907"/>
                  </a:lnTo>
                  <a:lnTo>
                    <a:pt x="660196" y="264470"/>
                  </a:lnTo>
                  <a:lnTo>
                    <a:pt x="656628" y="264921"/>
                  </a:lnTo>
                  <a:lnTo>
                    <a:pt x="653059" y="265300"/>
                  </a:lnTo>
                  <a:lnTo>
                    <a:pt x="649490" y="265721"/>
                  </a:lnTo>
                  <a:lnTo>
                    <a:pt x="645922" y="266089"/>
                  </a:lnTo>
                  <a:lnTo>
                    <a:pt x="642353" y="266487"/>
                  </a:lnTo>
                  <a:lnTo>
                    <a:pt x="638785" y="266852"/>
                  </a:lnTo>
                  <a:lnTo>
                    <a:pt x="635216" y="267183"/>
                  </a:lnTo>
                  <a:lnTo>
                    <a:pt x="631647" y="267570"/>
                  </a:lnTo>
                  <a:lnTo>
                    <a:pt x="628079" y="268050"/>
                  </a:lnTo>
                  <a:lnTo>
                    <a:pt x="624510" y="268547"/>
                  </a:lnTo>
                  <a:lnTo>
                    <a:pt x="620941" y="269077"/>
                  </a:lnTo>
                  <a:lnTo>
                    <a:pt x="617373" y="269537"/>
                  </a:lnTo>
                  <a:lnTo>
                    <a:pt x="613804" y="269745"/>
                  </a:lnTo>
                  <a:lnTo>
                    <a:pt x="610236" y="270051"/>
                  </a:lnTo>
                  <a:lnTo>
                    <a:pt x="606667" y="270397"/>
                  </a:lnTo>
                  <a:lnTo>
                    <a:pt x="603098" y="270783"/>
                  </a:lnTo>
                  <a:lnTo>
                    <a:pt x="599530" y="271168"/>
                  </a:lnTo>
                  <a:lnTo>
                    <a:pt x="595961" y="271553"/>
                  </a:lnTo>
                  <a:lnTo>
                    <a:pt x="592392" y="271936"/>
                  </a:lnTo>
                  <a:lnTo>
                    <a:pt x="588824" y="272210"/>
                  </a:lnTo>
                  <a:lnTo>
                    <a:pt x="585255" y="272438"/>
                  </a:lnTo>
                  <a:lnTo>
                    <a:pt x="581686" y="272858"/>
                  </a:lnTo>
                  <a:lnTo>
                    <a:pt x="578118" y="273478"/>
                  </a:lnTo>
                  <a:lnTo>
                    <a:pt x="574549" y="273861"/>
                  </a:lnTo>
                  <a:lnTo>
                    <a:pt x="570981" y="274200"/>
                  </a:lnTo>
                  <a:lnTo>
                    <a:pt x="567412" y="274520"/>
                  </a:lnTo>
                  <a:lnTo>
                    <a:pt x="563843" y="274916"/>
                  </a:lnTo>
                  <a:lnTo>
                    <a:pt x="560275" y="275392"/>
                  </a:lnTo>
                  <a:lnTo>
                    <a:pt x="556706" y="275829"/>
                  </a:lnTo>
                  <a:lnTo>
                    <a:pt x="553137" y="276305"/>
                  </a:lnTo>
                  <a:lnTo>
                    <a:pt x="549569" y="276749"/>
                  </a:lnTo>
                  <a:lnTo>
                    <a:pt x="546000" y="277385"/>
                  </a:lnTo>
                  <a:lnTo>
                    <a:pt x="542432" y="277952"/>
                  </a:lnTo>
                  <a:lnTo>
                    <a:pt x="538863" y="278473"/>
                  </a:lnTo>
                  <a:lnTo>
                    <a:pt x="535294" y="278922"/>
                  </a:lnTo>
                  <a:lnTo>
                    <a:pt x="531726" y="279382"/>
                  </a:lnTo>
                  <a:lnTo>
                    <a:pt x="528157" y="280026"/>
                  </a:lnTo>
                  <a:lnTo>
                    <a:pt x="524588" y="280669"/>
                  </a:lnTo>
                  <a:lnTo>
                    <a:pt x="521020" y="281272"/>
                  </a:lnTo>
                  <a:lnTo>
                    <a:pt x="517451" y="281929"/>
                  </a:lnTo>
                  <a:lnTo>
                    <a:pt x="513882" y="282660"/>
                  </a:lnTo>
                  <a:lnTo>
                    <a:pt x="510314" y="283193"/>
                  </a:lnTo>
                  <a:lnTo>
                    <a:pt x="506745" y="283821"/>
                  </a:lnTo>
                  <a:lnTo>
                    <a:pt x="503177" y="284363"/>
                  </a:lnTo>
                  <a:lnTo>
                    <a:pt x="499608" y="284654"/>
                  </a:lnTo>
                  <a:lnTo>
                    <a:pt x="496039" y="285173"/>
                  </a:lnTo>
                  <a:lnTo>
                    <a:pt x="492471" y="285757"/>
                  </a:lnTo>
                  <a:lnTo>
                    <a:pt x="488902" y="286333"/>
                  </a:lnTo>
                  <a:lnTo>
                    <a:pt x="485333" y="287146"/>
                  </a:lnTo>
                  <a:lnTo>
                    <a:pt x="481765" y="288030"/>
                  </a:lnTo>
                  <a:lnTo>
                    <a:pt x="478196" y="288184"/>
                  </a:lnTo>
                  <a:lnTo>
                    <a:pt x="474628" y="288826"/>
                  </a:lnTo>
                  <a:lnTo>
                    <a:pt x="471059" y="289678"/>
                  </a:lnTo>
                  <a:lnTo>
                    <a:pt x="467490" y="290177"/>
                  </a:lnTo>
                  <a:lnTo>
                    <a:pt x="463922" y="290707"/>
                  </a:lnTo>
                  <a:lnTo>
                    <a:pt x="460353" y="291397"/>
                  </a:lnTo>
                  <a:lnTo>
                    <a:pt x="456784" y="292081"/>
                  </a:lnTo>
                  <a:lnTo>
                    <a:pt x="453216" y="292639"/>
                  </a:lnTo>
                  <a:lnTo>
                    <a:pt x="449647" y="293443"/>
                  </a:lnTo>
                  <a:lnTo>
                    <a:pt x="446078" y="294188"/>
                  </a:lnTo>
                  <a:lnTo>
                    <a:pt x="442510" y="294686"/>
                  </a:lnTo>
                  <a:lnTo>
                    <a:pt x="438941" y="295206"/>
                  </a:lnTo>
                  <a:lnTo>
                    <a:pt x="435373" y="295784"/>
                  </a:lnTo>
                  <a:lnTo>
                    <a:pt x="431804" y="296444"/>
                  </a:lnTo>
                  <a:lnTo>
                    <a:pt x="428235" y="297104"/>
                  </a:lnTo>
                  <a:lnTo>
                    <a:pt x="424667" y="297759"/>
                  </a:lnTo>
                  <a:lnTo>
                    <a:pt x="421098" y="298499"/>
                  </a:lnTo>
                  <a:lnTo>
                    <a:pt x="417529" y="299122"/>
                  </a:lnTo>
                  <a:lnTo>
                    <a:pt x="413961" y="299910"/>
                  </a:lnTo>
                  <a:lnTo>
                    <a:pt x="410392" y="300575"/>
                  </a:lnTo>
                  <a:lnTo>
                    <a:pt x="406824" y="301339"/>
                  </a:lnTo>
                  <a:lnTo>
                    <a:pt x="403255" y="301713"/>
                  </a:lnTo>
                  <a:lnTo>
                    <a:pt x="399686" y="302353"/>
                  </a:lnTo>
                  <a:lnTo>
                    <a:pt x="396118" y="303064"/>
                  </a:lnTo>
                  <a:lnTo>
                    <a:pt x="392549" y="303743"/>
                  </a:lnTo>
                  <a:lnTo>
                    <a:pt x="388980" y="304403"/>
                  </a:lnTo>
                  <a:lnTo>
                    <a:pt x="385412" y="305186"/>
                  </a:lnTo>
                  <a:lnTo>
                    <a:pt x="381843" y="305761"/>
                  </a:lnTo>
                  <a:lnTo>
                    <a:pt x="378274" y="306146"/>
                  </a:lnTo>
                  <a:lnTo>
                    <a:pt x="374706" y="306599"/>
                  </a:lnTo>
                  <a:lnTo>
                    <a:pt x="371137" y="307341"/>
                  </a:lnTo>
                  <a:lnTo>
                    <a:pt x="367569" y="307855"/>
                  </a:lnTo>
                  <a:lnTo>
                    <a:pt x="364000" y="308665"/>
                  </a:lnTo>
                  <a:lnTo>
                    <a:pt x="360431" y="309312"/>
                  </a:lnTo>
                  <a:lnTo>
                    <a:pt x="356863" y="310009"/>
                  </a:lnTo>
                  <a:lnTo>
                    <a:pt x="353294" y="310614"/>
                  </a:lnTo>
                  <a:lnTo>
                    <a:pt x="349725" y="311278"/>
                  </a:lnTo>
                  <a:lnTo>
                    <a:pt x="346157" y="311863"/>
                  </a:lnTo>
                  <a:lnTo>
                    <a:pt x="342588" y="312511"/>
                  </a:lnTo>
                  <a:lnTo>
                    <a:pt x="339020" y="313318"/>
                  </a:lnTo>
                  <a:lnTo>
                    <a:pt x="335451" y="313927"/>
                  </a:lnTo>
                  <a:lnTo>
                    <a:pt x="331882" y="314742"/>
                  </a:lnTo>
                  <a:lnTo>
                    <a:pt x="328314" y="315557"/>
                  </a:lnTo>
                  <a:lnTo>
                    <a:pt x="324745" y="316350"/>
                  </a:lnTo>
                  <a:lnTo>
                    <a:pt x="321176" y="316901"/>
                  </a:lnTo>
                  <a:lnTo>
                    <a:pt x="317608" y="317486"/>
                  </a:lnTo>
                  <a:lnTo>
                    <a:pt x="314039" y="318158"/>
                  </a:lnTo>
                  <a:lnTo>
                    <a:pt x="310470" y="318763"/>
                  </a:lnTo>
                  <a:lnTo>
                    <a:pt x="306902" y="319603"/>
                  </a:lnTo>
                  <a:lnTo>
                    <a:pt x="303333" y="320406"/>
                  </a:lnTo>
                  <a:lnTo>
                    <a:pt x="299765" y="321126"/>
                  </a:lnTo>
                  <a:lnTo>
                    <a:pt x="296196" y="321713"/>
                  </a:lnTo>
                  <a:lnTo>
                    <a:pt x="292627" y="322650"/>
                  </a:lnTo>
                  <a:lnTo>
                    <a:pt x="289059" y="323464"/>
                  </a:lnTo>
                  <a:lnTo>
                    <a:pt x="285490" y="324333"/>
                  </a:lnTo>
                  <a:lnTo>
                    <a:pt x="281921" y="324868"/>
                  </a:lnTo>
                  <a:lnTo>
                    <a:pt x="278353" y="325628"/>
                  </a:lnTo>
                  <a:lnTo>
                    <a:pt x="274784" y="326341"/>
                  </a:lnTo>
                  <a:lnTo>
                    <a:pt x="271216" y="327103"/>
                  </a:lnTo>
                  <a:lnTo>
                    <a:pt x="267647" y="327834"/>
                  </a:lnTo>
                  <a:lnTo>
                    <a:pt x="264078" y="328650"/>
                  </a:lnTo>
                  <a:lnTo>
                    <a:pt x="260510" y="329427"/>
                  </a:lnTo>
                  <a:lnTo>
                    <a:pt x="256941" y="330308"/>
                  </a:lnTo>
                  <a:lnTo>
                    <a:pt x="253372" y="331112"/>
                  </a:lnTo>
                  <a:lnTo>
                    <a:pt x="249804" y="331865"/>
                  </a:lnTo>
                  <a:lnTo>
                    <a:pt x="246235" y="332630"/>
                  </a:lnTo>
                  <a:lnTo>
                    <a:pt x="242666" y="333422"/>
                  </a:lnTo>
                  <a:lnTo>
                    <a:pt x="239098" y="334073"/>
                  </a:lnTo>
                  <a:lnTo>
                    <a:pt x="235529" y="335024"/>
                  </a:lnTo>
                  <a:lnTo>
                    <a:pt x="231961" y="335786"/>
                  </a:lnTo>
                  <a:lnTo>
                    <a:pt x="228392" y="336552"/>
                  </a:lnTo>
                  <a:lnTo>
                    <a:pt x="224823" y="337022"/>
                  </a:lnTo>
                  <a:lnTo>
                    <a:pt x="221255" y="337487"/>
                  </a:lnTo>
                  <a:lnTo>
                    <a:pt x="217686" y="338246"/>
                  </a:lnTo>
                  <a:lnTo>
                    <a:pt x="214117" y="339125"/>
                  </a:lnTo>
                  <a:lnTo>
                    <a:pt x="210549" y="339882"/>
                  </a:lnTo>
                  <a:lnTo>
                    <a:pt x="206980" y="340551"/>
                  </a:lnTo>
                  <a:lnTo>
                    <a:pt x="203412" y="341375"/>
                  </a:lnTo>
                  <a:lnTo>
                    <a:pt x="199843" y="342193"/>
                  </a:lnTo>
                  <a:lnTo>
                    <a:pt x="196274" y="342846"/>
                  </a:lnTo>
                  <a:lnTo>
                    <a:pt x="192706" y="343520"/>
                  </a:lnTo>
                  <a:lnTo>
                    <a:pt x="189137" y="344361"/>
                  </a:lnTo>
                  <a:lnTo>
                    <a:pt x="185568" y="345349"/>
                  </a:lnTo>
                  <a:lnTo>
                    <a:pt x="182000" y="346232"/>
                  </a:lnTo>
                  <a:lnTo>
                    <a:pt x="178431" y="346930"/>
                  </a:lnTo>
                  <a:lnTo>
                    <a:pt x="174862" y="347811"/>
                  </a:lnTo>
                  <a:lnTo>
                    <a:pt x="171294" y="348624"/>
                  </a:lnTo>
                  <a:lnTo>
                    <a:pt x="167725" y="349484"/>
                  </a:lnTo>
                  <a:lnTo>
                    <a:pt x="164157" y="350338"/>
                  </a:lnTo>
                  <a:lnTo>
                    <a:pt x="160588" y="351212"/>
                  </a:lnTo>
                  <a:lnTo>
                    <a:pt x="157019" y="352028"/>
                  </a:lnTo>
                  <a:lnTo>
                    <a:pt x="153451" y="352859"/>
                  </a:lnTo>
                  <a:lnTo>
                    <a:pt x="149882" y="353712"/>
                  </a:lnTo>
                  <a:lnTo>
                    <a:pt x="146313" y="354493"/>
                  </a:lnTo>
                  <a:lnTo>
                    <a:pt x="142745" y="355383"/>
                  </a:lnTo>
                  <a:lnTo>
                    <a:pt x="139176" y="356249"/>
                  </a:lnTo>
                  <a:lnTo>
                    <a:pt x="135608" y="356897"/>
                  </a:lnTo>
                  <a:lnTo>
                    <a:pt x="132039" y="357863"/>
                  </a:lnTo>
                  <a:lnTo>
                    <a:pt x="128470" y="358520"/>
                  </a:lnTo>
                  <a:lnTo>
                    <a:pt x="124902" y="359098"/>
                  </a:lnTo>
                  <a:lnTo>
                    <a:pt x="121333" y="360057"/>
                  </a:lnTo>
                  <a:lnTo>
                    <a:pt x="117764" y="360915"/>
                  </a:lnTo>
                  <a:lnTo>
                    <a:pt x="114196" y="361822"/>
                  </a:lnTo>
                  <a:lnTo>
                    <a:pt x="110627" y="362477"/>
                  </a:lnTo>
                  <a:lnTo>
                    <a:pt x="107058" y="362969"/>
                  </a:lnTo>
                  <a:lnTo>
                    <a:pt x="103490" y="363710"/>
                  </a:lnTo>
                  <a:lnTo>
                    <a:pt x="99921" y="364525"/>
                  </a:lnTo>
                  <a:lnTo>
                    <a:pt x="96353" y="365078"/>
                  </a:lnTo>
                  <a:lnTo>
                    <a:pt x="92784" y="365723"/>
                  </a:lnTo>
                  <a:lnTo>
                    <a:pt x="89215" y="366393"/>
                  </a:lnTo>
                  <a:lnTo>
                    <a:pt x="85647" y="367124"/>
                  </a:lnTo>
                  <a:lnTo>
                    <a:pt x="82078" y="368001"/>
                  </a:lnTo>
                  <a:lnTo>
                    <a:pt x="78509" y="368872"/>
                  </a:lnTo>
                  <a:lnTo>
                    <a:pt x="74941" y="369611"/>
                  </a:lnTo>
                  <a:lnTo>
                    <a:pt x="71372" y="370357"/>
                  </a:lnTo>
                  <a:lnTo>
                    <a:pt x="67804" y="371083"/>
                  </a:lnTo>
                  <a:lnTo>
                    <a:pt x="64235" y="371904"/>
                  </a:lnTo>
                  <a:lnTo>
                    <a:pt x="60666" y="372707"/>
                  </a:lnTo>
                  <a:lnTo>
                    <a:pt x="57098" y="373306"/>
                  </a:lnTo>
                  <a:lnTo>
                    <a:pt x="53529" y="374056"/>
                  </a:lnTo>
                  <a:lnTo>
                    <a:pt x="49960" y="374651"/>
                  </a:lnTo>
                  <a:lnTo>
                    <a:pt x="46392" y="375397"/>
                  </a:lnTo>
                  <a:lnTo>
                    <a:pt x="42823" y="375939"/>
                  </a:lnTo>
                  <a:lnTo>
                    <a:pt x="39254" y="376707"/>
                  </a:lnTo>
                  <a:lnTo>
                    <a:pt x="35686" y="377364"/>
                  </a:lnTo>
                  <a:lnTo>
                    <a:pt x="32117" y="378008"/>
                  </a:lnTo>
                  <a:lnTo>
                    <a:pt x="28549" y="378684"/>
                  </a:lnTo>
                  <a:lnTo>
                    <a:pt x="24980" y="379398"/>
                  </a:lnTo>
                  <a:lnTo>
                    <a:pt x="21411" y="380036"/>
                  </a:lnTo>
                  <a:lnTo>
                    <a:pt x="17843" y="380739"/>
                  </a:lnTo>
                  <a:lnTo>
                    <a:pt x="14274" y="381358"/>
                  </a:lnTo>
                  <a:lnTo>
                    <a:pt x="10705" y="381973"/>
                  </a:lnTo>
                  <a:lnTo>
                    <a:pt x="7137" y="382736"/>
                  </a:lnTo>
                  <a:lnTo>
                    <a:pt x="3568" y="383355"/>
                  </a:lnTo>
                  <a:lnTo>
                    <a:pt x="0" y="384039"/>
                  </a:lnTo>
                  <a:close/>
                </a:path>
              </a:pathLst>
            </a:custGeom>
            <a:solidFill>
              <a:srgbClr val="E69F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433320" y="2953134"/>
              <a:ext cx="852902" cy="267391"/>
            </a:xfrm>
            <a:custGeom>
              <a:avLst/>
              <a:pathLst>
                <a:path w="852902" h="267391">
                  <a:moveTo>
                    <a:pt x="0" y="267391"/>
                  </a:moveTo>
                  <a:lnTo>
                    <a:pt x="3568" y="266932"/>
                  </a:lnTo>
                  <a:lnTo>
                    <a:pt x="7137" y="266479"/>
                  </a:lnTo>
                  <a:lnTo>
                    <a:pt x="10705" y="266017"/>
                  </a:lnTo>
                  <a:lnTo>
                    <a:pt x="14274" y="265555"/>
                  </a:lnTo>
                  <a:lnTo>
                    <a:pt x="17843" y="265089"/>
                  </a:lnTo>
                  <a:lnTo>
                    <a:pt x="21411" y="264624"/>
                  </a:lnTo>
                  <a:lnTo>
                    <a:pt x="24980" y="264283"/>
                  </a:lnTo>
                  <a:lnTo>
                    <a:pt x="28549" y="263833"/>
                  </a:lnTo>
                  <a:lnTo>
                    <a:pt x="32117" y="263385"/>
                  </a:lnTo>
                  <a:lnTo>
                    <a:pt x="35686" y="262905"/>
                  </a:lnTo>
                  <a:lnTo>
                    <a:pt x="39254" y="262697"/>
                  </a:lnTo>
                  <a:lnTo>
                    <a:pt x="42823" y="262025"/>
                  </a:lnTo>
                  <a:lnTo>
                    <a:pt x="46392" y="261571"/>
                  </a:lnTo>
                  <a:lnTo>
                    <a:pt x="49960" y="261121"/>
                  </a:lnTo>
                  <a:lnTo>
                    <a:pt x="53529" y="260667"/>
                  </a:lnTo>
                  <a:lnTo>
                    <a:pt x="57098" y="260278"/>
                  </a:lnTo>
                  <a:lnTo>
                    <a:pt x="60666" y="259781"/>
                  </a:lnTo>
                  <a:lnTo>
                    <a:pt x="64235" y="259425"/>
                  </a:lnTo>
                  <a:lnTo>
                    <a:pt x="67804" y="258911"/>
                  </a:lnTo>
                  <a:lnTo>
                    <a:pt x="71372" y="258383"/>
                  </a:lnTo>
                  <a:lnTo>
                    <a:pt x="74941" y="257927"/>
                  </a:lnTo>
                  <a:lnTo>
                    <a:pt x="78509" y="257749"/>
                  </a:lnTo>
                  <a:lnTo>
                    <a:pt x="82078" y="257571"/>
                  </a:lnTo>
                  <a:lnTo>
                    <a:pt x="85647" y="257004"/>
                  </a:lnTo>
                  <a:lnTo>
                    <a:pt x="89215" y="256394"/>
                  </a:lnTo>
                  <a:lnTo>
                    <a:pt x="92784" y="255816"/>
                  </a:lnTo>
                  <a:lnTo>
                    <a:pt x="96353" y="255159"/>
                  </a:lnTo>
                  <a:lnTo>
                    <a:pt x="99921" y="254642"/>
                  </a:lnTo>
                  <a:lnTo>
                    <a:pt x="103490" y="254129"/>
                  </a:lnTo>
                  <a:lnTo>
                    <a:pt x="107058" y="253446"/>
                  </a:lnTo>
                  <a:lnTo>
                    <a:pt x="110627" y="253297"/>
                  </a:lnTo>
                  <a:lnTo>
                    <a:pt x="114196" y="252892"/>
                  </a:lnTo>
                  <a:lnTo>
                    <a:pt x="117764" y="252554"/>
                  </a:lnTo>
                  <a:lnTo>
                    <a:pt x="121333" y="251907"/>
                  </a:lnTo>
                  <a:lnTo>
                    <a:pt x="124902" y="251319"/>
                  </a:lnTo>
                  <a:lnTo>
                    <a:pt x="128470" y="250701"/>
                  </a:lnTo>
                  <a:lnTo>
                    <a:pt x="132039" y="250081"/>
                  </a:lnTo>
                  <a:lnTo>
                    <a:pt x="135608" y="249511"/>
                  </a:lnTo>
                  <a:lnTo>
                    <a:pt x="139176" y="249117"/>
                  </a:lnTo>
                  <a:lnTo>
                    <a:pt x="142745" y="248822"/>
                  </a:lnTo>
                  <a:lnTo>
                    <a:pt x="146313" y="248473"/>
                  </a:lnTo>
                  <a:lnTo>
                    <a:pt x="149882" y="247889"/>
                  </a:lnTo>
                  <a:lnTo>
                    <a:pt x="153451" y="247031"/>
                  </a:lnTo>
                  <a:lnTo>
                    <a:pt x="157019" y="246468"/>
                  </a:lnTo>
                  <a:lnTo>
                    <a:pt x="160588" y="245905"/>
                  </a:lnTo>
                  <a:lnTo>
                    <a:pt x="164157" y="245504"/>
                  </a:lnTo>
                  <a:lnTo>
                    <a:pt x="167725" y="245010"/>
                  </a:lnTo>
                  <a:lnTo>
                    <a:pt x="171294" y="244510"/>
                  </a:lnTo>
                  <a:lnTo>
                    <a:pt x="174862" y="244128"/>
                  </a:lnTo>
                  <a:lnTo>
                    <a:pt x="178431" y="243542"/>
                  </a:lnTo>
                  <a:lnTo>
                    <a:pt x="182000" y="243038"/>
                  </a:lnTo>
                  <a:lnTo>
                    <a:pt x="185568" y="242540"/>
                  </a:lnTo>
                  <a:lnTo>
                    <a:pt x="189137" y="241848"/>
                  </a:lnTo>
                  <a:lnTo>
                    <a:pt x="192706" y="241328"/>
                  </a:lnTo>
                  <a:lnTo>
                    <a:pt x="196274" y="240675"/>
                  </a:lnTo>
                  <a:lnTo>
                    <a:pt x="199843" y="240411"/>
                  </a:lnTo>
                  <a:lnTo>
                    <a:pt x="203412" y="239911"/>
                  </a:lnTo>
                  <a:lnTo>
                    <a:pt x="206980" y="239266"/>
                  </a:lnTo>
                  <a:lnTo>
                    <a:pt x="210549" y="238386"/>
                  </a:lnTo>
                  <a:lnTo>
                    <a:pt x="214117" y="237582"/>
                  </a:lnTo>
                  <a:lnTo>
                    <a:pt x="217686" y="237214"/>
                  </a:lnTo>
                  <a:lnTo>
                    <a:pt x="221255" y="236471"/>
                  </a:lnTo>
                  <a:lnTo>
                    <a:pt x="224823" y="235648"/>
                  </a:lnTo>
                  <a:lnTo>
                    <a:pt x="228392" y="235051"/>
                  </a:lnTo>
                  <a:lnTo>
                    <a:pt x="231961" y="234477"/>
                  </a:lnTo>
                  <a:lnTo>
                    <a:pt x="235529" y="234131"/>
                  </a:lnTo>
                  <a:lnTo>
                    <a:pt x="239098" y="233539"/>
                  </a:lnTo>
                  <a:lnTo>
                    <a:pt x="242666" y="232986"/>
                  </a:lnTo>
                  <a:lnTo>
                    <a:pt x="246235" y="232275"/>
                  </a:lnTo>
                  <a:lnTo>
                    <a:pt x="249804" y="231609"/>
                  </a:lnTo>
                  <a:lnTo>
                    <a:pt x="253372" y="230938"/>
                  </a:lnTo>
                  <a:lnTo>
                    <a:pt x="256941" y="230188"/>
                  </a:lnTo>
                  <a:lnTo>
                    <a:pt x="260510" y="229424"/>
                  </a:lnTo>
                  <a:lnTo>
                    <a:pt x="264078" y="228767"/>
                  </a:lnTo>
                  <a:lnTo>
                    <a:pt x="267647" y="228092"/>
                  </a:lnTo>
                  <a:lnTo>
                    <a:pt x="271216" y="227387"/>
                  </a:lnTo>
                  <a:lnTo>
                    <a:pt x="274784" y="226428"/>
                  </a:lnTo>
                  <a:lnTo>
                    <a:pt x="278353" y="225523"/>
                  </a:lnTo>
                  <a:lnTo>
                    <a:pt x="281921" y="224954"/>
                  </a:lnTo>
                  <a:lnTo>
                    <a:pt x="285490" y="224365"/>
                  </a:lnTo>
                  <a:lnTo>
                    <a:pt x="289059" y="223602"/>
                  </a:lnTo>
                  <a:lnTo>
                    <a:pt x="292627" y="222809"/>
                  </a:lnTo>
                  <a:lnTo>
                    <a:pt x="296196" y="222125"/>
                  </a:lnTo>
                  <a:lnTo>
                    <a:pt x="299765" y="221319"/>
                  </a:lnTo>
                  <a:lnTo>
                    <a:pt x="303333" y="220578"/>
                  </a:lnTo>
                  <a:lnTo>
                    <a:pt x="306902" y="219857"/>
                  </a:lnTo>
                  <a:lnTo>
                    <a:pt x="310470" y="219102"/>
                  </a:lnTo>
                  <a:lnTo>
                    <a:pt x="314039" y="218247"/>
                  </a:lnTo>
                  <a:lnTo>
                    <a:pt x="317608" y="217492"/>
                  </a:lnTo>
                  <a:lnTo>
                    <a:pt x="321176" y="216816"/>
                  </a:lnTo>
                  <a:lnTo>
                    <a:pt x="324745" y="215970"/>
                  </a:lnTo>
                  <a:lnTo>
                    <a:pt x="328314" y="215290"/>
                  </a:lnTo>
                  <a:lnTo>
                    <a:pt x="331882" y="214564"/>
                  </a:lnTo>
                  <a:lnTo>
                    <a:pt x="335451" y="213911"/>
                  </a:lnTo>
                  <a:lnTo>
                    <a:pt x="339020" y="213113"/>
                  </a:lnTo>
                  <a:lnTo>
                    <a:pt x="342588" y="212061"/>
                  </a:lnTo>
                  <a:lnTo>
                    <a:pt x="346157" y="211349"/>
                  </a:lnTo>
                  <a:lnTo>
                    <a:pt x="349725" y="210472"/>
                  </a:lnTo>
                  <a:lnTo>
                    <a:pt x="353294" y="209602"/>
                  </a:lnTo>
                  <a:lnTo>
                    <a:pt x="356863" y="208705"/>
                  </a:lnTo>
                  <a:lnTo>
                    <a:pt x="360431" y="207621"/>
                  </a:lnTo>
                  <a:lnTo>
                    <a:pt x="364000" y="206581"/>
                  </a:lnTo>
                  <a:lnTo>
                    <a:pt x="367569" y="205658"/>
                  </a:lnTo>
                  <a:lnTo>
                    <a:pt x="371137" y="204482"/>
                  </a:lnTo>
                  <a:lnTo>
                    <a:pt x="374706" y="203458"/>
                  </a:lnTo>
                  <a:lnTo>
                    <a:pt x="378274" y="202621"/>
                  </a:lnTo>
                  <a:lnTo>
                    <a:pt x="381843" y="201631"/>
                  </a:lnTo>
                  <a:lnTo>
                    <a:pt x="385412" y="200399"/>
                  </a:lnTo>
                  <a:lnTo>
                    <a:pt x="388980" y="199263"/>
                  </a:lnTo>
                  <a:lnTo>
                    <a:pt x="392549" y="198190"/>
                  </a:lnTo>
                  <a:lnTo>
                    <a:pt x="396118" y="196825"/>
                  </a:lnTo>
                  <a:lnTo>
                    <a:pt x="399686" y="195642"/>
                  </a:lnTo>
                  <a:lnTo>
                    <a:pt x="403255" y="194587"/>
                  </a:lnTo>
                  <a:lnTo>
                    <a:pt x="406824" y="193959"/>
                  </a:lnTo>
                  <a:lnTo>
                    <a:pt x="410392" y="192935"/>
                  </a:lnTo>
                  <a:lnTo>
                    <a:pt x="413961" y="192029"/>
                  </a:lnTo>
                  <a:lnTo>
                    <a:pt x="417529" y="190832"/>
                  </a:lnTo>
                  <a:lnTo>
                    <a:pt x="421098" y="189737"/>
                  </a:lnTo>
                  <a:lnTo>
                    <a:pt x="424667" y="188513"/>
                  </a:lnTo>
                  <a:lnTo>
                    <a:pt x="428235" y="187663"/>
                  </a:lnTo>
                  <a:lnTo>
                    <a:pt x="431804" y="186539"/>
                  </a:lnTo>
                  <a:lnTo>
                    <a:pt x="435373" y="185371"/>
                  </a:lnTo>
                  <a:lnTo>
                    <a:pt x="438941" y="184296"/>
                  </a:lnTo>
                  <a:lnTo>
                    <a:pt x="442510" y="183114"/>
                  </a:lnTo>
                  <a:lnTo>
                    <a:pt x="446078" y="181842"/>
                  </a:lnTo>
                  <a:lnTo>
                    <a:pt x="449647" y="180405"/>
                  </a:lnTo>
                  <a:lnTo>
                    <a:pt x="453216" y="179100"/>
                  </a:lnTo>
                  <a:lnTo>
                    <a:pt x="456784" y="177800"/>
                  </a:lnTo>
                  <a:lnTo>
                    <a:pt x="460353" y="176557"/>
                  </a:lnTo>
                  <a:lnTo>
                    <a:pt x="463922" y="175211"/>
                  </a:lnTo>
                  <a:lnTo>
                    <a:pt x="467490" y="173700"/>
                  </a:lnTo>
                  <a:lnTo>
                    <a:pt x="471059" y="172602"/>
                  </a:lnTo>
                  <a:lnTo>
                    <a:pt x="474628" y="171208"/>
                  </a:lnTo>
                  <a:lnTo>
                    <a:pt x="478196" y="169957"/>
                  </a:lnTo>
                  <a:lnTo>
                    <a:pt x="481765" y="168625"/>
                  </a:lnTo>
                  <a:lnTo>
                    <a:pt x="485333" y="167449"/>
                  </a:lnTo>
                  <a:lnTo>
                    <a:pt x="488902" y="166187"/>
                  </a:lnTo>
                  <a:lnTo>
                    <a:pt x="492471" y="164562"/>
                  </a:lnTo>
                  <a:lnTo>
                    <a:pt x="496039" y="163296"/>
                  </a:lnTo>
                  <a:lnTo>
                    <a:pt x="499608" y="162285"/>
                  </a:lnTo>
                  <a:lnTo>
                    <a:pt x="503177" y="160965"/>
                  </a:lnTo>
                  <a:lnTo>
                    <a:pt x="506745" y="159539"/>
                  </a:lnTo>
                  <a:lnTo>
                    <a:pt x="510314" y="158318"/>
                  </a:lnTo>
                  <a:lnTo>
                    <a:pt x="513882" y="156833"/>
                  </a:lnTo>
                  <a:lnTo>
                    <a:pt x="517451" y="155217"/>
                  </a:lnTo>
                  <a:lnTo>
                    <a:pt x="521020" y="153818"/>
                  </a:lnTo>
                  <a:lnTo>
                    <a:pt x="524588" y="152746"/>
                  </a:lnTo>
                  <a:lnTo>
                    <a:pt x="528157" y="151770"/>
                  </a:lnTo>
                  <a:lnTo>
                    <a:pt x="531726" y="150338"/>
                  </a:lnTo>
                  <a:lnTo>
                    <a:pt x="535294" y="148966"/>
                  </a:lnTo>
                  <a:lnTo>
                    <a:pt x="538863" y="147198"/>
                  </a:lnTo>
                  <a:lnTo>
                    <a:pt x="542432" y="145959"/>
                  </a:lnTo>
                  <a:lnTo>
                    <a:pt x="546000" y="144951"/>
                  </a:lnTo>
                  <a:lnTo>
                    <a:pt x="549569" y="143199"/>
                  </a:lnTo>
                  <a:lnTo>
                    <a:pt x="553137" y="141409"/>
                  </a:lnTo>
                  <a:lnTo>
                    <a:pt x="556706" y="140561"/>
                  </a:lnTo>
                  <a:lnTo>
                    <a:pt x="560275" y="139584"/>
                  </a:lnTo>
                  <a:lnTo>
                    <a:pt x="563843" y="138339"/>
                  </a:lnTo>
                  <a:lnTo>
                    <a:pt x="567412" y="136881"/>
                  </a:lnTo>
                  <a:lnTo>
                    <a:pt x="570981" y="135368"/>
                  </a:lnTo>
                  <a:lnTo>
                    <a:pt x="574549" y="133890"/>
                  </a:lnTo>
                  <a:lnTo>
                    <a:pt x="578118" y="132724"/>
                  </a:lnTo>
                  <a:lnTo>
                    <a:pt x="581686" y="131026"/>
                  </a:lnTo>
                  <a:lnTo>
                    <a:pt x="585255" y="129346"/>
                  </a:lnTo>
                  <a:lnTo>
                    <a:pt x="588824" y="127841"/>
                  </a:lnTo>
                  <a:lnTo>
                    <a:pt x="592392" y="126016"/>
                  </a:lnTo>
                  <a:lnTo>
                    <a:pt x="595961" y="124602"/>
                  </a:lnTo>
                  <a:lnTo>
                    <a:pt x="599530" y="123186"/>
                  </a:lnTo>
                  <a:lnTo>
                    <a:pt x="603098" y="121762"/>
                  </a:lnTo>
                  <a:lnTo>
                    <a:pt x="606667" y="120343"/>
                  </a:lnTo>
                  <a:lnTo>
                    <a:pt x="610236" y="118889"/>
                  </a:lnTo>
                  <a:lnTo>
                    <a:pt x="613804" y="117209"/>
                  </a:lnTo>
                  <a:lnTo>
                    <a:pt x="617373" y="115632"/>
                  </a:lnTo>
                  <a:lnTo>
                    <a:pt x="620941" y="114175"/>
                  </a:lnTo>
                  <a:lnTo>
                    <a:pt x="624510" y="112766"/>
                  </a:lnTo>
                  <a:lnTo>
                    <a:pt x="628079" y="111116"/>
                  </a:lnTo>
                  <a:lnTo>
                    <a:pt x="631647" y="109460"/>
                  </a:lnTo>
                  <a:lnTo>
                    <a:pt x="635216" y="107898"/>
                  </a:lnTo>
                  <a:lnTo>
                    <a:pt x="638785" y="106117"/>
                  </a:lnTo>
                  <a:lnTo>
                    <a:pt x="642353" y="104797"/>
                  </a:lnTo>
                  <a:lnTo>
                    <a:pt x="645922" y="103243"/>
                  </a:lnTo>
                  <a:lnTo>
                    <a:pt x="649490" y="101496"/>
                  </a:lnTo>
                  <a:lnTo>
                    <a:pt x="653059" y="100020"/>
                  </a:lnTo>
                  <a:lnTo>
                    <a:pt x="656628" y="98376"/>
                  </a:lnTo>
                  <a:lnTo>
                    <a:pt x="660196" y="96993"/>
                  </a:lnTo>
                  <a:lnTo>
                    <a:pt x="663765" y="95419"/>
                  </a:lnTo>
                  <a:lnTo>
                    <a:pt x="667334" y="93853"/>
                  </a:lnTo>
                  <a:lnTo>
                    <a:pt x="670902" y="92266"/>
                  </a:lnTo>
                  <a:lnTo>
                    <a:pt x="674471" y="90420"/>
                  </a:lnTo>
                  <a:lnTo>
                    <a:pt x="678040" y="88735"/>
                  </a:lnTo>
                  <a:lnTo>
                    <a:pt x="681608" y="86961"/>
                  </a:lnTo>
                  <a:lnTo>
                    <a:pt x="685177" y="85191"/>
                  </a:lnTo>
                  <a:lnTo>
                    <a:pt x="688745" y="83422"/>
                  </a:lnTo>
                  <a:lnTo>
                    <a:pt x="692314" y="81638"/>
                  </a:lnTo>
                  <a:lnTo>
                    <a:pt x="695883" y="79916"/>
                  </a:lnTo>
                  <a:lnTo>
                    <a:pt x="699451" y="78329"/>
                  </a:lnTo>
                  <a:lnTo>
                    <a:pt x="703020" y="76857"/>
                  </a:lnTo>
                  <a:lnTo>
                    <a:pt x="706589" y="75380"/>
                  </a:lnTo>
                  <a:lnTo>
                    <a:pt x="710157" y="73778"/>
                  </a:lnTo>
                  <a:lnTo>
                    <a:pt x="713726" y="72040"/>
                  </a:lnTo>
                  <a:lnTo>
                    <a:pt x="717294" y="70166"/>
                  </a:lnTo>
                  <a:lnTo>
                    <a:pt x="720863" y="68122"/>
                  </a:lnTo>
                  <a:lnTo>
                    <a:pt x="724432" y="66078"/>
                  </a:lnTo>
                  <a:lnTo>
                    <a:pt x="728000" y="64031"/>
                  </a:lnTo>
                  <a:lnTo>
                    <a:pt x="731569" y="61982"/>
                  </a:lnTo>
                  <a:lnTo>
                    <a:pt x="735138" y="60078"/>
                  </a:lnTo>
                  <a:lnTo>
                    <a:pt x="738706" y="58074"/>
                  </a:lnTo>
                  <a:lnTo>
                    <a:pt x="742275" y="56323"/>
                  </a:lnTo>
                  <a:lnTo>
                    <a:pt x="745844" y="54050"/>
                  </a:lnTo>
                  <a:lnTo>
                    <a:pt x="749412" y="52217"/>
                  </a:lnTo>
                  <a:lnTo>
                    <a:pt x="752981" y="50828"/>
                  </a:lnTo>
                  <a:lnTo>
                    <a:pt x="756549" y="49284"/>
                  </a:lnTo>
                  <a:lnTo>
                    <a:pt x="760118" y="47467"/>
                  </a:lnTo>
                  <a:lnTo>
                    <a:pt x="763687" y="45638"/>
                  </a:lnTo>
                  <a:lnTo>
                    <a:pt x="767255" y="43807"/>
                  </a:lnTo>
                  <a:lnTo>
                    <a:pt x="770824" y="41519"/>
                  </a:lnTo>
                  <a:lnTo>
                    <a:pt x="774393" y="39193"/>
                  </a:lnTo>
                  <a:lnTo>
                    <a:pt x="777961" y="37600"/>
                  </a:lnTo>
                  <a:lnTo>
                    <a:pt x="781530" y="36009"/>
                  </a:lnTo>
                  <a:lnTo>
                    <a:pt x="785098" y="34417"/>
                  </a:lnTo>
                  <a:lnTo>
                    <a:pt x="788667" y="32820"/>
                  </a:lnTo>
                  <a:lnTo>
                    <a:pt x="792236" y="31040"/>
                  </a:lnTo>
                  <a:lnTo>
                    <a:pt x="795804" y="29203"/>
                  </a:lnTo>
                  <a:lnTo>
                    <a:pt x="799373" y="27375"/>
                  </a:lnTo>
                  <a:lnTo>
                    <a:pt x="802942" y="25545"/>
                  </a:lnTo>
                  <a:lnTo>
                    <a:pt x="806510" y="23714"/>
                  </a:lnTo>
                  <a:lnTo>
                    <a:pt x="810079" y="21915"/>
                  </a:lnTo>
                  <a:lnTo>
                    <a:pt x="813648" y="20044"/>
                  </a:lnTo>
                  <a:lnTo>
                    <a:pt x="817216" y="18191"/>
                  </a:lnTo>
                  <a:lnTo>
                    <a:pt x="820785" y="16210"/>
                  </a:lnTo>
                  <a:lnTo>
                    <a:pt x="824353" y="14088"/>
                  </a:lnTo>
                  <a:lnTo>
                    <a:pt x="827922" y="12103"/>
                  </a:lnTo>
                  <a:lnTo>
                    <a:pt x="831491" y="10740"/>
                  </a:lnTo>
                  <a:lnTo>
                    <a:pt x="835059" y="9004"/>
                  </a:lnTo>
                  <a:lnTo>
                    <a:pt x="838628" y="7160"/>
                  </a:lnTo>
                  <a:lnTo>
                    <a:pt x="842197" y="5229"/>
                  </a:lnTo>
                  <a:lnTo>
                    <a:pt x="845765" y="3324"/>
                  </a:lnTo>
                  <a:lnTo>
                    <a:pt x="849334" y="1630"/>
                  </a:lnTo>
                  <a:lnTo>
                    <a:pt x="85290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433320" y="3198039"/>
              <a:ext cx="852902" cy="139134"/>
            </a:xfrm>
            <a:custGeom>
              <a:avLst/>
              <a:pathLst>
                <a:path w="852902" h="139134">
                  <a:moveTo>
                    <a:pt x="852902" y="0"/>
                  </a:moveTo>
                  <a:lnTo>
                    <a:pt x="849334" y="452"/>
                  </a:lnTo>
                  <a:lnTo>
                    <a:pt x="845765" y="899"/>
                  </a:lnTo>
                  <a:lnTo>
                    <a:pt x="842197" y="1410"/>
                  </a:lnTo>
                  <a:lnTo>
                    <a:pt x="838628" y="1966"/>
                  </a:lnTo>
                  <a:lnTo>
                    <a:pt x="835059" y="2582"/>
                  </a:lnTo>
                  <a:lnTo>
                    <a:pt x="831491" y="2981"/>
                  </a:lnTo>
                  <a:lnTo>
                    <a:pt x="827922" y="3429"/>
                  </a:lnTo>
                  <a:lnTo>
                    <a:pt x="824353" y="3759"/>
                  </a:lnTo>
                  <a:lnTo>
                    <a:pt x="820785" y="4148"/>
                  </a:lnTo>
                  <a:lnTo>
                    <a:pt x="817216" y="4535"/>
                  </a:lnTo>
                  <a:lnTo>
                    <a:pt x="813648" y="5022"/>
                  </a:lnTo>
                  <a:lnTo>
                    <a:pt x="810079" y="5384"/>
                  </a:lnTo>
                  <a:lnTo>
                    <a:pt x="806510" y="5701"/>
                  </a:lnTo>
                  <a:lnTo>
                    <a:pt x="802942" y="6151"/>
                  </a:lnTo>
                  <a:lnTo>
                    <a:pt x="799373" y="6477"/>
                  </a:lnTo>
                  <a:lnTo>
                    <a:pt x="795804" y="6639"/>
                  </a:lnTo>
                  <a:lnTo>
                    <a:pt x="792236" y="7007"/>
                  </a:lnTo>
                  <a:lnTo>
                    <a:pt x="788667" y="7201"/>
                  </a:lnTo>
                  <a:lnTo>
                    <a:pt x="785098" y="7394"/>
                  </a:lnTo>
                  <a:lnTo>
                    <a:pt x="781530" y="7960"/>
                  </a:lnTo>
                  <a:lnTo>
                    <a:pt x="777961" y="7998"/>
                  </a:lnTo>
                  <a:lnTo>
                    <a:pt x="774393" y="8410"/>
                  </a:lnTo>
                  <a:lnTo>
                    <a:pt x="770824" y="8708"/>
                  </a:lnTo>
                  <a:lnTo>
                    <a:pt x="767255" y="8883"/>
                  </a:lnTo>
                  <a:lnTo>
                    <a:pt x="763687" y="9057"/>
                  </a:lnTo>
                  <a:lnTo>
                    <a:pt x="760118" y="9151"/>
                  </a:lnTo>
                  <a:lnTo>
                    <a:pt x="756549" y="9423"/>
                  </a:lnTo>
                  <a:lnTo>
                    <a:pt x="752981" y="9730"/>
                  </a:lnTo>
                  <a:lnTo>
                    <a:pt x="749412" y="10092"/>
                  </a:lnTo>
                  <a:lnTo>
                    <a:pt x="745844" y="10421"/>
                  </a:lnTo>
                  <a:lnTo>
                    <a:pt x="742275" y="10602"/>
                  </a:lnTo>
                  <a:lnTo>
                    <a:pt x="738706" y="10849"/>
                  </a:lnTo>
                  <a:lnTo>
                    <a:pt x="735138" y="11167"/>
                  </a:lnTo>
                  <a:lnTo>
                    <a:pt x="731569" y="11482"/>
                  </a:lnTo>
                  <a:lnTo>
                    <a:pt x="728000" y="11976"/>
                  </a:lnTo>
                  <a:lnTo>
                    <a:pt x="724432" y="12396"/>
                  </a:lnTo>
                  <a:lnTo>
                    <a:pt x="720863" y="12757"/>
                  </a:lnTo>
                  <a:lnTo>
                    <a:pt x="717294" y="12938"/>
                  </a:lnTo>
                  <a:lnTo>
                    <a:pt x="713726" y="13419"/>
                  </a:lnTo>
                  <a:lnTo>
                    <a:pt x="710157" y="13525"/>
                  </a:lnTo>
                  <a:lnTo>
                    <a:pt x="706589" y="13875"/>
                  </a:lnTo>
                  <a:lnTo>
                    <a:pt x="703020" y="14386"/>
                  </a:lnTo>
                  <a:lnTo>
                    <a:pt x="699451" y="14975"/>
                  </a:lnTo>
                  <a:lnTo>
                    <a:pt x="695883" y="15517"/>
                  </a:lnTo>
                  <a:lnTo>
                    <a:pt x="692314" y="15876"/>
                  </a:lnTo>
                  <a:lnTo>
                    <a:pt x="688745" y="16234"/>
                  </a:lnTo>
                  <a:lnTo>
                    <a:pt x="685177" y="16526"/>
                  </a:lnTo>
                  <a:lnTo>
                    <a:pt x="681608" y="17061"/>
                  </a:lnTo>
                  <a:lnTo>
                    <a:pt x="678040" y="17439"/>
                  </a:lnTo>
                  <a:lnTo>
                    <a:pt x="674471" y="17700"/>
                  </a:lnTo>
                  <a:lnTo>
                    <a:pt x="670902" y="18126"/>
                  </a:lnTo>
                  <a:lnTo>
                    <a:pt x="667334" y="18563"/>
                  </a:lnTo>
                  <a:lnTo>
                    <a:pt x="663765" y="19002"/>
                  </a:lnTo>
                  <a:lnTo>
                    <a:pt x="660196" y="19565"/>
                  </a:lnTo>
                  <a:lnTo>
                    <a:pt x="656628" y="20016"/>
                  </a:lnTo>
                  <a:lnTo>
                    <a:pt x="653059" y="20394"/>
                  </a:lnTo>
                  <a:lnTo>
                    <a:pt x="649490" y="20816"/>
                  </a:lnTo>
                  <a:lnTo>
                    <a:pt x="645922" y="21184"/>
                  </a:lnTo>
                  <a:lnTo>
                    <a:pt x="642353" y="21582"/>
                  </a:lnTo>
                  <a:lnTo>
                    <a:pt x="638785" y="21947"/>
                  </a:lnTo>
                  <a:lnTo>
                    <a:pt x="635216" y="22278"/>
                  </a:lnTo>
                  <a:lnTo>
                    <a:pt x="631647" y="22665"/>
                  </a:lnTo>
                  <a:lnTo>
                    <a:pt x="628079" y="23145"/>
                  </a:lnTo>
                  <a:lnTo>
                    <a:pt x="624510" y="23642"/>
                  </a:lnTo>
                  <a:lnTo>
                    <a:pt x="620941" y="24171"/>
                  </a:lnTo>
                  <a:lnTo>
                    <a:pt x="617373" y="24632"/>
                  </a:lnTo>
                  <a:lnTo>
                    <a:pt x="613804" y="24840"/>
                  </a:lnTo>
                  <a:lnTo>
                    <a:pt x="610236" y="25146"/>
                  </a:lnTo>
                  <a:lnTo>
                    <a:pt x="606667" y="25492"/>
                  </a:lnTo>
                  <a:lnTo>
                    <a:pt x="603098" y="25878"/>
                  </a:lnTo>
                  <a:lnTo>
                    <a:pt x="599530" y="26263"/>
                  </a:lnTo>
                  <a:lnTo>
                    <a:pt x="595961" y="26647"/>
                  </a:lnTo>
                  <a:lnTo>
                    <a:pt x="592392" y="27031"/>
                  </a:lnTo>
                  <a:lnTo>
                    <a:pt x="588824" y="27305"/>
                  </a:lnTo>
                  <a:lnTo>
                    <a:pt x="585255" y="27533"/>
                  </a:lnTo>
                  <a:lnTo>
                    <a:pt x="581686" y="27953"/>
                  </a:lnTo>
                  <a:lnTo>
                    <a:pt x="578118" y="28573"/>
                  </a:lnTo>
                  <a:lnTo>
                    <a:pt x="574549" y="28956"/>
                  </a:lnTo>
                  <a:lnTo>
                    <a:pt x="570981" y="29295"/>
                  </a:lnTo>
                  <a:lnTo>
                    <a:pt x="567412" y="29614"/>
                  </a:lnTo>
                  <a:lnTo>
                    <a:pt x="563843" y="30011"/>
                  </a:lnTo>
                  <a:lnTo>
                    <a:pt x="560275" y="30487"/>
                  </a:lnTo>
                  <a:lnTo>
                    <a:pt x="556706" y="30924"/>
                  </a:lnTo>
                  <a:lnTo>
                    <a:pt x="553137" y="31400"/>
                  </a:lnTo>
                  <a:lnTo>
                    <a:pt x="549569" y="31844"/>
                  </a:lnTo>
                  <a:lnTo>
                    <a:pt x="546000" y="32480"/>
                  </a:lnTo>
                  <a:lnTo>
                    <a:pt x="542432" y="33047"/>
                  </a:lnTo>
                  <a:lnTo>
                    <a:pt x="538863" y="33568"/>
                  </a:lnTo>
                  <a:lnTo>
                    <a:pt x="535294" y="34017"/>
                  </a:lnTo>
                  <a:lnTo>
                    <a:pt x="531726" y="34476"/>
                  </a:lnTo>
                  <a:lnTo>
                    <a:pt x="528157" y="35121"/>
                  </a:lnTo>
                  <a:lnTo>
                    <a:pt x="524588" y="35764"/>
                  </a:lnTo>
                  <a:lnTo>
                    <a:pt x="521020" y="36367"/>
                  </a:lnTo>
                  <a:lnTo>
                    <a:pt x="517451" y="37024"/>
                  </a:lnTo>
                  <a:lnTo>
                    <a:pt x="513882" y="37755"/>
                  </a:lnTo>
                  <a:lnTo>
                    <a:pt x="510314" y="38288"/>
                  </a:lnTo>
                  <a:lnTo>
                    <a:pt x="506745" y="38916"/>
                  </a:lnTo>
                  <a:lnTo>
                    <a:pt x="503177" y="39458"/>
                  </a:lnTo>
                  <a:lnTo>
                    <a:pt x="499608" y="39749"/>
                  </a:lnTo>
                  <a:lnTo>
                    <a:pt x="496039" y="40267"/>
                  </a:lnTo>
                  <a:lnTo>
                    <a:pt x="492471" y="40852"/>
                  </a:lnTo>
                  <a:lnTo>
                    <a:pt x="488902" y="41427"/>
                  </a:lnTo>
                  <a:lnTo>
                    <a:pt x="485333" y="42240"/>
                  </a:lnTo>
                  <a:lnTo>
                    <a:pt x="481765" y="43125"/>
                  </a:lnTo>
                  <a:lnTo>
                    <a:pt x="478196" y="43279"/>
                  </a:lnTo>
                  <a:lnTo>
                    <a:pt x="474628" y="43921"/>
                  </a:lnTo>
                  <a:lnTo>
                    <a:pt x="471059" y="44773"/>
                  </a:lnTo>
                  <a:lnTo>
                    <a:pt x="467490" y="45272"/>
                  </a:lnTo>
                  <a:lnTo>
                    <a:pt x="463922" y="45801"/>
                  </a:lnTo>
                  <a:lnTo>
                    <a:pt x="460353" y="46492"/>
                  </a:lnTo>
                  <a:lnTo>
                    <a:pt x="456784" y="47176"/>
                  </a:lnTo>
                  <a:lnTo>
                    <a:pt x="453216" y="47734"/>
                  </a:lnTo>
                  <a:lnTo>
                    <a:pt x="449647" y="48538"/>
                  </a:lnTo>
                  <a:lnTo>
                    <a:pt x="446078" y="49283"/>
                  </a:lnTo>
                  <a:lnTo>
                    <a:pt x="442510" y="49781"/>
                  </a:lnTo>
                  <a:lnTo>
                    <a:pt x="438941" y="50301"/>
                  </a:lnTo>
                  <a:lnTo>
                    <a:pt x="435373" y="50879"/>
                  </a:lnTo>
                  <a:lnTo>
                    <a:pt x="431804" y="51539"/>
                  </a:lnTo>
                  <a:lnTo>
                    <a:pt x="428235" y="52199"/>
                  </a:lnTo>
                  <a:lnTo>
                    <a:pt x="424667" y="52854"/>
                  </a:lnTo>
                  <a:lnTo>
                    <a:pt x="421098" y="53593"/>
                  </a:lnTo>
                  <a:lnTo>
                    <a:pt x="417529" y="54216"/>
                  </a:lnTo>
                  <a:lnTo>
                    <a:pt x="413961" y="55005"/>
                  </a:lnTo>
                  <a:lnTo>
                    <a:pt x="410392" y="55669"/>
                  </a:lnTo>
                  <a:lnTo>
                    <a:pt x="406824" y="56434"/>
                  </a:lnTo>
                  <a:lnTo>
                    <a:pt x="403255" y="56808"/>
                  </a:lnTo>
                  <a:lnTo>
                    <a:pt x="399686" y="57448"/>
                  </a:lnTo>
                  <a:lnTo>
                    <a:pt x="396118" y="58159"/>
                  </a:lnTo>
                  <a:lnTo>
                    <a:pt x="392549" y="58838"/>
                  </a:lnTo>
                  <a:lnTo>
                    <a:pt x="388980" y="59498"/>
                  </a:lnTo>
                  <a:lnTo>
                    <a:pt x="385412" y="60281"/>
                  </a:lnTo>
                  <a:lnTo>
                    <a:pt x="381843" y="60856"/>
                  </a:lnTo>
                  <a:lnTo>
                    <a:pt x="378274" y="61241"/>
                  </a:lnTo>
                  <a:lnTo>
                    <a:pt x="374706" y="61694"/>
                  </a:lnTo>
                  <a:lnTo>
                    <a:pt x="371137" y="62435"/>
                  </a:lnTo>
                  <a:lnTo>
                    <a:pt x="367569" y="62950"/>
                  </a:lnTo>
                  <a:lnTo>
                    <a:pt x="364000" y="63760"/>
                  </a:lnTo>
                  <a:lnTo>
                    <a:pt x="360431" y="64407"/>
                  </a:lnTo>
                  <a:lnTo>
                    <a:pt x="356863" y="65104"/>
                  </a:lnTo>
                  <a:lnTo>
                    <a:pt x="353294" y="65709"/>
                  </a:lnTo>
                  <a:lnTo>
                    <a:pt x="349725" y="66373"/>
                  </a:lnTo>
                  <a:lnTo>
                    <a:pt x="346157" y="66958"/>
                  </a:lnTo>
                  <a:lnTo>
                    <a:pt x="342588" y="67605"/>
                  </a:lnTo>
                  <a:lnTo>
                    <a:pt x="339020" y="68413"/>
                  </a:lnTo>
                  <a:lnTo>
                    <a:pt x="335451" y="69022"/>
                  </a:lnTo>
                  <a:lnTo>
                    <a:pt x="331882" y="69836"/>
                  </a:lnTo>
                  <a:lnTo>
                    <a:pt x="328314" y="70652"/>
                  </a:lnTo>
                  <a:lnTo>
                    <a:pt x="324745" y="71444"/>
                  </a:lnTo>
                  <a:lnTo>
                    <a:pt x="321176" y="71996"/>
                  </a:lnTo>
                  <a:lnTo>
                    <a:pt x="317608" y="72581"/>
                  </a:lnTo>
                  <a:lnTo>
                    <a:pt x="314039" y="73253"/>
                  </a:lnTo>
                  <a:lnTo>
                    <a:pt x="310470" y="73858"/>
                  </a:lnTo>
                  <a:lnTo>
                    <a:pt x="306902" y="74698"/>
                  </a:lnTo>
                  <a:lnTo>
                    <a:pt x="303333" y="75501"/>
                  </a:lnTo>
                  <a:lnTo>
                    <a:pt x="299765" y="76221"/>
                  </a:lnTo>
                  <a:lnTo>
                    <a:pt x="296196" y="76808"/>
                  </a:lnTo>
                  <a:lnTo>
                    <a:pt x="292627" y="77745"/>
                  </a:lnTo>
                  <a:lnTo>
                    <a:pt x="289059" y="78559"/>
                  </a:lnTo>
                  <a:lnTo>
                    <a:pt x="285490" y="79428"/>
                  </a:lnTo>
                  <a:lnTo>
                    <a:pt x="281921" y="79962"/>
                  </a:lnTo>
                  <a:lnTo>
                    <a:pt x="278353" y="80722"/>
                  </a:lnTo>
                  <a:lnTo>
                    <a:pt x="274784" y="81435"/>
                  </a:lnTo>
                  <a:lnTo>
                    <a:pt x="271216" y="82198"/>
                  </a:lnTo>
                  <a:lnTo>
                    <a:pt x="267647" y="82929"/>
                  </a:lnTo>
                  <a:lnTo>
                    <a:pt x="264078" y="83745"/>
                  </a:lnTo>
                  <a:lnTo>
                    <a:pt x="260510" y="84522"/>
                  </a:lnTo>
                  <a:lnTo>
                    <a:pt x="256941" y="85403"/>
                  </a:lnTo>
                  <a:lnTo>
                    <a:pt x="253372" y="86207"/>
                  </a:lnTo>
                  <a:lnTo>
                    <a:pt x="249804" y="86960"/>
                  </a:lnTo>
                  <a:lnTo>
                    <a:pt x="246235" y="87725"/>
                  </a:lnTo>
                  <a:lnTo>
                    <a:pt x="242666" y="88517"/>
                  </a:lnTo>
                  <a:lnTo>
                    <a:pt x="239098" y="89168"/>
                  </a:lnTo>
                  <a:lnTo>
                    <a:pt x="235529" y="90119"/>
                  </a:lnTo>
                  <a:lnTo>
                    <a:pt x="231961" y="90881"/>
                  </a:lnTo>
                  <a:lnTo>
                    <a:pt x="228392" y="91646"/>
                  </a:lnTo>
                  <a:lnTo>
                    <a:pt x="224823" y="92117"/>
                  </a:lnTo>
                  <a:lnTo>
                    <a:pt x="221255" y="92582"/>
                  </a:lnTo>
                  <a:lnTo>
                    <a:pt x="217686" y="93341"/>
                  </a:lnTo>
                  <a:lnTo>
                    <a:pt x="214117" y="94220"/>
                  </a:lnTo>
                  <a:lnTo>
                    <a:pt x="210549" y="94977"/>
                  </a:lnTo>
                  <a:lnTo>
                    <a:pt x="206980" y="95646"/>
                  </a:lnTo>
                  <a:lnTo>
                    <a:pt x="203412" y="96470"/>
                  </a:lnTo>
                  <a:lnTo>
                    <a:pt x="199843" y="97288"/>
                  </a:lnTo>
                  <a:lnTo>
                    <a:pt x="196274" y="97940"/>
                  </a:lnTo>
                  <a:lnTo>
                    <a:pt x="192706" y="98615"/>
                  </a:lnTo>
                  <a:lnTo>
                    <a:pt x="189137" y="99455"/>
                  </a:lnTo>
                  <a:lnTo>
                    <a:pt x="185568" y="100443"/>
                  </a:lnTo>
                  <a:lnTo>
                    <a:pt x="182000" y="101327"/>
                  </a:lnTo>
                  <a:lnTo>
                    <a:pt x="178431" y="102025"/>
                  </a:lnTo>
                  <a:lnTo>
                    <a:pt x="174862" y="102906"/>
                  </a:lnTo>
                  <a:lnTo>
                    <a:pt x="171294" y="103719"/>
                  </a:lnTo>
                  <a:lnTo>
                    <a:pt x="167725" y="104579"/>
                  </a:lnTo>
                  <a:lnTo>
                    <a:pt x="164157" y="105433"/>
                  </a:lnTo>
                  <a:lnTo>
                    <a:pt x="160588" y="106307"/>
                  </a:lnTo>
                  <a:lnTo>
                    <a:pt x="157019" y="107123"/>
                  </a:lnTo>
                  <a:lnTo>
                    <a:pt x="153451" y="107954"/>
                  </a:lnTo>
                  <a:lnTo>
                    <a:pt x="149882" y="108807"/>
                  </a:lnTo>
                  <a:lnTo>
                    <a:pt x="146313" y="109588"/>
                  </a:lnTo>
                  <a:lnTo>
                    <a:pt x="142745" y="110478"/>
                  </a:lnTo>
                  <a:lnTo>
                    <a:pt x="139176" y="111344"/>
                  </a:lnTo>
                  <a:lnTo>
                    <a:pt x="135608" y="111992"/>
                  </a:lnTo>
                  <a:lnTo>
                    <a:pt x="132039" y="112958"/>
                  </a:lnTo>
                  <a:lnTo>
                    <a:pt x="128470" y="113615"/>
                  </a:lnTo>
                  <a:lnTo>
                    <a:pt x="124902" y="114193"/>
                  </a:lnTo>
                  <a:lnTo>
                    <a:pt x="121333" y="115152"/>
                  </a:lnTo>
                  <a:lnTo>
                    <a:pt x="117764" y="116010"/>
                  </a:lnTo>
                  <a:lnTo>
                    <a:pt x="114196" y="116917"/>
                  </a:lnTo>
                  <a:lnTo>
                    <a:pt x="110627" y="117572"/>
                  </a:lnTo>
                  <a:lnTo>
                    <a:pt x="107058" y="118064"/>
                  </a:lnTo>
                  <a:lnTo>
                    <a:pt x="103490" y="118805"/>
                  </a:lnTo>
                  <a:lnTo>
                    <a:pt x="99921" y="119620"/>
                  </a:lnTo>
                  <a:lnTo>
                    <a:pt x="96353" y="120173"/>
                  </a:lnTo>
                  <a:lnTo>
                    <a:pt x="92784" y="120818"/>
                  </a:lnTo>
                  <a:lnTo>
                    <a:pt x="89215" y="121488"/>
                  </a:lnTo>
                  <a:lnTo>
                    <a:pt x="85647" y="122219"/>
                  </a:lnTo>
                  <a:lnTo>
                    <a:pt x="82078" y="123096"/>
                  </a:lnTo>
                  <a:lnTo>
                    <a:pt x="78509" y="123967"/>
                  </a:lnTo>
                  <a:lnTo>
                    <a:pt x="74941" y="124706"/>
                  </a:lnTo>
                  <a:lnTo>
                    <a:pt x="71372" y="125452"/>
                  </a:lnTo>
                  <a:lnTo>
                    <a:pt x="67804" y="126177"/>
                  </a:lnTo>
                  <a:lnTo>
                    <a:pt x="64235" y="126999"/>
                  </a:lnTo>
                  <a:lnTo>
                    <a:pt x="60666" y="127801"/>
                  </a:lnTo>
                  <a:lnTo>
                    <a:pt x="57098" y="128400"/>
                  </a:lnTo>
                  <a:lnTo>
                    <a:pt x="53529" y="129151"/>
                  </a:lnTo>
                  <a:lnTo>
                    <a:pt x="49960" y="129745"/>
                  </a:lnTo>
                  <a:lnTo>
                    <a:pt x="46392" y="130492"/>
                  </a:lnTo>
                  <a:lnTo>
                    <a:pt x="42823" y="131034"/>
                  </a:lnTo>
                  <a:lnTo>
                    <a:pt x="39254" y="131802"/>
                  </a:lnTo>
                  <a:lnTo>
                    <a:pt x="35686" y="132459"/>
                  </a:lnTo>
                  <a:lnTo>
                    <a:pt x="32117" y="133103"/>
                  </a:lnTo>
                  <a:lnTo>
                    <a:pt x="28549" y="133779"/>
                  </a:lnTo>
                  <a:lnTo>
                    <a:pt x="24980" y="134492"/>
                  </a:lnTo>
                  <a:lnTo>
                    <a:pt x="21411" y="135131"/>
                  </a:lnTo>
                  <a:lnTo>
                    <a:pt x="17843" y="135833"/>
                  </a:lnTo>
                  <a:lnTo>
                    <a:pt x="14274" y="136453"/>
                  </a:lnTo>
                  <a:lnTo>
                    <a:pt x="10705" y="137067"/>
                  </a:lnTo>
                  <a:lnTo>
                    <a:pt x="7137" y="137831"/>
                  </a:lnTo>
                  <a:lnTo>
                    <a:pt x="3568" y="138450"/>
                  </a:lnTo>
                  <a:lnTo>
                    <a:pt x="0" y="13913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433320" y="3080624"/>
              <a:ext cx="852902" cy="204828"/>
            </a:xfrm>
            <a:custGeom>
              <a:avLst/>
              <a:pathLst>
                <a:path w="852902" h="204828">
                  <a:moveTo>
                    <a:pt x="0" y="204828"/>
                  </a:moveTo>
                  <a:lnTo>
                    <a:pt x="3568" y="204239"/>
                  </a:lnTo>
                  <a:lnTo>
                    <a:pt x="7137" y="203647"/>
                  </a:lnTo>
                  <a:lnTo>
                    <a:pt x="10705" y="203054"/>
                  </a:lnTo>
                  <a:lnTo>
                    <a:pt x="14274" y="202458"/>
                  </a:lnTo>
                  <a:lnTo>
                    <a:pt x="17843" y="201861"/>
                  </a:lnTo>
                  <a:lnTo>
                    <a:pt x="21411" y="201261"/>
                  </a:lnTo>
                  <a:lnTo>
                    <a:pt x="24980" y="200659"/>
                  </a:lnTo>
                  <a:lnTo>
                    <a:pt x="28549" y="200054"/>
                  </a:lnTo>
                  <a:lnTo>
                    <a:pt x="32117" y="199448"/>
                  </a:lnTo>
                  <a:lnTo>
                    <a:pt x="35686" y="198839"/>
                  </a:lnTo>
                  <a:lnTo>
                    <a:pt x="39254" y="198228"/>
                  </a:lnTo>
                  <a:lnTo>
                    <a:pt x="42823" y="197615"/>
                  </a:lnTo>
                  <a:lnTo>
                    <a:pt x="46392" y="197000"/>
                  </a:lnTo>
                  <a:lnTo>
                    <a:pt x="49960" y="196383"/>
                  </a:lnTo>
                  <a:lnTo>
                    <a:pt x="53529" y="195763"/>
                  </a:lnTo>
                  <a:lnTo>
                    <a:pt x="57098" y="195141"/>
                  </a:lnTo>
                  <a:lnTo>
                    <a:pt x="60666" y="194517"/>
                  </a:lnTo>
                  <a:lnTo>
                    <a:pt x="64235" y="193891"/>
                  </a:lnTo>
                  <a:lnTo>
                    <a:pt x="67804" y="193263"/>
                  </a:lnTo>
                  <a:lnTo>
                    <a:pt x="71372" y="192632"/>
                  </a:lnTo>
                  <a:lnTo>
                    <a:pt x="74941" y="191999"/>
                  </a:lnTo>
                  <a:lnTo>
                    <a:pt x="78509" y="191364"/>
                  </a:lnTo>
                  <a:lnTo>
                    <a:pt x="82078" y="190727"/>
                  </a:lnTo>
                  <a:lnTo>
                    <a:pt x="85647" y="190087"/>
                  </a:lnTo>
                  <a:lnTo>
                    <a:pt x="89215" y="189445"/>
                  </a:lnTo>
                  <a:lnTo>
                    <a:pt x="92784" y="188801"/>
                  </a:lnTo>
                  <a:lnTo>
                    <a:pt x="96353" y="188155"/>
                  </a:lnTo>
                  <a:lnTo>
                    <a:pt x="99921" y="187506"/>
                  </a:lnTo>
                  <a:lnTo>
                    <a:pt x="103490" y="186855"/>
                  </a:lnTo>
                  <a:lnTo>
                    <a:pt x="107058" y="186202"/>
                  </a:lnTo>
                  <a:lnTo>
                    <a:pt x="110627" y="185547"/>
                  </a:lnTo>
                  <a:lnTo>
                    <a:pt x="114196" y="184889"/>
                  </a:lnTo>
                  <a:lnTo>
                    <a:pt x="117764" y="184229"/>
                  </a:lnTo>
                  <a:lnTo>
                    <a:pt x="121333" y="183567"/>
                  </a:lnTo>
                  <a:lnTo>
                    <a:pt x="124902" y="182902"/>
                  </a:lnTo>
                  <a:lnTo>
                    <a:pt x="128470" y="182235"/>
                  </a:lnTo>
                  <a:lnTo>
                    <a:pt x="132039" y="181566"/>
                  </a:lnTo>
                  <a:lnTo>
                    <a:pt x="135608" y="180895"/>
                  </a:lnTo>
                  <a:lnTo>
                    <a:pt x="139176" y="180221"/>
                  </a:lnTo>
                  <a:lnTo>
                    <a:pt x="142745" y="179545"/>
                  </a:lnTo>
                  <a:lnTo>
                    <a:pt x="146313" y="178867"/>
                  </a:lnTo>
                  <a:lnTo>
                    <a:pt x="149882" y="178186"/>
                  </a:lnTo>
                  <a:lnTo>
                    <a:pt x="153451" y="177503"/>
                  </a:lnTo>
                  <a:lnTo>
                    <a:pt x="157019" y="176818"/>
                  </a:lnTo>
                  <a:lnTo>
                    <a:pt x="160588" y="176130"/>
                  </a:lnTo>
                  <a:lnTo>
                    <a:pt x="164157" y="175441"/>
                  </a:lnTo>
                  <a:lnTo>
                    <a:pt x="167725" y="174748"/>
                  </a:lnTo>
                  <a:lnTo>
                    <a:pt x="171294" y="174054"/>
                  </a:lnTo>
                  <a:lnTo>
                    <a:pt x="174862" y="173357"/>
                  </a:lnTo>
                  <a:lnTo>
                    <a:pt x="178431" y="172658"/>
                  </a:lnTo>
                  <a:lnTo>
                    <a:pt x="182000" y="171956"/>
                  </a:lnTo>
                  <a:lnTo>
                    <a:pt x="185568" y="171252"/>
                  </a:lnTo>
                  <a:lnTo>
                    <a:pt x="189137" y="170546"/>
                  </a:lnTo>
                  <a:lnTo>
                    <a:pt x="192706" y="169838"/>
                  </a:lnTo>
                  <a:lnTo>
                    <a:pt x="196274" y="169127"/>
                  </a:lnTo>
                  <a:lnTo>
                    <a:pt x="199843" y="168414"/>
                  </a:lnTo>
                  <a:lnTo>
                    <a:pt x="203412" y="167698"/>
                  </a:lnTo>
                  <a:lnTo>
                    <a:pt x="206980" y="166980"/>
                  </a:lnTo>
                  <a:lnTo>
                    <a:pt x="210549" y="166260"/>
                  </a:lnTo>
                  <a:lnTo>
                    <a:pt x="214117" y="165537"/>
                  </a:lnTo>
                  <a:lnTo>
                    <a:pt x="217686" y="164813"/>
                  </a:lnTo>
                  <a:lnTo>
                    <a:pt x="221255" y="164085"/>
                  </a:lnTo>
                  <a:lnTo>
                    <a:pt x="224823" y="163356"/>
                  </a:lnTo>
                  <a:lnTo>
                    <a:pt x="228392" y="162624"/>
                  </a:lnTo>
                  <a:lnTo>
                    <a:pt x="231961" y="161889"/>
                  </a:lnTo>
                  <a:lnTo>
                    <a:pt x="235529" y="161152"/>
                  </a:lnTo>
                  <a:lnTo>
                    <a:pt x="239098" y="160413"/>
                  </a:lnTo>
                  <a:lnTo>
                    <a:pt x="242666" y="159672"/>
                  </a:lnTo>
                  <a:lnTo>
                    <a:pt x="246235" y="158928"/>
                  </a:lnTo>
                  <a:lnTo>
                    <a:pt x="249804" y="158182"/>
                  </a:lnTo>
                  <a:lnTo>
                    <a:pt x="253372" y="157433"/>
                  </a:lnTo>
                  <a:lnTo>
                    <a:pt x="256941" y="156682"/>
                  </a:lnTo>
                  <a:lnTo>
                    <a:pt x="260510" y="155929"/>
                  </a:lnTo>
                  <a:lnTo>
                    <a:pt x="264078" y="155173"/>
                  </a:lnTo>
                  <a:lnTo>
                    <a:pt x="267647" y="154415"/>
                  </a:lnTo>
                  <a:lnTo>
                    <a:pt x="271216" y="153655"/>
                  </a:lnTo>
                  <a:lnTo>
                    <a:pt x="274784" y="152892"/>
                  </a:lnTo>
                  <a:lnTo>
                    <a:pt x="278353" y="152127"/>
                  </a:lnTo>
                  <a:lnTo>
                    <a:pt x="281921" y="151359"/>
                  </a:lnTo>
                  <a:lnTo>
                    <a:pt x="285490" y="150589"/>
                  </a:lnTo>
                  <a:lnTo>
                    <a:pt x="289059" y="149817"/>
                  </a:lnTo>
                  <a:lnTo>
                    <a:pt x="292627" y="149042"/>
                  </a:lnTo>
                  <a:lnTo>
                    <a:pt x="296196" y="148265"/>
                  </a:lnTo>
                  <a:lnTo>
                    <a:pt x="299765" y="147485"/>
                  </a:lnTo>
                  <a:lnTo>
                    <a:pt x="303333" y="146703"/>
                  </a:lnTo>
                  <a:lnTo>
                    <a:pt x="306902" y="145919"/>
                  </a:lnTo>
                  <a:lnTo>
                    <a:pt x="310470" y="145132"/>
                  </a:lnTo>
                  <a:lnTo>
                    <a:pt x="314039" y="144343"/>
                  </a:lnTo>
                  <a:lnTo>
                    <a:pt x="317608" y="143552"/>
                  </a:lnTo>
                  <a:lnTo>
                    <a:pt x="321176" y="142758"/>
                  </a:lnTo>
                  <a:lnTo>
                    <a:pt x="324745" y="141962"/>
                  </a:lnTo>
                  <a:lnTo>
                    <a:pt x="328314" y="141163"/>
                  </a:lnTo>
                  <a:lnTo>
                    <a:pt x="331882" y="140362"/>
                  </a:lnTo>
                  <a:lnTo>
                    <a:pt x="335451" y="139559"/>
                  </a:lnTo>
                  <a:lnTo>
                    <a:pt x="339020" y="138753"/>
                  </a:lnTo>
                  <a:lnTo>
                    <a:pt x="342588" y="137945"/>
                  </a:lnTo>
                  <a:lnTo>
                    <a:pt x="346157" y="137135"/>
                  </a:lnTo>
                  <a:lnTo>
                    <a:pt x="349725" y="136322"/>
                  </a:lnTo>
                  <a:lnTo>
                    <a:pt x="353294" y="135507"/>
                  </a:lnTo>
                  <a:lnTo>
                    <a:pt x="356863" y="134689"/>
                  </a:lnTo>
                  <a:lnTo>
                    <a:pt x="360431" y="133869"/>
                  </a:lnTo>
                  <a:lnTo>
                    <a:pt x="364000" y="133047"/>
                  </a:lnTo>
                  <a:lnTo>
                    <a:pt x="367569" y="132222"/>
                  </a:lnTo>
                  <a:lnTo>
                    <a:pt x="371137" y="131395"/>
                  </a:lnTo>
                  <a:lnTo>
                    <a:pt x="374706" y="130566"/>
                  </a:lnTo>
                  <a:lnTo>
                    <a:pt x="378274" y="129734"/>
                  </a:lnTo>
                  <a:lnTo>
                    <a:pt x="381843" y="128900"/>
                  </a:lnTo>
                  <a:lnTo>
                    <a:pt x="385412" y="128063"/>
                  </a:lnTo>
                  <a:lnTo>
                    <a:pt x="388980" y="127224"/>
                  </a:lnTo>
                  <a:lnTo>
                    <a:pt x="392549" y="126383"/>
                  </a:lnTo>
                  <a:lnTo>
                    <a:pt x="396118" y="125539"/>
                  </a:lnTo>
                  <a:lnTo>
                    <a:pt x="399686" y="124693"/>
                  </a:lnTo>
                  <a:lnTo>
                    <a:pt x="403255" y="123845"/>
                  </a:lnTo>
                  <a:lnTo>
                    <a:pt x="406824" y="122994"/>
                  </a:lnTo>
                  <a:lnTo>
                    <a:pt x="410392" y="122141"/>
                  </a:lnTo>
                  <a:lnTo>
                    <a:pt x="413961" y="121286"/>
                  </a:lnTo>
                  <a:lnTo>
                    <a:pt x="417529" y="120428"/>
                  </a:lnTo>
                  <a:lnTo>
                    <a:pt x="421098" y="119568"/>
                  </a:lnTo>
                  <a:lnTo>
                    <a:pt x="424667" y="118705"/>
                  </a:lnTo>
                  <a:lnTo>
                    <a:pt x="428235" y="117841"/>
                  </a:lnTo>
                  <a:lnTo>
                    <a:pt x="431804" y="116974"/>
                  </a:lnTo>
                  <a:lnTo>
                    <a:pt x="435373" y="116104"/>
                  </a:lnTo>
                  <a:lnTo>
                    <a:pt x="438941" y="115232"/>
                  </a:lnTo>
                  <a:lnTo>
                    <a:pt x="442510" y="114358"/>
                  </a:lnTo>
                  <a:lnTo>
                    <a:pt x="446078" y="113482"/>
                  </a:lnTo>
                  <a:lnTo>
                    <a:pt x="449647" y="112603"/>
                  </a:lnTo>
                  <a:lnTo>
                    <a:pt x="453216" y="111722"/>
                  </a:lnTo>
                  <a:lnTo>
                    <a:pt x="456784" y="110839"/>
                  </a:lnTo>
                  <a:lnTo>
                    <a:pt x="460353" y="109953"/>
                  </a:lnTo>
                  <a:lnTo>
                    <a:pt x="463922" y="109065"/>
                  </a:lnTo>
                  <a:lnTo>
                    <a:pt x="467490" y="108175"/>
                  </a:lnTo>
                  <a:lnTo>
                    <a:pt x="471059" y="107282"/>
                  </a:lnTo>
                  <a:lnTo>
                    <a:pt x="474628" y="106388"/>
                  </a:lnTo>
                  <a:lnTo>
                    <a:pt x="478196" y="105490"/>
                  </a:lnTo>
                  <a:lnTo>
                    <a:pt x="481765" y="104591"/>
                  </a:lnTo>
                  <a:lnTo>
                    <a:pt x="485333" y="103689"/>
                  </a:lnTo>
                  <a:lnTo>
                    <a:pt x="488902" y="102785"/>
                  </a:lnTo>
                  <a:lnTo>
                    <a:pt x="492471" y="101879"/>
                  </a:lnTo>
                  <a:lnTo>
                    <a:pt x="496039" y="100971"/>
                  </a:lnTo>
                  <a:lnTo>
                    <a:pt x="499608" y="100060"/>
                  </a:lnTo>
                  <a:lnTo>
                    <a:pt x="503177" y="99147"/>
                  </a:lnTo>
                  <a:lnTo>
                    <a:pt x="506745" y="98232"/>
                  </a:lnTo>
                  <a:lnTo>
                    <a:pt x="510314" y="97314"/>
                  </a:lnTo>
                  <a:lnTo>
                    <a:pt x="513882" y="96395"/>
                  </a:lnTo>
                  <a:lnTo>
                    <a:pt x="517451" y="95473"/>
                  </a:lnTo>
                  <a:lnTo>
                    <a:pt x="521020" y="94548"/>
                  </a:lnTo>
                  <a:lnTo>
                    <a:pt x="524588" y="93622"/>
                  </a:lnTo>
                  <a:lnTo>
                    <a:pt x="528157" y="92693"/>
                  </a:lnTo>
                  <a:lnTo>
                    <a:pt x="531726" y="91763"/>
                  </a:lnTo>
                  <a:lnTo>
                    <a:pt x="535294" y="90830"/>
                  </a:lnTo>
                  <a:lnTo>
                    <a:pt x="538863" y="89894"/>
                  </a:lnTo>
                  <a:lnTo>
                    <a:pt x="542432" y="88957"/>
                  </a:lnTo>
                  <a:lnTo>
                    <a:pt x="546000" y="88017"/>
                  </a:lnTo>
                  <a:lnTo>
                    <a:pt x="549569" y="87076"/>
                  </a:lnTo>
                  <a:lnTo>
                    <a:pt x="553137" y="86132"/>
                  </a:lnTo>
                  <a:lnTo>
                    <a:pt x="556706" y="85186"/>
                  </a:lnTo>
                  <a:lnTo>
                    <a:pt x="560275" y="84237"/>
                  </a:lnTo>
                  <a:lnTo>
                    <a:pt x="563843" y="83287"/>
                  </a:lnTo>
                  <a:lnTo>
                    <a:pt x="567412" y="82334"/>
                  </a:lnTo>
                  <a:lnTo>
                    <a:pt x="570981" y="81380"/>
                  </a:lnTo>
                  <a:lnTo>
                    <a:pt x="574549" y="80423"/>
                  </a:lnTo>
                  <a:lnTo>
                    <a:pt x="578118" y="79464"/>
                  </a:lnTo>
                  <a:lnTo>
                    <a:pt x="581686" y="78503"/>
                  </a:lnTo>
                  <a:lnTo>
                    <a:pt x="585255" y="77540"/>
                  </a:lnTo>
                  <a:lnTo>
                    <a:pt x="588824" y="76575"/>
                  </a:lnTo>
                  <a:lnTo>
                    <a:pt x="592392" y="75607"/>
                  </a:lnTo>
                  <a:lnTo>
                    <a:pt x="595961" y="74638"/>
                  </a:lnTo>
                  <a:lnTo>
                    <a:pt x="599530" y="73666"/>
                  </a:lnTo>
                  <a:lnTo>
                    <a:pt x="603098" y="72693"/>
                  </a:lnTo>
                  <a:lnTo>
                    <a:pt x="606667" y="71717"/>
                  </a:lnTo>
                  <a:lnTo>
                    <a:pt x="610236" y="70739"/>
                  </a:lnTo>
                  <a:lnTo>
                    <a:pt x="613804" y="69760"/>
                  </a:lnTo>
                  <a:lnTo>
                    <a:pt x="617373" y="68778"/>
                  </a:lnTo>
                  <a:lnTo>
                    <a:pt x="620941" y="67794"/>
                  </a:lnTo>
                  <a:lnTo>
                    <a:pt x="624510" y="66808"/>
                  </a:lnTo>
                  <a:lnTo>
                    <a:pt x="628079" y="65820"/>
                  </a:lnTo>
                  <a:lnTo>
                    <a:pt x="631647" y="64831"/>
                  </a:lnTo>
                  <a:lnTo>
                    <a:pt x="635216" y="63839"/>
                  </a:lnTo>
                  <a:lnTo>
                    <a:pt x="638785" y="62845"/>
                  </a:lnTo>
                  <a:lnTo>
                    <a:pt x="642353" y="61849"/>
                  </a:lnTo>
                  <a:lnTo>
                    <a:pt x="645922" y="60852"/>
                  </a:lnTo>
                  <a:lnTo>
                    <a:pt x="649490" y="59852"/>
                  </a:lnTo>
                  <a:lnTo>
                    <a:pt x="653059" y="58850"/>
                  </a:lnTo>
                  <a:lnTo>
                    <a:pt x="656628" y="57847"/>
                  </a:lnTo>
                  <a:lnTo>
                    <a:pt x="660196" y="56841"/>
                  </a:lnTo>
                  <a:lnTo>
                    <a:pt x="663765" y="55834"/>
                  </a:lnTo>
                  <a:lnTo>
                    <a:pt x="667334" y="54825"/>
                  </a:lnTo>
                  <a:lnTo>
                    <a:pt x="670902" y="53813"/>
                  </a:lnTo>
                  <a:lnTo>
                    <a:pt x="674471" y="52800"/>
                  </a:lnTo>
                  <a:lnTo>
                    <a:pt x="678040" y="51785"/>
                  </a:lnTo>
                  <a:lnTo>
                    <a:pt x="681608" y="50769"/>
                  </a:lnTo>
                  <a:lnTo>
                    <a:pt x="685177" y="49750"/>
                  </a:lnTo>
                  <a:lnTo>
                    <a:pt x="688745" y="48730"/>
                  </a:lnTo>
                  <a:lnTo>
                    <a:pt x="692314" y="47707"/>
                  </a:lnTo>
                  <a:lnTo>
                    <a:pt x="695883" y="46683"/>
                  </a:lnTo>
                  <a:lnTo>
                    <a:pt x="699451" y="45657"/>
                  </a:lnTo>
                  <a:lnTo>
                    <a:pt x="703020" y="44629"/>
                  </a:lnTo>
                  <a:lnTo>
                    <a:pt x="706589" y="43600"/>
                  </a:lnTo>
                  <a:lnTo>
                    <a:pt x="710157" y="42569"/>
                  </a:lnTo>
                  <a:lnTo>
                    <a:pt x="713726" y="41535"/>
                  </a:lnTo>
                  <a:lnTo>
                    <a:pt x="717294" y="40501"/>
                  </a:lnTo>
                  <a:lnTo>
                    <a:pt x="720863" y="39464"/>
                  </a:lnTo>
                  <a:lnTo>
                    <a:pt x="724432" y="38426"/>
                  </a:lnTo>
                  <a:lnTo>
                    <a:pt x="728000" y="37386"/>
                  </a:lnTo>
                  <a:lnTo>
                    <a:pt x="731569" y="36344"/>
                  </a:lnTo>
                  <a:lnTo>
                    <a:pt x="735138" y="35301"/>
                  </a:lnTo>
                  <a:lnTo>
                    <a:pt x="738706" y="34255"/>
                  </a:lnTo>
                  <a:lnTo>
                    <a:pt x="742275" y="33209"/>
                  </a:lnTo>
                  <a:lnTo>
                    <a:pt x="745844" y="32160"/>
                  </a:lnTo>
                  <a:lnTo>
                    <a:pt x="749412" y="31110"/>
                  </a:lnTo>
                  <a:lnTo>
                    <a:pt x="752981" y="30058"/>
                  </a:lnTo>
                  <a:lnTo>
                    <a:pt x="756549" y="29005"/>
                  </a:lnTo>
                  <a:lnTo>
                    <a:pt x="760118" y="27950"/>
                  </a:lnTo>
                  <a:lnTo>
                    <a:pt x="763687" y="26894"/>
                  </a:lnTo>
                  <a:lnTo>
                    <a:pt x="767255" y="25836"/>
                  </a:lnTo>
                  <a:lnTo>
                    <a:pt x="770824" y="24776"/>
                  </a:lnTo>
                  <a:lnTo>
                    <a:pt x="774393" y="23715"/>
                  </a:lnTo>
                  <a:lnTo>
                    <a:pt x="777961" y="22652"/>
                  </a:lnTo>
                  <a:lnTo>
                    <a:pt x="781530" y="21587"/>
                  </a:lnTo>
                  <a:lnTo>
                    <a:pt x="785098" y="20522"/>
                  </a:lnTo>
                  <a:lnTo>
                    <a:pt x="788667" y="19454"/>
                  </a:lnTo>
                  <a:lnTo>
                    <a:pt x="792236" y="18385"/>
                  </a:lnTo>
                  <a:lnTo>
                    <a:pt x="795804" y="17315"/>
                  </a:lnTo>
                  <a:lnTo>
                    <a:pt x="799373" y="16243"/>
                  </a:lnTo>
                  <a:lnTo>
                    <a:pt x="802942" y="15170"/>
                  </a:lnTo>
                  <a:lnTo>
                    <a:pt x="806510" y="14095"/>
                  </a:lnTo>
                  <a:lnTo>
                    <a:pt x="810079" y="13019"/>
                  </a:lnTo>
                  <a:lnTo>
                    <a:pt x="813648" y="11942"/>
                  </a:lnTo>
                  <a:lnTo>
                    <a:pt x="817216" y="10863"/>
                  </a:lnTo>
                  <a:lnTo>
                    <a:pt x="820785" y="9782"/>
                  </a:lnTo>
                  <a:lnTo>
                    <a:pt x="824353" y="8701"/>
                  </a:lnTo>
                  <a:lnTo>
                    <a:pt x="827922" y="7618"/>
                  </a:lnTo>
                  <a:lnTo>
                    <a:pt x="831491" y="6533"/>
                  </a:lnTo>
                  <a:lnTo>
                    <a:pt x="835059" y="5447"/>
                  </a:lnTo>
                  <a:lnTo>
                    <a:pt x="838628" y="4360"/>
                  </a:lnTo>
                  <a:lnTo>
                    <a:pt x="842197" y="3272"/>
                  </a:lnTo>
                  <a:lnTo>
                    <a:pt x="845765" y="2183"/>
                  </a:lnTo>
                  <a:lnTo>
                    <a:pt x="849334" y="1092"/>
                  </a:lnTo>
                  <a:lnTo>
                    <a:pt x="852902" y="0"/>
                  </a:lnTo>
                </a:path>
              </a:pathLst>
            </a:custGeom>
            <a:ln w="28456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390674" y="3639043"/>
              <a:ext cx="93819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3433320" y="3946992"/>
              <a:ext cx="852902" cy="384039"/>
            </a:xfrm>
            <a:custGeom>
              <a:avLst/>
              <a:pathLst>
                <a:path w="852902" h="384039">
                  <a:moveTo>
                    <a:pt x="0" y="267391"/>
                  </a:moveTo>
                  <a:lnTo>
                    <a:pt x="3568" y="266932"/>
                  </a:lnTo>
                  <a:lnTo>
                    <a:pt x="7137" y="266479"/>
                  </a:lnTo>
                  <a:lnTo>
                    <a:pt x="10705" y="266017"/>
                  </a:lnTo>
                  <a:lnTo>
                    <a:pt x="14274" y="265555"/>
                  </a:lnTo>
                  <a:lnTo>
                    <a:pt x="17843" y="265089"/>
                  </a:lnTo>
                  <a:lnTo>
                    <a:pt x="21411" y="264624"/>
                  </a:lnTo>
                  <a:lnTo>
                    <a:pt x="24980" y="264283"/>
                  </a:lnTo>
                  <a:lnTo>
                    <a:pt x="28549" y="263833"/>
                  </a:lnTo>
                  <a:lnTo>
                    <a:pt x="32117" y="263385"/>
                  </a:lnTo>
                  <a:lnTo>
                    <a:pt x="35686" y="262905"/>
                  </a:lnTo>
                  <a:lnTo>
                    <a:pt x="39254" y="262697"/>
                  </a:lnTo>
                  <a:lnTo>
                    <a:pt x="42823" y="262025"/>
                  </a:lnTo>
                  <a:lnTo>
                    <a:pt x="46392" y="261571"/>
                  </a:lnTo>
                  <a:lnTo>
                    <a:pt x="49960" y="261121"/>
                  </a:lnTo>
                  <a:lnTo>
                    <a:pt x="53529" y="260667"/>
                  </a:lnTo>
                  <a:lnTo>
                    <a:pt x="57098" y="260278"/>
                  </a:lnTo>
                  <a:lnTo>
                    <a:pt x="60666" y="259781"/>
                  </a:lnTo>
                  <a:lnTo>
                    <a:pt x="64235" y="259425"/>
                  </a:lnTo>
                  <a:lnTo>
                    <a:pt x="67804" y="258911"/>
                  </a:lnTo>
                  <a:lnTo>
                    <a:pt x="71372" y="258383"/>
                  </a:lnTo>
                  <a:lnTo>
                    <a:pt x="74941" y="257927"/>
                  </a:lnTo>
                  <a:lnTo>
                    <a:pt x="78509" y="257749"/>
                  </a:lnTo>
                  <a:lnTo>
                    <a:pt x="82078" y="257571"/>
                  </a:lnTo>
                  <a:lnTo>
                    <a:pt x="85647" y="257004"/>
                  </a:lnTo>
                  <a:lnTo>
                    <a:pt x="89215" y="256394"/>
                  </a:lnTo>
                  <a:lnTo>
                    <a:pt x="92784" y="255816"/>
                  </a:lnTo>
                  <a:lnTo>
                    <a:pt x="96353" y="255159"/>
                  </a:lnTo>
                  <a:lnTo>
                    <a:pt x="99921" y="254642"/>
                  </a:lnTo>
                  <a:lnTo>
                    <a:pt x="103490" y="254129"/>
                  </a:lnTo>
                  <a:lnTo>
                    <a:pt x="107058" y="253446"/>
                  </a:lnTo>
                  <a:lnTo>
                    <a:pt x="110627" y="253297"/>
                  </a:lnTo>
                  <a:lnTo>
                    <a:pt x="114196" y="252892"/>
                  </a:lnTo>
                  <a:lnTo>
                    <a:pt x="117764" y="252554"/>
                  </a:lnTo>
                  <a:lnTo>
                    <a:pt x="121333" y="251907"/>
                  </a:lnTo>
                  <a:lnTo>
                    <a:pt x="124902" y="251319"/>
                  </a:lnTo>
                  <a:lnTo>
                    <a:pt x="128470" y="250701"/>
                  </a:lnTo>
                  <a:lnTo>
                    <a:pt x="132039" y="250081"/>
                  </a:lnTo>
                  <a:lnTo>
                    <a:pt x="135608" y="249511"/>
                  </a:lnTo>
                  <a:lnTo>
                    <a:pt x="139176" y="249117"/>
                  </a:lnTo>
                  <a:lnTo>
                    <a:pt x="142745" y="248822"/>
                  </a:lnTo>
                  <a:lnTo>
                    <a:pt x="146313" y="248473"/>
                  </a:lnTo>
                  <a:lnTo>
                    <a:pt x="149882" y="247889"/>
                  </a:lnTo>
                  <a:lnTo>
                    <a:pt x="153451" y="247031"/>
                  </a:lnTo>
                  <a:lnTo>
                    <a:pt x="157019" y="246468"/>
                  </a:lnTo>
                  <a:lnTo>
                    <a:pt x="160588" y="245905"/>
                  </a:lnTo>
                  <a:lnTo>
                    <a:pt x="164157" y="245504"/>
                  </a:lnTo>
                  <a:lnTo>
                    <a:pt x="167725" y="245010"/>
                  </a:lnTo>
                  <a:lnTo>
                    <a:pt x="171294" y="244510"/>
                  </a:lnTo>
                  <a:lnTo>
                    <a:pt x="174862" y="244128"/>
                  </a:lnTo>
                  <a:lnTo>
                    <a:pt x="178431" y="243542"/>
                  </a:lnTo>
                  <a:lnTo>
                    <a:pt x="182000" y="243038"/>
                  </a:lnTo>
                  <a:lnTo>
                    <a:pt x="185568" y="242540"/>
                  </a:lnTo>
                  <a:lnTo>
                    <a:pt x="189137" y="241848"/>
                  </a:lnTo>
                  <a:lnTo>
                    <a:pt x="192706" y="241328"/>
                  </a:lnTo>
                  <a:lnTo>
                    <a:pt x="196274" y="240675"/>
                  </a:lnTo>
                  <a:lnTo>
                    <a:pt x="199843" y="240411"/>
                  </a:lnTo>
                  <a:lnTo>
                    <a:pt x="203412" y="239911"/>
                  </a:lnTo>
                  <a:lnTo>
                    <a:pt x="206980" y="239266"/>
                  </a:lnTo>
                  <a:lnTo>
                    <a:pt x="210549" y="238386"/>
                  </a:lnTo>
                  <a:lnTo>
                    <a:pt x="214117" y="237582"/>
                  </a:lnTo>
                  <a:lnTo>
                    <a:pt x="217686" y="237214"/>
                  </a:lnTo>
                  <a:lnTo>
                    <a:pt x="221255" y="236471"/>
                  </a:lnTo>
                  <a:lnTo>
                    <a:pt x="224823" y="235648"/>
                  </a:lnTo>
                  <a:lnTo>
                    <a:pt x="228392" y="235051"/>
                  </a:lnTo>
                  <a:lnTo>
                    <a:pt x="231961" y="234477"/>
                  </a:lnTo>
                  <a:lnTo>
                    <a:pt x="235529" y="234131"/>
                  </a:lnTo>
                  <a:lnTo>
                    <a:pt x="239098" y="233539"/>
                  </a:lnTo>
                  <a:lnTo>
                    <a:pt x="242666" y="232986"/>
                  </a:lnTo>
                  <a:lnTo>
                    <a:pt x="246235" y="232275"/>
                  </a:lnTo>
                  <a:lnTo>
                    <a:pt x="249804" y="231609"/>
                  </a:lnTo>
                  <a:lnTo>
                    <a:pt x="253372" y="230938"/>
                  </a:lnTo>
                  <a:lnTo>
                    <a:pt x="256941" y="230188"/>
                  </a:lnTo>
                  <a:lnTo>
                    <a:pt x="260510" y="229424"/>
                  </a:lnTo>
                  <a:lnTo>
                    <a:pt x="264078" y="228767"/>
                  </a:lnTo>
                  <a:lnTo>
                    <a:pt x="267647" y="228092"/>
                  </a:lnTo>
                  <a:lnTo>
                    <a:pt x="271216" y="227387"/>
                  </a:lnTo>
                  <a:lnTo>
                    <a:pt x="274784" y="226428"/>
                  </a:lnTo>
                  <a:lnTo>
                    <a:pt x="278353" y="225523"/>
                  </a:lnTo>
                  <a:lnTo>
                    <a:pt x="281921" y="224954"/>
                  </a:lnTo>
                  <a:lnTo>
                    <a:pt x="285490" y="224365"/>
                  </a:lnTo>
                  <a:lnTo>
                    <a:pt x="289059" y="223602"/>
                  </a:lnTo>
                  <a:lnTo>
                    <a:pt x="292627" y="222809"/>
                  </a:lnTo>
                  <a:lnTo>
                    <a:pt x="296196" y="222125"/>
                  </a:lnTo>
                  <a:lnTo>
                    <a:pt x="299765" y="221319"/>
                  </a:lnTo>
                  <a:lnTo>
                    <a:pt x="303333" y="220578"/>
                  </a:lnTo>
                  <a:lnTo>
                    <a:pt x="306902" y="219857"/>
                  </a:lnTo>
                  <a:lnTo>
                    <a:pt x="310470" y="219102"/>
                  </a:lnTo>
                  <a:lnTo>
                    <a:pt x="314039" y="218247"/>
                  </a:lnTo>
                  <a:lnTo>
                    <a:pt x="317608" y="217492"/>
                  </a:lnTo>
                  <a:lnTo>
                    <a:pt x="321176" y="216816"/>
                  </a:lnTo>
                  <a:lnTo>
                    <a:pt x="324745" y="215970"/>
                  </a:lnTo>
                  <a:lnTo>
                    <a:pt x="328314" y="215290"/>
                  </a:lnTo>
                  <a:lnTo>
                    <a:pt x="331882" y="214564"/>
                  </a:lnTo>
                  <a:lnTo>
                    <a:pt x="335451" y="213911"/>
                  </a:lnTo>
                  <a:lnTo>
                    <a:pt x="339020" y="213113"/>
                  </a:lnTo>
                  <a:lnTo>
                    <a:pt x="342588" y="212061"/>
                  </a:lnTo>
                  <a:lnTo>
                    <a:pt x="346157" y="211349"/>
                  </a:lnTo>
                  <a:lnTo>
                    <a:pt x="349725" y="210472"/>
                  </a:lnTo>
                  <a:lnTo>
                    <a:pt x="353294" y="209602"/>
                  </a:lnTo>
                  <a:lnTo>
                    <a:pt x="356863" y="208705"/>
                  </a:lnTo>
                  <a:lnTo>
                    <a:pt x="360431" y="207621"/>
                  </a:lnTo>
                  <a:lnTo>
                    <a:pt x="364000" y="206581"/>
                  </a:lnTo>
                  <a:lnTo>
                    <a:pt x="367569" y="205658"/>
                  </a:lnTo>
                  <a:lnTo>
                    <a:pt x="371137" y="204482"/>
                  </a:lnTo>
                  <a:lnTo>
                    <a:pt x="374706" y="203458"/>
                  </a:lnTo>
                  <a:lnTo>
                    <a:pt x="378274" y="202621"/>
                  </a:lnTo>
                  <a:lnTo>
                    <a:pt x="381843" y="201631"/>
                  </a:lnTo>
                  <a:lnTo>
                    <a:pt x="385412" y="200399"/>
                  </a:lnTo>
                  <a:lnTo>
                    <a:pt x="388980" y="199263"/>
                  </a:lnTo>
                  <a:lnTo>
                    <a:pt x="392549" y="198190"/>
                  </a:lnTo>
                  <a:lnTo>
                    <a:pt x="396118" y="196825"/>
                  </a:lnTo>
                  <a:lnTo>
                    <a:pt x="399686" y="195642"/>
                  </a:lnTo>
                  <a:lnTo>
                    <a:pt x="403255" y="194587"/>
                  </a:lnTo>
                  <a:lnTo>
                    <a:pt x="406824" y="193959"/>
                  </a:lnTo>
                  <a:lnTo>
                    <a:pt x="410392" y="192935"/>
                  </a:lnTo>
                  <a:lnTo>
                    <a:pt x="413961" y="192029"/>
                  </a:lnTo>
                  <a:lnTo>
                    <a:pt x="417529" y="190832"/>
                  </a:lnTo>
                  <a:lnTo>
                    <a:pt x="421098" y="189737"/>
                  </a:lnTo>
                  <a:lnTo>
                    <a:pt x="424667" y="188513"/>
                  </a:lnTo>
                  <a:lnTo>
                    <a:pt x="428235" y="187663"/>
                  </a:lnTo>
                  <a:lnTo>
                    <a:pt x="431804" y="186539"/>
                  </a:lnTo>
                  <a:lnTo>
                    <a:pt x="435373" y="185371"/>
                  </a:lnTo>
                  <a:lnTo>
                    <a:pt x="438941" y="184296"/>
                  </a:lnTo>
                  <a:lnTo>
                    <a:pt x="442510" y="183114"/>
                  </a:lnTo>
                  <a:lnTo>
                    <a:pt x="446078" y="181842"/>
                  </a:lnTo>
                  <a:lnTo>
                    <a:pt x="449647" y="180405"/>
                  </a:lnTo>
                  <a:lnTo>
                    <a:pt x="453216" y="179100"/>
                  </a:lnTo>
                  <a:lnTo>
                    <a:pt x="456784" y="177800"/>
                  </a:lnTo>
                  <a:lnTo>
                    <a:pt x="460353" y="176557"/>
                  </a:lnTo>
                  <a:lnTo>
                    <a:pt x="463922" y="175211"/>
                  </a:lnTo>
                  <a:lnTo>
                    <a:pt x="467490" y="173700"/>
                  </a:lnTo>
                  <a:lnTo>
                    <a:pt x="471059" y="172602"/>
                  </a:lnTo>
                  <a:lnTo>
                    <a:pt x="474628" y="171208"/>
                  </a:lnTo>
                  <a:lnTo>
                    <a:pt x="478196" y="169957"/>
                  </a:lnTo>
                  <a:lnTo>
                    <a:pt x="481765" y="168625"/>
                  </a:lnTo>
                  <a:lnTo>
                    <a:pt x="485333" y="167449"/>
                  </a:lnTo>
                  <a:lnTo>
                    <a:pt x="488902" y="166187"/>
                  </a:lnTo>
                  <a:lnTo>
                    <a:pt x="492471" y="164562"/>
                  </a:lnTo>
                  <a:lnTo>
                    <a:pt x="496039" y="163296"/>
                  </a:lnTo>
                  <a:lnTo>
                    <a:pt x="499608" y="162285"/>
                  </a:lnTo>
                  <a:lnTo>
                    <a:pt x="503177" y="160965"/>
                  </a:lnTo>
                  <a:lnTo>
                    <a:pt x="506745" y="159539"/>
                  </a:lnTo>
                  <a:lnTo>
                    <a:pt x="510314" y="158318"/>
                  </a:lnTo>
                  <a:lnTo>
                    <a:pt x="513882" y="156833"/>
                  </a:lnTo>
                  <a:lnTo>
                    <a:pt x="517451" y="155217"/>
                  </a:lnTo>
                  <a:lnTo>
                    <a:pt x="521020" y="153818"/>
                  </a:lnTo>
                  <a:lnTo>
                    <a:pt x="524588" y="152746"/>
                  </a:lnTo>
                  <a:lnTo>
                    <a:pt x="528157" y="151770"/>
                  </a:lnTo>
                  <a:lnTo>
                    <a:pt x="531726" y="150338"/>
                  </a:lnTo>
                  <a:lnTo>
                    <a:pt x="535294" y="148966"/>
                  </a:lnTo>
                  <a:lnTo>
                    <a:pt x="538863" y="147198"/>
                  </a:lnTo>
                  <a:lnTo>
                    <a:pt x="542432" y="145959"/>
                  </a:lnTo>
                  <a:lnTo>
                    <a:pt x="546000" y="144951"/>
                  </a:lnTo>
                  <a:lnTo>
                    <a:pt x="549569" y="143199"/>
                  </a:lnTo>
                  <a:lnTo>
                    <a:pt x="553137" y="141409"/>
                  </a:lnTo>
                  <a:lnTo>
                    <a:pt x="556706" y="140561"/>
                  </a:lnTo>
                  <a:lnTo>
                    <a:pt x="560275" y="139584"/>
                  </a:lnTo>
                  <a:lnTo>
                    <a:pt x="563843" y="138339"/>
                  </a:lnTo>
                  <a:lnTo>
                    <a:pt x="567412" y="136881"/>
                  </a:lnTo>
                  <a:lnTo>
                    <a:pt x="570981" y="135368"/>
                  </a:lnTo>
                  <a:lnTo>
                    <a:pt x="574549" y="133890"/>
                  </a:lnTo>
                  <a:lnTo>
                    <a:pt x="578118" y="132724"/>
                  </a:lnTo>
                  <a:lnTo>
                    <a:pt x="581686" y="131026"/>
                  </a:lnTo>
                  <a:lnTo>
                    <a:pt x="585255" y="129346"/>
                  </a:lnTo>
                  <a:lnTo>
                    <a:pt x="588824" y="127841"/>
                  </a:lnTo>
                  <a:lnTo>
                    <a:pt x="592392" y="126016"/>
                  </a:lnTo>
                  <a:lnTo>
                    <a:pt x="595961" y="124602"/>
                  </a:lnTo>
                  <a:lnTo>
                    <a:pt x="599530" y="123186"/>
                  </a:lnTo>
                  <a:lnTo>
                    <a:pt x="603098" y="121762"/>
                  </a:lnTo>
                  <a:lnTo>
                    <a:pt x="606667" y="120343"/>
                  </a:lnTo>
                  <a:lnTo>
                    <a:pt x="610236" y="118889"/>
                  </a:lnTo>
                  <a:lnTo>
                    <a:pt x="613804" y="117209"/>
                  </a:lnTo>
                  <a:lnTo>
                    <a:pt x="617373" y="115632"/>
                  </a:lnTo>
                  <a:lnTo>
                    <a:pt x="620941" y="114175"/>
                  </a:lnTo>
                  <a:lnTo>
                    <a:pt x="624510" y="112766"/>
                  </a:lnTo>
                  <a:lnTo>
                    <a:pt x="628079" y="111116"/>
                  </a:lnTo>
                  <a:lnTo>
                    <a:pt x="631647" y="109460"/>
                  </a:lnTo>
                  <a:lnTo>
                    <a:pt x="635216" y="107898"/>
                  </a:lnTo>
                  <a:lnTo>
                    <a:pt x="638785" y="106117"/>
                  </a:lnTo>
                  <a:lnTo>
                    <a:pt x="642353" y="104797"/>
                  </a:lnTo>
                  <a:lnTo>
                    <a:pt x="645922" y="103243"/>
                  </a:lnTo>
                  <a:lnTo>
                    <a:pt x="649490" y="101496"/>
                  </a:lnTo>
                  <a:lnTo>
                    <a:pt x="653059" y="100020"/>
                  </a:lnTo>
                  <a:lnTo>
                    <a:pt x="656628" y="98376"/>
                  </a:lnTo>
                  <a:lnTo>
                    <a:pt x="660196" y="96993"/>
                  </a:lnTo>
                  <a:lnTo>
                    <a:pt x="663765" y="95419"/>
                  </a:lnTo>
                  <a:lnTo>
                    <a:pt x="667334" y="93853"/>
                  </a:lnTo>
                  <a:lnTo>
                    <a:pt x="670902" y="92266"/>
                  </a:lnTo>
                  <a:lnTo>
                    <a:pt x="674471" y="90420"/>
                  </a:lnTo>
                  <a:lnTo>
                    <a:pt x="678040" y="88735"/>
                  </a:lnTo>
                  <a:lnTo>
                    <a:pt x="681608" y="86961"/>
                  </a:lnTo>
                  <a:lnTo>
                    <a:pt x="685177" y="85191"/>
                  </a:lnTo>
                  <a:lnTo>
                    <a:pt x="688745" y="83422"/>
                  </a:lnTo>
                  <a:lnTo>
                    <a:pt x="692314" y="81638"/>
                  </a:lnTo>
                  <a:lnTo>
                    <a:pt x="695883" y="79916"/>
                  </a:lnTo>
                  <a:lnTo>
                    <a:pt x="699451" y="78329"/>
                  </a:lnTo>
                  <a:lnTo>
                    <a:pt x="703020" y="76857"/>
                  </a:lnTo>
                  <a:lnTo>
                    <a:pt x="706589" y="75380"/>
                  </a:lnTo>
                  <a:lnTo>
                    <a:pt x="710157" y="73778"/>
                  </a:lnTo>
                  <a:lnTo>
                    <a:pt x="713726" y="72040"/>
                  </a:lnTo>
                  <a:lnTo>
                    <a:pt x="717294" y="70166"/>
                  </a:lnTo>
                  <a:lnTo>
                    <a:pt x="720863" y="68122"/>
                  </a:lnTo>
                  <a:lnTo>
                    <a:pt x="724432" y="66078"/>
                  </a:lnTo>
                  <a:lnTo>
                    <a:pt x="728000" y="64031"/>
                  </a:lnTo>
                  <a:lnTo>
                    <a:pt x="731569" y="61982"/>
                  </a:lnTo>
                  <a:lnTo>
                    <a:pt x="735138" y="60078"/>
                  </a:lnTo>
                  <a:lnTo>
                    <a:pt x="738706" y="58074"/>
                  </a:lnTo>
                  <a:lnTo>
                    <a:pt x="742275" y="56323"/>
                  </a:lnTo>
                  <a:lnTo>
                    <a:pt x="745844" y="54050"/>
                  </a:lnTo>
                  <a:lnTo>
                    <a:pt x="749412" y="52217"/>
                  </a:lnTo>
                  <a:lnTo>
                    <a:pt x="752981" y="50828"/>
                  </a:lnTo>
                  <a:lnTo>
                    <a:pt x="756549" y="49284"/>
                  </a:lnTo>
                  <a:lnTo>
                    <a:pt x="760118" y="47467"/>
                  </a:lnTo>
                  <a:lnTo>
                    <a:pt x="763687" y="45638"/>
                  </a:lnTo>
                  <a:lnTo>
                    <a:pt x="767255" y="43807"/>
                  </a:lnTo>
                  <a:lnTo>
                    <a:pt x="770824" y="41519"/>
                  </a:lnTo>
                  <a:lnTo>
                    <a:pt x="774393" y="39193"/>
                  </a:lnTo>
                  <a:lnTo>
                    <a:pt x="777961" y="37600"/>
                  </a:lnTo>
                  <a:lnTo>
                    <a:pt x="781530" y="36009"/>
                  </a:lnTo>
                  <a:lnTo>
                    <a:pt x="785098" y="34417"/>
                  </a:lnTo>
                  <a:lnTo>
                    <a:pt x="788667" y="32820"/>
                  </a:lnTo>
                  <a:lnTo>
                    <a:pt x="792236" y="31040"/>
                  </a:lnTo>
                  <a:lnTo>
                    <a:pt x="795804" y="29203"/>
                  </a:lnTo>
                  <a:lnTo>
                    <a:pt x="799373" y="27375"/>
                  </a:lnTo>
                  <a:lnTo>
                    <a:pt x="802942" y="25545"/>
                  </a:lnTo>
                  <a:lnTo>
                    <a:pt x="806510" y="23714"/>
                  </a:lnTo>
                  <a:lnTo>
                    <a:pt x="810079" y="21915"/>
                  </a:lnTo>
                  <a:lnTo>
                    <a:pt x="813648" y="20044"/>
                  </a:lnTo>
                  <a:lnTo>
                    <a:pt x="817216" y="18191"/>
                  </a:lnTo>
                  <a:lnTo>
                    <a:pt x="820785" y="16210"/>
                  </a:lnTo>
                  <a:lnTo>
                    <a:pt x="824353" y="14088"/>
                  </a:lnTo>
                  <a:lnTo>
                    <a:pt x="827922" y="12103"/>
                  </a:lnTo>
                  <a:lnTo>
                    <a:pt x="831491" y="10740"/>
                  </a:lnTo>
                  <a:lnTo>
                    <a:pt x="835059" y="9004"/>
                  </a:lnTo>
                  <a:lnTo>
                    <a:pt x="838628" y="7160"/>
                  </a:lnTo>
                  <a:lnTo>
                    <a:pt x="842197" y="5229"/>
                  </a:lnTo>
                  <a:lnTo>
                    <a:pt x="845765" y="3324"/>
                  </a:lnTo>
                  <a:lnTo>
                    <a:pt x="849334" y="1630"/>
                  </a:lnTo>
                  <a:lnTo>
                    <a:pt x="852902" y="0"/>
                  </a:lnTo>
                  <a:lnTo>
                    <a:pt x="852902" y="244905"/>
                  </a:lnTo>
                  <a:lnTo>
                    <a:pt x="849334" y="245357"/>
                  </a:lnTo>
                  <a:lnTo>
                    <a:pt x="845765" y="245804"/>
                  </a:lnTo>
                  <a:lnTo>
                    <a:pt x="842197" y="246315"/>
                  </a:lnTo>
                  <a:lnTo>
                    <a:pt x="838628" y="246871"/>
                  </a:lnTo>
                  <a:lnTo>
                    <a:pt x="835059" y="247487"/>
                  </a:lnTo>
                  <a:lnTo>
                    <a:pt x="831491" y="247886"/>
                  </a:lnTo>
                  <a:lnTo>
                    <a:pt x="827922" y="248334"/>
                  </a:lnTo>
                  <a:lnTo>
                    <a:pt x="824353" y="248664"/>
                  </a:lnTo>
                  <a:lnTo>
                    <a:pt x="820785" y="249053"/>
                  </a:lnTo>
                  <a:lnTo>
                    <a:pt x="817216" y="249440"/>
                  </a:lnTo>
                  <a:lnTo>
                    <a:pt x="813648" y="249927"/>
                  </a:lnTo>
                  <a:lnTo>
                    <a:pt x="810079" y="250289"/>
                  </a:lnTo>
                  <a:lnTo>
                    <a:pt x="806510" y="250606"/>
                  </a:lnTo>
                  <a:lnTo>
                    <a:pt x="802942" y="251056"/>
                  </a:lnTo>
                  <a:lnTo>
                    <a:pt x="799373" y="251382"/>
                  </a:lnTo>
                  <a:lnTo>
                    <a:pt x="795804" y="251544"/>
                  </a:lnTo>
                  <a:lnTo>
                    <a:pt x="792236" y="251912"/>
                  </a:lnTo>
                  <a:lnTo>
                    <a:pt x="788667" y="252106"/>
                  </a:lnTo>
                  <a:lnTo>
                    <a:pt x="785098" y="252299"/>
                  </a:lnTo>
                  <a:lnTo>
                    <a:pt x="781530" y="252865"/>
                  </a:lnTo>
                  <a:lnTo>
                    <a:pt x="777961" y="252903"/>
                  </a:lnTo>
                  <a:lnTo>
                    <a:pt x="774393" y="253315"/>
                  </a:lnTo>
                  <a:lnTo>
                    <a:pt x="770824" y="253613"/>
                  </a:lnTo>
                  <a:lnTo>
                    <a:pt x="767255" y="253788"/>
                  </a:lnTo>
                  <a:lnTo>
                    <a:pt x="763687" y="253962"/>
                  </a:lnTo>
                  <a:lnTo>
                    <a:pt x="760118" y="254057"/>
                  </a:lnTo>
                  <a:lnTo>
                    <a:pt x="756549" y="254328"/>
                  </a:lnTo>
                  <a:lnTo>
                    <a:pt x="752981" y="254635"/>
                  </a:lnTo>
                  <a:lnTo>
                    <a:pt x="749412" y="254997"/>
                  </a:lnTo>
                  <a:lnTo>
                    <a:pt x="745844" y="255326"/>
                  </a:lnTo>
                  <a:lnTo>
                    <a:pt x="742275" y="255507"/>
                  </a:lnTo>
                  <a:lnTo>
                    <a:pt x="738706" y="255754"/>
                  </a:lnTo>
                  <a:lnTo>
                    <a:pt x="735138" y="256072"/>
                  </a:lnTo>
                  <a:lnTo>
                    <a:pt x="731569" y="256387"/>
                  </a:lnTo>
                  <a:lnTo>
                    <a:pt x="728000" y="256881"/>
                  </a:lnTo>
                  <a:lnTo>
                    <a:pt x="724432" y="257302"/>
                  </a:lnTo>
                  <a:lnTo>
                    <a:pt x="720863" y="257662"/>
                  </a:lnTo>
                  <a:lnTo>
                    <a:pt x="717294" y="257843"/>
                  </a:lnTo>
                  <a:lnTo>
                    <a:pt x="713726" y="258325"/>
                  </a:lnTo>
                  <a:lnTo>
                    <a:pt x="710157" y="258430"/>
                  </a:lnTo>
                  <a:lnTo>
                    <a:pt x="706589" y="258780"/>
                  </a:lnTo>
                  <a:lnTo>
                    <a:pt x="703020" y="259291"/>
                  </a:lnTo>
                  <a:lnTo>
                    <a:pt x="699451" y="259880"/>
                  </a:lnTo>
                  <a:lnTo>
                    <a:pt x="695883" y="260422"/>
                  </a:lnTo>
                  <a:lnTo>
                    <a:pt x="692314" y="260781"/>
                  </a:lnTo>
                  <a:lnTo>
                    <a:pt x="688745" y="261139"/>
                  </a:lnTo>
                  <a:lnTo>
                    <a:pt x="685177" y="261432"/>
                  </a:lnTo>
                  <a:lnTo>
                    <a:pt x="681608" y="261967"/>
                  </a:lnTo>
                  <a:lnTo>
                    <a:pt x="678040" y="262345"/>
                  </a:lnTo>
                  <a:lnTo>
                    <a:pt x="674471" y="262605"/>
                  </a:lnTo>
                  <a:lnTo>
                    <a:pt x="670902" y="263031"/>
                  </a:lnTo>
                  <a:lnTo>
                    <a:pt x="667334" y="263468"/>
                  </a:lnTo>
                  <a:lnTo>
                    <a:pt x="663765" y="263907"/>
                  </a:lnTo>
                  <a:lnTo>
                    <a:pt x="660196" y="264470"/>
                  </a:lnTo>
                  <a:lnTo>
                    <a:pt x="656628" y="264921"/>
                  </a:lnTo>
                  <a:lnTo>
                    <a:pt x="653059" y="265300"/>
                  </a:lnTo>
                  <a:lnTo>
                    <a:pt x="649490" y="265721"/>
                  </a:lnTo>
                  <a:lnTo>
                    <a:pt x="645922" y="266089"/>
                  </a:lnTo>
                  <a:lnTo>
                    <a:pt x="642353" y="266487"/>
                  </a:lnTo>
                  <a:lnTo>
                    <a:pt x="638785" y="266852"/>
                  </a:lnTo>
                  <a:lnTo>
                    <a:pt x="635216" y="267183"/>
                  </a:lnTo>
                  <a:lnTo>
                    <a:pt x="631647" y="267570"/>
                  </a:lnTo>
                  <a:lnTo>
                    <a:pt x="628079" y="268050"/>
                  </a:lnTo>
                  <a:lnTo>
                    <a:pt x="624510" y="268547"/>
                  </a:lnTo>
                  <a:lnTo>
                    <a:pt x="620941" y="269077"/>
                  </a:lnTo>
                  <a:lnTo>
                    <a:pt x="617373" y="269537"/>
                  </a:lnTo>
                  <a:lnTo>
                    <a:pt x="613804" y="269745"/>
                  </a:lnTo>
                  <a:lnTo>
                    <a:pt x="610236" y="270051"/>
                  </a:lnTo>
                  <a:lnTo>
                    <a:pt x="606667" y="270397"/>
                  </a:lnTo>
                  <a:lnTo>
                    <a:pt x="603098" y="270783"/>
                  </a:lnTo>
                  <a:lnTo>
                    <a:pt x="599530" y="271168"/>
                  </a:lnTo>
                  <a:lnTo>
                    <a:pt x="595961" y="271553"/>
                  </a:lnTo>
                  <a:lnTo>
                    <a:pt x="592392" y="271936"/>
                  </a:lnTo>
                  <a:lnTo>
                    <a:pt x="588824" y="272210"/>
                  </a:lnTo>
                  <a:lnTo>
                    <a:pt x="585255" y="272438"/>
                  </a:lnTo>
                  <a:lnTo>
                    <a:pt x="581686" y="272858"/>
                  </a:lnTo>
                  <a:lnTo>
                    <a:pt x="578118" y="273478"/>
                  </a:lnTo>
                  <a:lnTo>
                    <a:pt x="574549" y="273861"/>
                  </a:lnTo>
                  <a:lnTo>
                    <a:pt x="570981" y="274200"/>
                  </a:lnTo>
                  <a:lnTo>
                    <a:pt x="567412" y="274520"/>
                  </a:lnTo>
                  <a:lnTo>
                    <a:pt x="563843" y="274916"/>
                  </a:lnTo>
                  <a:lnTo>
                    <a:pt x="560275" y="275392"/>
                  </a:lnTo>
                  <a:lnTo>
                    <a:pt x="556706" y="275829"/>
                  </a:lnTo>
                  <a:lnTo>
                    <a:pt x="553137" y="276305"/>
                  </a:lnTo>
                  <a:lnTo>
                    <a:pt x="549569" y="276749"/>
                  </a:lnTo>
                  <a:lnTo>
                    <a:pt x="546000" y="277385"/>
                  </a:lnTo>
                  <a:lnTo>
                    <a:pt x="542432" y="277952"/>
                  </a:lnTo>
                  <a:lnTo>
                    <a:pt x="538863" y="278473"/>
                  </a:lnTo>
                  <a:lnTo>
                    <a:pt x="535294" y="278922"/>
                  </a:lnTo>
                  <a:lnTo>
                    <a:pt x="531726" y="279382"/>
                  </a:lnTo>
                  <a:lnTo>
                    <a:pt x="528157" y="280026"/>
                  </a:lnTo>
                  <a:lnTo>
                    <a:pt x="524588" y="280669"/>
                  </a:lnTo>
                  <a:lnTo>
                    <a:pt x="521020" y="281272"/>
                  </a:lnTo>
                  <a:lnTo>
                    <a:pt x="517451" y="281929"/>
                  </a:lnTo>
                  <a:lnTo>
                    <a:pt x="513882" y="282660"/>
                  </a:lnTo>
                  <a:lnTo>
                    <a:pt x="510314" y="283193"/>
                  </a:lnTo>
                  <a:lnTo>
                    <a:pt x="506745" y="283821"/>
                  </a:lnTo>
                  <a:lnTo>
                    <a:pt x="503177" y="284363"/>
                  </a:lnTo>
                  <a:lnTo>
                    <a:pt x="499608" y="284654"/>
                  </a:lnTo>
                  <a:lnTo>
                    <a:pt x="496039" y="285173"/>
                  </a:lnTo>
                  <a:lnTo>
                    <a:pt x="492471" y="285757"/>
                  </a:lnTo>
                  <a:lnTo>
                    <a:pt x="488902" y="286333"/>
                  </a:lnTo>
                  <a:lnTo>
                    <a:pt x="485333" y="287146"/>
                  </a:lnTo>
                  <a:lnTo>
                    <a:pt x="481765" y="288030"/>
                  </a:lnTo>
                  <a:lnTo>
                    <a:pt x="478196" y="288184"/>
                  </a:lnTo>
                  <a:lnTo>
                    <a:pt x="474628" y="288826"/>
                  </a:lnTo>
                  <a:lnTo>
                    <a:pt x="471059" y="289678"/>
                  </a:lnTo>
                  <a:lnTo>
                    <a:pt x="467490" y="290177"/>
                  </a:lnTo>
                  <a:lnTo>
                    <a:pt x="463922" y="290707"/>
                  </a:lnTo>
                  <a:lnTo>
                    <a:pt x="460353" y="291397"/>
                  </a:lnTo>
                  <a:lnTo>
                    <a:pt x="456784" y="292081"/>
                  </a:lnTo>
                  <a:lnTo>
                    <a:pt x="453216" y="292639"/>
                  </a:lnTo>
                  <a:lnTo>
                    <a:pt x="449647" y="293443"/>
                  </a:lnTo>
                  <a:lnTo>
                    <a:pt x="446078" y="294188"/>
                  </a:lnTo>
                  <a:lnTo>
                    <a:pt x="442510" y="294686"/>
                  </a:lnTo>
                  <a:lnTo>
                    <a:pt x="438941" y="295206"/>
                  </a:lnTo>
                  <a:lnTo>
                    <a:pt x="435373" y="295784"/>
                  </a:lnTo>
                  <a:lnTo>
                    <a:pt x="431804" y="296444"/>
                  </a:lnTo>
                  <a:lnTo>
                    <a:pt x="428235" y="297104"/>
                  </a:lnTo>
                  <a:lnTo>
                    <a:pt x="424667" y="297759"/>
                  </a:lnTo>
                  <a:lnTo>
                    <a:pt x="421098" y="298499"/>
                  </a:lnTo>
                  <a:lnTo>
                    <a:pt x="417529" y="299122"/>
                  </a:lnTo>
                  <a:lnTo>
                    <a:pt x="413961" y="299910"/>
                  </a:lnTo>
                  <a:lnTo>
                    <a:pt x="410392" y="300575"/>
                  </a:lnTo>
                  <a:lnTo>
                    <a:pt x="406824" y="301339"/>
                  </a:lnTo>
                  <a:lnTo>
                    <a:pt x="403255" y="301713"/>
                  </a:lnTo>
                  <a:lnTo>
                    <a:pt x="399686" y="302353"/>
                  </a:lnTo>
                  <a:lnTo>
                    <a:pt x="396118" y="303064"/>
                  </a:lnTo>
                  <a:lnTo>
                    <a:pt x="392549" y="303743"/>
                  </a:lnTo>
                  <a:lnTo>
                    <a:pt x="388980" y="304403"/>
                  </a:lnTo>
                  <a:lnTo>
                    <a:pt x="385412" y="305186"/>
                  </a:lnTo>
                  <a:lnTo>
                    <a:pt x="381843" y="305761"/>
                  </a:lnTo>
                  <a:lnTo>
                    <a:pt x="378274" y="306146"/>
                  </a:lnTo>
                  <a:lnTo>
                    <a:pt x="374706" y="306599"/>
                  </a:lnTo>
                  <a:lnTo>
                    <a:pt x="371137" y="307341"/>
                  </a:lnTo>
                  <a:lnTo>
                    <a:pt x="367569" y="307855"/>
                  </a:lnTo>
                  <a:lnTo>
                    <a:pt x="364000" y="308665"/>
                  </a:lnTo>
                  <a:lnTo>
                    <a:pt x="360431" y="309312"/>
                  </a:lnTo>
                  <a:lnTo>
                    <a:pt x="356863" y="310009"/>
                  </a:lnTo>
                  <a:lnTo>
                    <a:pt x="353294" y="310614"/>
                  </a:lnTo>
                  <a:lnTo>
                    <a:pt x="349725" y="311278"/>
                  </a:lnTo>
                  <a:lnTo>
                    <a:pt x="346157" y="311863"/>
                  </a:lnTo>
                  <a:lnTo>
                    <a:pt x="342588" y="312511"/>
                  </a:lnTo>
                  <a:lnTo>
                    <a:pt x="339020" y="313318"/>
                  </a:lnTo>
                  <a:lnTo>
                    <a:pt x="335451" y="313927"/>
                  </a:lnTo>
                  <a:lnTo>
                    <a:pt x="331882" y="314742"/>
                  </a:lnTo>
                  <a:lnTo>
                    <a:pt x="328314" y="315557"/>
                  </a:lnTo>
                  <a:lnTo>
                    <a:pt x="324745" y="316350"/>
                  </a:lnTo>
                  <a:lnTo>
                    <a:pt x="321176" y="316901"/>
                  </a:lnTo>
                  <a:lnTo>
                    <a:pt x="317608" y="317486"/>
                  </a:lnTo>
                  <a:lnTo>
                    <a:pt x="314039" y="318158"/>
                  </a:lnTo>
                  <a:lnTo>
                    <a:pt x="310470" y="318763"/>
                  </a:lnTo>
                  <a:lnTo>
                    <a:pt x="306902" y="319603"/>
                  </a:lnTo>
                  <a:lnTo>
                    <a:pt x="303333" y="320406"/>
                  </a:lnTo>
                  <a:lnTo>
                    <a:pt x="299765" y="321126"/>
                  </a:lnTo>
                  <a:lnTo>
                    <a:pt x="296196" y="321713"/>
                  </a:lnTo>
                  <a:lnTo>
                    <a:pt x="292627" y="322650"/>
                  </a:lnTo>
                  <a:lnTo>
                    <a:pt x="289059" y="323464"/>
                  </a:lnTo>
                  <a:lnTo>
                    <a:pt x="285490" y="324333"/>
                  </a:lnTo>
                  <a:lnTo>
                    <a:pt x="281921" y="324868"/>
                  </a:lnTo>
                  <a:lnTo>
                    <a:pt x="278353" y="325628"/>
                  </a:lnTo>
                  <a:lnTo>
                    <a:pt x="274784" y="326341"/>
                  </a:lnTo>
                  <a:lnTo>
                    <a:pt x="271216" y="327103"/>
                  </a:lnTo>
                  <a:lnTo>
                    <a:pt x="267647" y="327834"/>
                  </a:lnTo>
                  <a:lnTo>
                    <a:pt x="264078" y="328650"/>
                  </a:lnTo>
                  <a:lnTo>
                    <a:pt x="260510" y="329427"/>
                  </a:lnTo>
                  <a:lnTo>
                    <a:pt x="256941" y="330308"/>
                  </a:lnTo>
                  <a:lnTo>
                    <a:pt x="253372" y="331112"/>
                  </a:lnTo>
                  <a:lnTo>
                    <a:pt x="249804" y="331865"/>
                  </a:lnTo>
                  <a:lnTo>
                    <a:pt x="246235" y="332630"/>
                  </a:lnTo>
                  <a:lnTo>
                    <a:pt x="242666" y="333422"/>
                  </a:lnTo>
                  <a:lnTo>
                    <a:pt x="239098" y="334073"/>
                  </a:lnTo>
                  <a:lnTo>
                    <a:pt x="235529" y="335024"/>
                  </a:lnTo>
                  <a:lnTo>
                    <a:pt x="231961" y="335786"/>
                  </a:lnTo>
                  <a:lnTo>
                    <a:pt x="228392" y="336552"/>
                  </a:lnTo>
                  <a:lnTo>
                    <a:pt x="224823" y="337022"/>
                  </a:lnTo>
                  <a:lnTo>
                    <a:pt x="221255" y="337487"/>
                  </a:lnTo>
                  <a:lnTo>
                    <a:pt x="217686" y="338246"/>
                  </a:lnTo>
                  <a:lnTo>
                    <a:pt x="214117" y="339125"/>
                  </a:lnTo>
                  <a:lnTo>
                    <a:pt x="210549" y="339882"/>
                  </a:lnTo>
                  <a:lnTo>
                    <a:pt x="206980" y="340551"/>
                  </a:lnTo>
                  <a:lnTo>
                    <a:pt x="203412" y="341375"/>
                  </a:lnTo>
                  <a:lnTo>
                    <a:pt x="199843" y="342193"/>
                  </a:lnTo>
                  <a:lnTo>
                    <a:pt x="196274" y="342846"/>
                  </a:lnTo>
                  <a:lnTo>
                    <a:pt x="192706" y="343520"/>
                  </a:lnTo>
                  <a:lnTo>
                    <a:pt x="189137" y="344361"/>
                  </a:lnTo>
                  <a:lnTo>
                    <a:pt x="185568" y="345349"/>
                  </a:lnTo>
                  <a:lnTo>
                    <a:pt x="182000" y="346232"/>
                  </a:lnTo>
                  <a:lnTo>
                    <a:pt x="178431" y="346930"/>
                  </a:lnTo>
                  <a:lnTo>
                    <a:pt x="174862" y="347811"/>
                  </a:lnTo>
                  <a:lnTo>
                    <a:pt x="171294" y="348624"/>
                  </a:lnTo>
                  <a:lnTo>
                    <a:pt x="167725" y="349484"/>
                  </a:lnTo>
                  <a:lnTo>
                    <a:pt x="164157" y="350338"/>
                  </a:lnTo>
                  <a:lnTo>
                    <a:pt x="160588" y="351212"/>
                  </a:lnTo>
                  <a:lnTo>
                    <a:pt x="157019" y="352028"/>
                  </a:lnTo>
                  <a:lnTo>
                    <a:pt x="153451" y="352859"/>
                  </a:lnTo>
                  <a:lnTo>
                    <a:pt x="149882" y="353712"/>
                  </a:lnTo>
                  <a:lnTo>
                    <a:pt x="146313" y="354493"/>
                  </a:lnTo>
                  <a:lnTo>
                    <a:pt x="142745" y="355383"/>
                  </a:lnTo>
                  <a:lnTo>
                    <a:pt x="139176" y="356249"/>
                  </a:lnTo>
                  <a:lnTo>
                    <a:pt x="135608" y="356897"/>
                  </a:lnTo>
                  <a:lnTo>
                    <a:pt x="132039" y="357863"/>
                  </a:lnTo>
                  <a:lnTo>
                    <a:pt x="128470" y="358520"/>
                  </a:lnTo>
                  <a:lnTo>
                    <a:pt x="124902" y="359098"/>
                  </a:lnTo>
                  <a:lnTo>
                    <a:pt x="121333" y="360057"/>
                  </a:lnTo>
                  <a:lnTo>
                    <a:pt x="117764" y="360915"/>
                  </a:lnTo>
                  <a:lnTo>
                    <a:pt x="114196" y="361822"/>
                  </a:lnTo>
                  <a:lnTo>
                    <a:pt x="110627" y="362477"/>
                  </a:lnTo>
                  <a:lnTo>
                    <a:pt x="107058" y="362969"/>
                  </a:lnTo>
                  <a:lnTo>
                    <a:pt x="103490" y="363710"/>
                  </a:lnTo>
                  <a:lnTo>
                    <a:pt x="99921" y="364525"/>
                  </a:lnTo>
                  <a:lnTo>
                    <a:pt x="96353" y="365078"/>
                  </a:lnTo>
                  <a:lnTo>
                    <a:pt x="92784" y="365723"/>
                  </a:lnTo>
                  <a:lnTo>
                    <a:pt x="89215" y="366393"/>
                  </a:lnTo>
                  <a:lnTo>
                    <a:pt x="85647" y="367124"/>
                  </a:lnTo>
                  <a:lnTo>
                    <a:pt x="82078" y="368001"/>
                  </a:lnTo>
                  <a:lnTo>
                    <a:pt x="78509" y="368872"/>
                  </a:lnTo>
                  <a:lnTo>
                    <a:pt x="74941" y="369611"/>
                  </a:lnTo>
                  <a:lnTo>
                    <a:pt x="71372" y="370357"/>
                  </a:lnTo>
                  <a:lnTo>
                    <a:pt x="67804" y="371083"/>
                  </a:lnTo>
                  <a:lnTo>
                    <a:pt x="64235" y="371904"/>
                  </a:lnTo>
                  <a:lnTo>
                    <a:pt x="60666" y="372707"/>
                  </a:lnTo>
                  <a:lnTo>
                    <a:pt x="57098" y="373306"/>
                  </a:lnTo>
                  <a:lnTo>
                    <a:pt x="53529" y="374056"/>
                  </a:lnTo>
                  <a:lnTo>
                    <a:pt x="49960" y="374651"/>
                  </a:lnTo>
                  <a:lnTo>
                    <a:pt x="46392" y="375397"/>
                  </a:lnTo>
                  <a:lnTo>
                    <a:pt x="42823" y="375939"/>
                  </a:lnTo>
                  <a:lnTo>
                    <a:pt x="39254" y="376707"/>
                  </a:lnTo>
                  <a:lnTo>
                    <a:pt x="35686" y="377364"/>
                  </a:lnTo>
                  <a:lnTo>
                    <a:pt x="32117" y="378008"/>
                  </a:lnTo>
                  <a:lnTo>
                    <a:pt x="28549" y="378684"/>
                  </a:lnTo>
                  <a:lnTo>
                    <a:pt x="24980" y="379398"/>
                  </a:lnTo>
                  <a:lnTo>
                    <a:pt x="21411" y="380036"/>
                  </a:lnTo>
                  <a:lnTo>
                    <a:pt x="17843" y="380739"/>
                  </a:lnTo>
                  <a:lnTo>
                    <a:pt x="14274" y="381358"/>
                  </a:lnTo>
                  <a:lnTo>
                    <a:pt x="10705" y="381973"/>
                  </a:lnTo>
                  <a:lnTo>
                    <a:pt x="7137" y="382736"/>
                  </a:lnTo>
                  <a:lnTo>
                    <a:pt x="3568" y="383355"/>
                  </a:lnTo>
                  <a:lnTo>
                    <a:pt x="0" y="384039"/>
                  </a:lnTo>
                  <a:close/>
                </a:path>
              </a:pathLst>
            </a:custGeom>
            <a:solidFill>
              <a:srgbClr val="E69F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433320" y="3946992"/>
              <a:ext cx="852902" cy="267391"/>
            </a:xfrm>
            <a:custGeom>
              <a:avLst/>
              <a:pathLst>
                <a:path w="852902" h="267391">
                  <a:moveTo>
                    <a:pt x="0" y="267391"/>
                  </a:moveTo>
                  <a:lnTo>
                    <a:pt x="3568" y="266932"/>
                  </a:lnTo>
                  <a:lnTo>
                    <a:pt x="7137" y="266479"/>
                  </a:lnTo>
                  <a:lnTo>
                    <a:pt x="10705" y="266017"/>
                  </a:lnTo>
                  <a:lnTo>
                    <a:pt x="14274" y="265555"/>
                  </a:lnTo>
                  <a:lnTo>
                    <a:pt x="17843" y="265089"/>
                  </a:lnTo>
                  <a:lnTo>
                    <a:pt x="21411" y="264624"/>
                  </a:lnTo>
                  <a:lnTo>
                    <a:pt x="24980" y="264283"/>
                  </a:lnTo>
                  <a:lnTo>
                    <a:pt x="28549" y="263833"/>
                  </a:lnTo>
                  <a:lnTo>
                    <a:pt x="32117" y="263385"/>
                  </a:lnTo>
                  <a:lnTo>
                    <a:pt x="35686" y="262905"/>
                  </a:lnTo>
                  <a:lnTo>
                    <a:pt x="39254" y="262697"/>
                  </a:lnTo>
                  <a:lnTo>
                    <a:pt x="42823" y="262025"/>
                  </a:lnTo>
                  <a:lnTo>
                    <a:pt x="46392" y="261571"/>
                  </a:lnTo>
                  <a:lnTo>
                    <a:pt x="49960" y="261121"/>
                  </a:lnTo>
                  <a:lnTo>
                    <a:pt x="53529" y="260667"/>
                  </a:lnTo>
                  <a:lnTo>
                    <a:pt x="57098" y="260278"/>
                  </a:lnTo>
                  <a:lnTo>
                    <a:pt x="60666" y="259781"/>
                  </a:lnTo>
                  <a:lnTo>
                    <a:pt x="64235" y="259425"/>
                  </a:lnTo>
                  <a:lnTo>
                    <a:pt x="67804" y="258911"/>
                  </a:lnTo>
                  <a:lnTo>
                    <a:pt x="71372" y="258383"/>
                  </a:lnTo>
                  <a:lnTo>
                    <a:pt x="74941" y="257927"/>
                  </a:lnTo>
                  <a:lnTo>
                    <a:pt x="78509" y="257749"/>
                  </a:lnTo>
                  <a:lnTo>
                    <a:pt x="82078" y="257571"/>
                  </a:lnTo>
                  <a:lnTo>
                    <a:pt x="85647" y="257004"/>
                  </a:lnTo>
                  <a:lnTo>
                    <a:pt x="89215" y="256394"/>
                  </a:lnTo>
                  <a:lnTo>
                    <a:pt x="92784" y="255816"/>
                  </a:lnTo>
                  <a:lnTo>
                    <a:pt x="96353" y="255159"/>
                  </a:lnTo>
                  <a:lnTo>
                    <a:pt x="99921" y="254642"/>
                  </a:lnTo>
                  <a:lnTo>
                    <a:pt x="103490" y="254129"/>
                  </a:lnTo>
                  <a:lnTo>
                    <a:pt x="107058" y="253446"/>
                  </a:lnTo>
                  <a:lnTo>
                    <a:pt x="110627" y="253297"/>
                  </a:lnTo>
                  <a:lnTo>
                    <a:pt x="114196" y="252892"/>
                  </a:lnTo>
                  <a:lnTo>
                    <a:pt x="117764" y="252554"/>
                  </a:lnTo>
                  <a:lnTo>
                    <a:pt x="121333" y="251907"/>
                  </a:lnTo>
                  <a:lnTo>
                    <a:pt x="124902" y="251319"/>
                  </a:lnTo>
                  <a:lnTo>
                    <a:pt x="128470" y="250701"/>
                  </a:lnTo>
                  <a:lnTo>
                    <a:pt x="132039" y="250081"/>
                  </a:lnTo>
                  <a:lnTo>
                    <a:pt x="135608" y="249511"/>
                  </a:lnTo>
                  <a:lnTo>
                    <a:pt x="139176" y="249117"/>
                  </a:lnTo>
                  <a:lnTo>
                    <a:pt x="142745" y="248822"/>
                  </a:lnTo>
                  <a:lnTo>
                    <a:pt x="146313" y="248473"/>
                  </a:lnTo>
                  <a:lnTo>
                    <a:pt x="149882" y="247889"/>
                  </a:lnTo>
                  <a:lnTo>
                    <a:pt x="153451" y="247031"/>
                  </a:lnTo>
                  <a:lnTo>
                    <a:pt x="157019" y="246468"/>
                  </a:lnTo>
                  <a:lnTo>
                    <a:pt x="160588" y="245905"/>
                  </a:lnTo>
                  <a:lnTo>
                    <a:pt x="164157" y="245504"/>
                  </a:lnTo>
                  <a:lnTo>
                    <a:pt x="167725" y="245010"/>
                  </a:lnTo>
                  <a:lnTo>
                    <a:pt x="171294" y="244510"/>
                  </a:lnTo>
                  <a:lnTo>
                    <a:pt x="174862" y="244128"/>
                  </a:lnTo>
                  <a:lnTo>
                    <a:pt x="178431" y="243542"/>
                  </a:lnTo>
                  <a:lnTo>
                    <a:pt x="182000" y="243038"/>
                  </a:lnTo>
                  <a:lnTo>
                    <a:pt x="185568" y="242540"/>
                  </a:lnTo>
                  <a:lnTo>
                    <a:pt x="189137" y="241848"/>
                  </a:lnTo>
                  <a:lnTo>
                    <a:pt x="192706" y="241328"/>
                  </a:lnTo>
                  <a:lnTo>
                    <a:pt x="196274" y="240675"/>
                  </a:lnTo>
                  <a:lnTo>
                    <a:pt x="199843" y="240411"/>
                  </a:lnTo>
                  <a:lnTo>
                    <a:pt x="203412" y="239911"/>
                  </a:lnTo>
                  <a:lnTo>
                    <a:pt x="206980" y="239266"/>
                  </a:lnTo>
                  <a:lnTo>
                    <a:pt x="210549" y="238386"/>
                  </a:lnTo>
                  <a:lnTo>
                    <a:pt x="214117" y="237582"/>
                  </a:lnTo>
                  <a:lnTo>
                    <a:pt x="217686" y="237214"/>
                  </a:lnTo>
                  <a:lnTo>
                    <a:pt x="221255" y="236471"/>
                  </a:lnTo>
                  <a:lnTo>
                    <a:pt x="224823" y="235648"/>
                  </a:lnTo>
                  <a:lnTo>
                    <a:pt x="228392" y="235051"/>
                  </a:lnTo>
                  <a:lnTo>
                    <a:pt x="231961" y="234477"/>
                  </a:lnTo>
                  <a:lnTo>
                    <a:pt x="235529" y="234131"/>
                  </a:lnTo>
                  <a:lnTo>
                    <a:pt x="239098" y="233539"/>
                  </a:lnTo>
                  <a:lnTo>
                    <a:pt x="242666" y="232986"/>
                  </a:lnTo>
                  <a:lnTo>
                    <a:pt x="246235" y="232275"/>
                  </a:lnTo>
                  <a:lnTo>
                    <a:pt x="249804" y="231609"/>
                  </a:lnTo>
                  <a:lnTo>
                    <a:pt x="253372" y="230938"/>
                  </a:lnTo>
                  <a:lnTo>
                    <a:pt x="256941" y="230188"/>
                  </a:lnTo>
                  <a:lnTo>
                    <a:pt x="260510" y="229424"/>
                  </a:lnTo>
                  <a:lnTo>
                    <a:pt x="264078" y="228767"/>
                  </a:lnTo>
                  <a:lnTo>
                    <a:pt x="267647" y="228092"/>
                  </a:lnTo>
                  <a:lnTo>
                    <a:pt x="271216" y="227387"/>
                  </a:lnTo>
                  <a:lnTo>
                    <a:pt x="274784" y="226428"/>
                  </a:lnTo>
                  <a:lnTo>
                    <a:pt x="278353" y="225523"/>
                  </a:lnTo>
                  <a:lnTo>
                    <a:pt x="281921" y="224954"/>
                  </a:lnTo>
                  <a:lnTo>
                    <a:pt x="285490" y="224365"/>
                  </a:lnTo>
                  <a:lnTo>
                    <a:pt x="289059" y="223602"/>
                  </a:lnTo>
                  <a:lnTo>
                    <a:pt x="292627" y="222809"/>
                  </a:lnTo>
                  <a:lnTo>
                    <a:pt x="296196" y="222125"/>
                  </a:lnTo>
                  <a:lnTo>
                    <a:pt x="299765" y="221319"/>
                  </a:lnTo>
                  <a:lnTo>
                    <a:pt x="303333" y="220578"/>
                  </a:lnTo>
                  <a:lnTo>
                    <a:pt x="306902" y="219857"/>
                  </a:lnTo>
                  <a:lnTo>
                    <a:pt x="310470" y="219102"/>
                  </a:lnTo>
                  <a:lnTo>
                    <a:pt x="314039" y="218247"/>
                  </a:lnTo>
                  <a:lnTo>
                    <a:pt x="317608" y="217492"/>
                  </a:lnTo>
                  <a:lnTo>
                    <a:pt x="321176" y="216816"/>
                  </a:lnTo>
                  <a:lnTo>
                    <a:pt x="324745" y="215970"/>
                  </a:lnTo>
                  <a:lnTo>
                    <a:pt x="328314" y="215290"/>
                  </a:lnTo>
                  <a:lnTo>
                    <a:pt x="331882" y="214564"/>
                  </a:lnTo>
                  <a:lnTo>
                    <a:pt x="335451" y="213911"/>
                  </a:lnTo>
                  <a:lnTo>
                    <a:pt x="339020" y="213113"/>
                  </a:lnTo>
                  <a:lnTo>
                    <a:pt x="342588" y="212061"/>
                  </a:lnTo>
                  <a:lnTo>
                    <a:pt x="346157" y="211349"/>
                  </a:lnTo>
                  <a:lnTo>
                    <a:pt x="349725" y="210472"/>
                  </a:lnTo>
                  <a:lnTo>
                    <a:pt x="353294" y="209602"/>
                  </a:lnTo>
                  <a:lnTo>
                    <a:pt x="356863" y="208705"/>
                  </a:lnTo>
                  <a:lnTo>
                    <a:pt x="360431" y="207621"/>
                  </a:lnTo>
                  <a:lnTo>
                    <a:pt x="364000" y="206581"/>
                  </a:lnTo>
                  <a:lnTo>
                    <a:pt x="367569" y="205658"/>
                  </a:lnTo>
                  <a:lnTo>
                    <a:pt x="371137" y="204482"/>
                  </a:lnTo>
                  <a:lnTo>
                    <a:pt x="374706" y="203458"/>
                  </a:lnTo>
                  <a:lnTo>
                    <a:pt x="378274" y="202621"/>
                  </a:lnTo>
                  <a:lnTo>
                    <a:pt x="381843" y="201631"/>
                  </a:lnTo>
                  <a:lnTo>
                    <a:pt x="385412" y="200399"/>
                  </a:lnTo>
                  <a:lnTo>
                    <a:pt x="388980" y="199263"/>
                  </a:lnTo>
                  <a:lnTo>
                    <a:pt x="392549" y="198190"/>
                  </a:lnTo>
                  <a:lnTo>
                    <a:pt x="396118" y="196825"/>
                  </a:lnTo>
                  <a:lnTo>
                    <a:pt x="399686" y="195642"/>
                  </a:lnTo>
                  <a:lnTo>
                    <a:pt x="403255" y="194587"/>
                  </a:lnTo>
                  <a:lnTo>
                    <a:pt x="406824" y="193959"/>
                  </a:lnTo>
                  <a:lnTo>
                    <a:pt x="410392" y="192935"/>
                  </a:lnTo>
                  <a:lnTo>
                    <a:pt x="413961" y="192029"/>
                  </a:lnTo>
                  <a:lnTo>
                    <a:pt x="417529" y="190832"/>
                  </a:lnTo>
                  <a:lnTo>
                    <a:pt x="421098" y="189737"/>
                  </a:lnTo>
                  <a:lnTo>
                    <a:pt x="424667" y="188513"/>
                  </a:lnTo>
                  <a:lnTo>
                    <a:pt x="428235" y="187663"/>
                  </a:lnTo>
                  <a:lnTo>
                    <a:pt x="431804" y="186539"/>
                  </a:lnTo>
                  <a:lnTo>
                    <a:pt x="435373" y="185371"/>
                  </a:lnTo>
                  <a:lnTo>
                    <a:pt x="438941" y="184296"/>
                  </a:lnTo>
                  <a:lnTo>
                    <a:pt x="442510" y="183114"/>
                  </a:lnTo>
                  <a:lnTo>
                    <a:pt x="446078" y="181842"/>
                  </a:lnTo>
                  <a:lnTo>
                    <a:pt x="449647" y="180405"/>
                  </a:lnTo>
                  <a:lnTo>
                    <a:pt x="453216" y="179100"/>
                  </a:lnTo>
                  <a:lnTo>
                    <a:pt x="456784" y="177800"/>
                  </a:lnTo>
                  <a:lnTo>
                    <a:pt x="460353" y="176557"/>
                  </a:lnTo>
                  <a:lnTo>
                    <a:pt x="463922" y="175211"/>
                  </a:lnTo>
                  <a:lnTo>
                    <a:pt x="467490" y="173700"/>
                  </a:lnTo>
                  <a:lnTo>
                    <a:pt x="471059" y="172602"/>
                  </a:lnTo>
                  <a:lnTo>
                    <a:pt x="474628" y="171208"/>
                  </a:lnTo>
                  <a:lnTo>
                    <a:pt x="478196" y="169957"/>
                  </a:lnTo>
                  <a:lnTo>
                    <a:pt x="481765" y="168625"/>
                  </a:lnTo>
                  <a:lnTo>
                    <a:pt x="485333" y="167449"/>
                  </a:lnTo>
                  <a:lnTo>
                    <a:pt x="488902" y="166187"/>
                  </a:lnTo>
                  <a:lnTo>
                    <a:pt x="492471" y="164562"/>
                  </a:lnTo>
                  <a:lnTo>
                    <a:pt x="496039" y="163296"/>
                  </a:lnTo>
                  <a:lnTo>
                    <a:pt x="499608" y="162285"/>
                  </a:lnTo>
                  <a:lnTo>
                    <a:pt x="503177" y="160965"/>
                  </a:lnTo>
                  <a:lnTo>
                    <a:pt x="506745" y="159539"/>
                  </a:lnTo>
                  <a:lnTo>
                    <a:pt x="510314" y="158318"/>
                  </a:lnTo>
                  <a:lnTo>
                    <a:pt x="513882" y="156833"/>
                  </a:lnTo>
                  <a:lnTo>
                    <a:pt x="517451" y="155217"/>
                  </a:lnTo>
                  <a:lnTo>
                    <a:pt x="521020" y="153818"/>
                  </a:lnTo>
                  <a:lnTo>
                    <a:pt x="524588" y="152746"/>
                  </a:lnTo>
                  <a:lnTo>
                    <a:pt x="528157" y="151770"/>
                  </a:lnTo>
                  <a:lnTo>
                    <a:pt x="531726" y="150338"/>
                  </a:lnTo>
                  <a:lnTo>
                    <a:pt x="535294" y="148966"/>
                  </a:lnTo>
                  <a:lnTo>
                    <a:pt x="538863" y="147198"/>
                  </a:lnTo>
                  <a:lnTo>
                    <a:pt x="542432" y="145959"/>
                  </a:lnTo>
                  <a:lnTo>
                    <a:pt x="546000" y="144951"/>
                  </a:lnTo>
                  <a:lnTo>
                    <a:pt x="549569" y="143199"/>
                  </a:lnTo>
                  <a:lnTo>
                    <a:pt x="553137" y="141409"/>
                  </a:lnTo>
                  <a:lnTo>
                    <a:pt x="556706" y="140561"/>
                  </a:lnTo>
                  <a:lnTo>
                    <a:pt x="560275" y="139584"/>
                  </a:lnTo>
                  <a:lnTo>
                    <a:pt x="563843" y="138339"/>
                  </a:lnTo>
                  <a:lnTo>
                    <a:pt x="567412" y="136881"/>
                  </a:lnTo>
                  <a:lnTo>
                    <a:pt x="570981" y="135368"/>
                  </a:lnTo>
                  <a:lnTo>
                    <a:pt x="574549" y="133890"/>
                  </a:lnTo>
                  <a:lnTo>
                    <a:pt x="578118" y="132724"/>
                  </a:lnTo>
                  <a:lnTo>
                    <a:pt x="581686" y="131026"/>
                  </a:lnTo>
                  <a:lnTo>
                    <a:pt x="585255" y="129346"/>
                  </a:lnTo>
                  <a:lnTo>
                    <a:pt x="588824" y="127841"/>
                  </a:lnTo>
                  <a:lnTo>
                    <a:pt x="592392" y="126016"/>
                  </a:lnTo>
                  <a:lnTo>
                    <a:pt x="595961" y="124602"/>
                  </a:lnTo>
                  <a:lnTo>
                    <a:pt x="599530" y="123186"/>
                  </a:lnTo>
                  <a:lnTo>
                    <a:pt x="603098" y="121762"/>
                  </a:lnTo>
                  <a:lnTo>
                    <a:pt x="606667" y="120343"/>
                  </a:lnTo>
                  <a:lnTo>
                    <a:pt x="610236" y="118889"/>
                  </a:lnTo>
                  <a:lnTo>
                    <a:pt x="613804" y="117209"/>
                  </a:lnTo>
                  <a:lnTo>
                    <a:pt x="617373" y="115632"/>
                  </a:lnTo>
                  <a:lnTo>
                    <a:pt x="620941" y="114175"/>
                  </a:lnTo>
                  <a:lnTo>
                    <a:pt x="624510" y="112766"/>
                  </a:lnTo>
                  <a:lnTo>
                    <a:pt x="628079" y="111116"/>
                  </a:lnTo>
                  <a:lnTo>
                    <a:pt x="631647" y="109460"/>
                  </a:lnTo>
                  <a:lnTo>
                    <a:pt x="635216" y="107898"/>
                  </a:lnTo>
                  <a:lnTo>
                    <a:pt x="638785" y="106117"/>
                  </a:lnTo>
                  <a:lnTo>
                    <a:pt x="642353" y="104797"/>
                  </a:lnTo>
                  <a:lnTo>
                    <a:pt x="645922" y="103243"/>
                  </a:lnTo>
                  <a:lnTo>
                    <a:pt x="649490" y="101496"/>
                  </a:lnTo>
                  <a:lnTo>
                    <a:pt x="653059" y="100020"/>
                  </a:lnTo>
                  <a:lnTo>
                    <a:pt x="656628" y="98376"/>
                  </a:lnTo>
                  <a:lnTo>
                    <a:pt x="660196" y="96993"/>
                  </a:lnTo>
                  <a:lnTo>
                    <a:pt x="663765" y="95419"/>
                  </a:lnTo>
                  <a:lnTo>
                    <a:pt x="667334" y="93853"/>
                  </a:lnTo>
                  <a:lnTo>
                    <a:pt x="670902" y="92266"/>
                  </a:lnTo>
                  <a:lnTo>
                    <a:pt x="674471" y="90420"/>
                  </a:lnTo>
                  <a:lnTo>
                    <a:pt x="678040" y="88735"/>
                  </a:lnTo>
                  <a:lnTo>
                    <a:pt x="681608" y="86961"/>
                  </a:lnTo>
                  <a:lnTo>
                    <a:pt x="685177" y="85191"/>
                  </a:lnTo>
                  <a:lnTo>
                    <a:pt x="688745" y="83422"/>
                  </a:lnTo>
                  <a:lnTo>
                    <a:pt x="692314" y="81638"/>
                  </a:lnTo>
                  <a:lnTo>
                    <a:pt x="695883" y="79916"/>
                  </a:lnTo>
                  <a:lnTo>
                    <a:pt x="699451" y="78329"/>
                  </a:lnTo>
                  <a:lnTo>
                    <a:pt x="703020" y="76857"/>
                  </a:lnTo>
                  <a:lnTo>
                    <a:pt x="706589" y="75380"/>
                  </a:lnTo>
                  <a:lnTo>
                    <a:pt x="710157" y="73778"/>
                  </a:lnTo>
                  <a:lnTo>
                    <a:pt x="713726" y="72040"/>
                  </a:lnTo>
                  <a:lnTo>
                    <a:pt x="717294" y="70166"/>
                  </a:lnTo>
                  <a:lnTo>
                    <a:pt x="720863" y="68122"/>
                  </a:lnTo>
                  <a:lnTo>
                    <a:pt x="724432" y="66078"/>
                  </a:lnTo>
                  <a:lnTo>
                    <a:pt x="728000" y="64031"/>
                  </a:lnTo>
                  <a:lnTo>
                    <a:pt x="731569" y="61982"/>
                  </a:lnTo>
                  <a:lnTo>
                    <a:pt x="735138" y="60078"/>
                  </a:lnTo>
                  <a:lnTo>
                    <a:pt x="738706" y="58074"/>
                  </a:lnTo>
                  <a:lnTo>
                    <a:pt x="742275" y="56323"/>
                  </a:lnTo>
                  <a:lnTo>
                    <a:pt x="745844" y="54050"/>
                  </a:lnTo>
                  <a:lnTo>
                    <a:pt x="749412" y="52217"/>
                  </a:lnTo>
                  <a:lnTo>
                    <a:pt x="752981" y="50828"/>
                  </a:lnTo>
                  <a:lnTo>
                    <a:pt x="756549" y="49284"/>
                  </a:lnTo>
                  <a:lnTo>
                    <a:pt x="760118" y="47467"/>
                  </a:lnTo>
                  <a:lnTo>
                    <a:pt x="763687" y="45638"/>
                  </a:lnTo>
                  <a:lnTo>
                    <a:pt x="767255" y="43807"/>
                  </a:lnTo>
                  <a:lnTo>
                    <a:pt x="770824" y="41519"/>
                  </a:lnTo>
                  <a:lnTo>
                    <a:pt x="774393" y="39193"/>
                  </a:lnTo>
                  <a:lnTo>
                    <a:pt x="777961" y="37600"/>
                  </a:lnTo>
                  <a:lnTo>
                    <a:pt x="781530" y="36009"/>
                  </a:lnTo>
                  <a:lnTo>
                    <a:pt x="785098" y="34417"/>
                  </a:lnTo>
                  <a:lnTo>
                    <a:pt x="788667" y="32820"/>
                  </a:lnTo>
                  <a:lnTo>
                    <a:pt x="792236" y="31040"/>
                  </a:lnTo>
                  <a:lnTo>
                    <a:pt x="795804" y="29203"/>
                  </a:lnTo>
                  <a:lnTo>
                    <a:pt x="799373" y="27375"/>
                  </a:lnTo>
                  <a:lnTo>
                    <a:pt x="802942" y="25545"/>
                  </a:lnTo>
                  <a:lnTo>
                    <a:pt x="806510" y="23714"/>
                  </a:lnTo>
                  <a:lnTo>
                    <a:pt x="810079" y="21915"/>
                  </a:lnTo>
                  <a:lnTo>
                    <a:pt x="813648" y="20044"/>
                  </a:lnTo>
                  <a:lnTo>
                    <a:pt x="817216" y="18191"/>
                  </a:lnTo>
                  <a:lnTo>
                    <a:pt x="820785" y="16210"/>
                  </a:lnTo>
                  <a:lnTo>
                    <a:pt x="824353" y="14088"/>
                  </a:lnTo>
                  <a:lnTo>
                    <a:pt x="827922" y="12103"/>
                  </a:lnTo>
                  <a:lnTo>
                    <a:pt x="831491" y="10740"/>
                  </a:lnTo>
                  <a:lnTo>
                    <a:pt x="835059" y="9004"/>
                  </a:lnTo>
                  <a:lnTo>
                    <a:pt x="838628" y="7160"/>
                  </a:lnTo>
                  <a:lnTo>
                    <a:pt x="842197" y="5229"/>
                  </a:lnTo>
                  <a:lnTo>
                    <a:pt x="845765" y="3324"/>
                  </a:lnTo>
                  <a:lnTo>
                    <a:pt x="849334" y="1630"/>
                  </a:lnTo>
                  <a:lnTo>
                    <a:pt x="85290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433320" y="4191897"/>
              <a:ext cx="852902" cy="139134"/>
            </a:xfrm>
            <a:custGeom>
              <a:avLst/>
              <a:pathLst>
                <a:path w="852902" h="139134">
                  <a:moveTo>
                    <a:pt x="852902" y="0"/>
                  </a:moveTo>
                  <a:lnTo>
                    <a:pt x="849334" y="452"/>
                  </a:lnTo>
                  <a:lnTo>
                    <a:pt x="845765" y="899"/>
                  </a:lnTo>
                  <a:lnTo>
                    <a:pt x="842197" y="1410"/>
                  </a:lnTo>
                  <a:lnTo>
                    <a:pt x="838628" y="1966"/>
                  </a:lnTo>
                  <a:lnTo>
                    <a:pt x="835059" y="2582"/>
                  </a:lnTo>
                  <a:lnTo>
                    <a:pt x="831491" y="2981"/>
                  </a:lnTo>
                  <a:lnTo>
                    <a:pt x="827922" y="3429"/>
                  </a:lnTo>
                  <a:lnTo>
                    <a:pt x="824353" y="3759"/>
                  </a:lnTo>
                  <a:lnTo>
                    <a:pt x="820785" y="4148"/>
                  </a:lnTo>
                  <a:lnTo>
                    <a:pt x="817216" y="4535"/>
                  </a:lnTo>
                  <a:lnTo>
                    <a:pt x="813648" y="5022"/>
                  </a:lnTo>
                  <a:lnTo>
                    <a:pt x="810079" y="5384"/>
                  </a:lnTo>
                  <a:lnTo>
                    <a:pt x="806510" y="5701"/>
                  </a:lnTo>
                  <a:lnTo>
                    <a:pt x="802942" y="6151"/>
                  </a:lnTo>
                  <a:lnTo>
                    <a:pt x="799373" y="6477"/>
                  </a:lnTo>
                  <a:lnTo>
                    <a:pt x="795804" y="6639"/>
                  </a:lnTo>
                  <a:lnTo>
                    <a:pt x="792236" y="7007"/>
                  </a:lnTo>
                  <a:lnTo>
                    <a:pt x="788667" y="7201"/>
                  </a:lnTo>
                  <a:lnTo>
                    <a:pt x="785098" y="7394"/>
                  </a:lnTo>
                  <a:lnTo>
                    <a:pt x="781530" y="7960"/>
                  </a:lnTo>
                  <a:lnTo>
                    <a:pt x="777961" y="7998"/>
                  </a:lnTo>
                  <a:lnTo>
                    <a:pt x="774393" y="8410"/>
                  </a:lnTo>
                  <a:lnTo>
                    <a:pt x="770824" y="8708"/>
                  </a:lnTo>
                  <a:lnTo>
                    <a:pt x="767255" y="8883"/>
                  </a:lnTo>
                  <a:lnTo>
                    <a:pt x="763687" y="9057"/>
                  </a:lnTo>
                  <a:lnTo>
                    <a:pt x="760118" y="9151"/>
                  </a:lnTo>
                  <a:lnTo>
                    <a:pt x="756549" y="9423"/>
                  </a:lnTo>
                  <a:lnTo>
                    <a:pt x="752981" y="9730"/>
                  </a:lnTo>
                  <a:lnTo>
                    <a:pt x="749412" y="10092"/>
                  </a:lnTo>
                  <a:lnTo>
                    <a:pt x="745844" y="10421"/>
                  </a:lnTo>
                  <a:lnTo>
                    <a:pt x="742275" y="10602"/>
                  </a:lnTo>
                  <a:lnTo>
                    <a:pt x="738706" y="10849"/>
                  </a:lnTo>
                  <a:lnTo>
                    <a:pt x="735138" y="11167"/>
                  </a:lnTo>
                  <a:lnTo>
                    <a:pt x="731569" y="11482"/>
                  </a:lnTo>
                  <a:lnTo>
                    <a:pt x="728000" y="11976"/>
                  </a:lnTo>
                  <a:lnTo>
                    <a:pt x="724432" y="12396"/>
                  </a:lnTo>
                  <a:lnTo>
                    <a:pt x="720863" y="12757"/>
                  </a:lnTo>
                  <a:lnTo>
                    <a:pt x="717294" y="12938"/>
                  </a:lnTo>
                  <a:lnTo>
                    <a:pt x="713726" y="13419"/>
                  </a:lnTo>
                  <a:lnTo>
                    <a:pt x="710157" y="13525"/>
                  </a:lnTo>
                  <a:lnTo>
                    <a:pt x="706589" y="13875"/>
                  </a:lnTo>
                  <a:lnTo>
                    <a:pt x="703020" y="14386"/>
                  </a:lnTo>
                  <a:lnTo>
                    <a:pt x="699451" y="14975"/>
                  </a:lnTo>
                  <a:lnTo>
                    <a:pt x="695883" y="15517"/>
                  </a:lnTo>
                  <a:lnTo>
                    <a:pt x="692314" y="15876"/>
                  </a:lnTo>
                  <a:lnTo>
                    <a:pt x="688745" y="16234"/>
                  </a:lnTo>
                  <a:lnTo>
                    <a:pt x="685177" y="16526"/>
                  </a:lnTo>
                  <a:lnTo>
                    <a:pt x="681608" y="17061"/>
                  </a:lnTo>
                  <a:lnTo>
                    <a:pt x="678040" y="17439"/>
                  </a:lnTo>
                  <a:lnTo>
                    <a:pt x="674471" y="17700"/>
                  </a:lnTo>
                  <a:lnTo>
                    <a:pt x="670902" y="18126"/>
                  </a:lnTo>
                  <a:lnTo>
                    <a:pt x="667334" y="18563"/>
                  </a:lnTo>
                  <a:lnTo>
                    <a:pt x="663765" y="19002"/>
                  </a:lnTo>
                  <a:lnTo>
                    <a:pt x="660196" y="19565"/>
                  </a:lnTo>
                  <a:lnTo>
                    <a:pt x="656628" y="20016"/>
                  </a:lnTo>
                  <a:lnTo>
                    <a:pt x="653059" y="20394"/>
                  </a:lnTo>
                  <a:lnTo>
                    <a:pt x="649490" y="20816"/>
                  </a:lnTo>
                  <a:lnTo>
                    <a:pt x="645922" y="21184"/>
                  </a:lnTo>
                  <a:lnTo>
                    <a:pt x="642353" y="21582"/>
                  </a:lnTo>
                  <a:lnTo>
                    <a:pt x="638785" y="21947"/>
                  </a:lnTo>
                  <a:lnTo>
                    <a:pt x="635216" y="22278"/>
                  </a:lnTo>
                  <a:lnTo>
                    <a:pt x="631647" y="22665"/>
                  </a:lnTo>
                  <a:lnTo>
                    <a:pt x="628079" y="23145"/>
                  </a:lnTo>
                  <a:lnTo>
                    <a:pt x="624510" y="23642"/>
                  </a:lnTo>
                  <a:lnTo>
                    <a:pt x="620941" y="24171"/>
                  </a:lnTo>
                  <a:lnTo>
                    <a:pt x="617373" y="24632"/>
                  </a:lnTo>
                  <a:lnTo>
                    <a:pt x="613804" y="24840"/>
                  </a:lnTo>
                  <a:lnTo>
                    <a:pt x="610236" y="25146"/>
                  </a:lnTo>
                  <a:lnTo>
                    <a:pt x="606667" y="25492"/>
                  </a:lnTo>
                  <a:lnTo>
                    <a:pt x="603098" y="25878"/>
                  </a:lnTo>
                  <a:lnTo>
                    <a:pt x="599530" y="26263"/>
                  </a:lnTo>
                  <a:lnTo>
                    <a:pt x="595961" y="26647"/>
                  </a:lnTo>
                  <a:lnTo>
                    <a:pt x="592392" y="27031"/>
                  </a:lnTo>
                  <a:lnTo>
                    <a:pt x="588824" y="27305"/>
                  </a:lnTo>
                  <a:lnTo>
                    <a:pt x="585255" y="27533"/>
                  </a:lnTo>
                  <a:lnTo>
                    <a:pt x="581686" y="27953"/>
                  </a:lnTo>
                  <a:lnTo>
                    <a:pt x="578118" y="28573"/>
                  </a:lnTo>
                  <a:lnTo>
                    <a:pt x="574549" y="28956"/>
                  </a:lnTo>
                  <a:lnTo>
                    <a:pt x="570981" y="29295"/>
                  </a:lnTo>
                  <a:lnTo>
                    <a:pt x="567412" y="29614"/>
                  </a:lnTo>
                  <a:lnTo>
                    <a:pt x="563843" y="30011"/>
                  </a:lnTo>
                  <a:lnTo>
                    <a:pt x="560275" y="30487"/>
                  </a:lnTo>
                  <a:lnTo>
                    <a:pt x="556706" y="30924"/>
                  </a:lnTo>
                  <a:lnTo>
                    <a:pt x="553137" y="31400"/>
                  </a:lnTo>
                  <a:lnTo>
                    <a:pt x="549569" y="31844"/>
                  </a:lnTo>
                  <a:lnTo>
                    <a:pt x="546000" y="32480"/>
                  </a:lnTo>
                  <a:lnTo>
                    <a:pt x="542432" y="33047"/>
                  </a:lnTo>
                  <a:lnTo>
                    <a:pt x="538863" y="33568"/>
                  </a:lnTo>
                  <a:lnTo>
                    <a:pt x="535294" y="34017"/>
                  </a:lnTo>
                  <a:lnTo>
                    <a:pt x="531726" y="34476"/>
                  </a:lnTo>
                  <a:lnTo>
                    <a:pt x="528157" y="35121"/>
                  </a:lnTo>
                  <a:lnTo>
                    <a:pt x="524588" y="35764"/>
                  </a:lnTo>
                  <a:lnTo>
                    <a:pt x="521020" y="36367"/>
                  </a:lnTo>
                  <a:lnTo>
                    <a:pt x="517451" y="37024"/>
                  </a:lnTo>
                  <a:lnTo>
                    <a:pt x="513882" y="37755"/>
                  </a:lnTo>
                  <a:lnTo>
                    <a:pt x="510314" y="38288"/>
                  </a:lnTo>
                  <a:lnTo>
                    <a:pt x="506745" y="38916"/>
                  </a:lnTo>
                  <a:lnTo>
                    <a:pt x="503177" y="39458"/>
                  </a:lnTo>
                  <a:lnTo>
                    <a:pt x="499608" y="39749"/>
                  </a:lnTo>
                  <a:lnTo>
                    <a:pt x="496039" y="40267"/>
                  </a:lnTo>
                  <a:lnTo>
                    <a:pt x="492471" y="40852"/>
                  </a:lnTo>
                  <a:lnTo>
                    <a:pt x="488902" y="41427"/>
                  </a:lnTo>
                  <a:lnTo>
                    <a:pt x="485333" y="42240"/>
                  </a:lnTo>
                  <a:lnTo>
                    <a:pt x="481765" y="43125"/>
                  </a:lnTo>
                  <a:lnTo>
                    <a:pt x="478196" y="43279"/>
                  </a:lnTo>
                  <a:lnTo>
                    <a:pt x="474628" y="43921"/>
                  </a:lnTo>
                  <a:lnTo>
                    <a:pt x="471059" y="44773"/>
                  </a:lnTo>
                  <a:lnTo>
                    <a:pt x="467490" y="45272"/>
                  </a:lnTo>
                  <a:lnTo>
                    <a:pt x="463922" y="45801"/>
                  </a:lnTo>
                  <a:lnTo>
                    <a:pt x="460353" y="46492"/>
                  </a:lnTo>
                  <a:lnTo>
                    <a:pt x="456784" y="47176"/>
                  </a:lnTo>
                  <a:lnTo>
                    <a:pt x="453216" y="47734"/>
                  </a:lnTo>
                  <a:lnTo>
                    <a:pt x="449647" y="48538"/>
                  </a:lnTo>
                  <a:lnTo>
                    <a:pt x="446078" y="49283"/>
                  </a:lnTo>
                  <a:lnTo>
                    <a:pt x="442510" y="49781"/>
                  </a:lnTo>
                  <a:lnTo>
                    <a:pt x="438941" y="50301"/>
                  </a:lnTo>
                  <a:lnTo>
                    <a:pt x="435373" y="50879"/>
                  </a:lnTo>
                  <a:lnTo>
                    <a:pt x="431804" y="51539"/>
                  </a:lnTo>
                  <a:lnTo>
                    <a:pt x="428235" y="52199"/>
                  </a:lnTo>
                  <a:lnTo>
                    <a:pt x="424667" y="52854"/>
                  </a:lnTo>
                  <a:lnTo>
                    <a:pt x="421098" y="53593"/>
                  </a:lnTo>
                  <a:lnTo>
                    <a:pt x="417529" y="54216"/>
                  </a:lnTo>
                  <a:lnTo>
                    <a:pt x="413961" y="55005"/>
                  </a:lnTo>
                  <a:lnTo>
                    <a:pt x="410392" y="55669"/>
                  </a:lnTo>
                  <a:lnTo>
                    <a:pt x="406824" y="56434"/>
                  </a:lnTo>
                  <a:lnTo>
                    <a:pt x="403255" y="56808"/>
                  </a:lnTo>
                  <a:lnTo>
                    <a:pt x="399686" y="57448"/>
                  </a:lnTo>
                  <a:lnTo>
                    <a:pt x="396118" y="58159"/>
                  </a:lnTo>
                  <a:lnTo>
                    <a:pt x="392549" y="58838"/>
                  </a:lnTo>
                  <a:lnTo>
                    <a:pt x="388980" y="59498"/>
                  </a:lnTo>
                  <a:lnTo>
                    <a:pt x="385412" y="60281"/>
                  </a:lnTo>
                  <a:lnTo>
                    <a:pt x="381843" y="60856"/>
                  </a:lnTo>
                  <a:lnTo>
                    <a:pt x="378274" y="61241"/>
                  </a:lnTo>
                  <a:lnTo>
                    <a:pt x="374706" y="61694"/>
                  </a:lnTo>
                  <a:lnTo>
                    <a:pt x="371137" y="62435"/>
                  </a:lnTo>
                  <a:lnTo>
                    <a:pt x="367569" y="62950"/>
                  </a:lnTo>
                  <a:lnTo>
                    <a:pt x="364000" y="63760"/>
                  </a:lnTo>
                  <a:lnTo>
                    <a:pt x="360431" y="64407"/>
                  </a:lnTo>
                  <a:lnTo>
                    <a:pt x="356863" y="65104"/>
                  </a:lnTo>
                  <a:lnTo>
                    <a:pt x="353294" y="65709"/>
                  </a:lnTo>
                  <a:lnTo>
                    <a:pt x="349725" y="66373"/>
                  </a:lnTo>
                  <a:lnTo>
                    <a:pt x="346157" y="66958"/>
                  </a:lnTo>
                  <a:lnTo>
                    <a:pt x="342588" y="67605"/>
                  </a:lnTo>
                  <a:lnTo>
                    <a:pt x="339020" y="68413"/>
                  </a:lnTo>
                  <a:lnTo>
                    <a:pt x="335451" y="69022"/>
                  </a:lnTo>
                  <a:lnTo>
                    <a:pt x="331882" y="69836"/>
                  </a:lnTo>
                  <a:lnTo>
                    <a:pt x="328314" y="70652"/>
                  </a:lnTo>
                  <a:lnTo>
                    <a:pt x="324745" y="71444"/>
                  </a:lnTo>
                  <a:lnTo>
                    <a:pt x="321176" y="71996"/>
                  </a:lnTo>
                  <a:lnTo>
                    <a:pt x="317608" y="72581"/>
                  </a:lnTo>
                  <a:lnTo>
                    <a:pt x="314039" y="73253"/>
                  </a:lnTo>
                  <a:lnTo>
                    <a:pt x="310470" y="73858"/>
                  </a:lnTo>
                  <a:lnTo>
                    <a:pt x="306902" y="74698"/>
                  </a:lnTo>
                  <a:lnTo>
                    <a:pt x="303333" y="75501"/>
                  </a:lnTo>
                  <a:lnTo>
                    <a:pt x="299765" y="76221"/>
                  </a:lnTo>
                  <a:lnTo>
                    <a:pt x="296196" y="76808"/>
                  </a:lnTo>
                  <a:lnTo>
                    <a:pt x="292627" y="77745"/>
                  </a:lnTo>
                  <a:lnTo>
                    <a:pt x="289059" y="78559"/>
                  </a:lnTo>
                  <a:lnTo>
                    <a:pt x="285490" y="79428"/>
                  </a:lnTo>
                  <a:lnTo>
                    <a:pt x="281921" y="79962"/>
                  </a:lnTo>
                  <a:lnTo>
                    <a:pt x="278353" y="80722"/>
                  </a:lnTo>
                  <a:lnTo>
                    <a:pt x="274784" y="81435"/>
                  </a:lnTo>
                  <a:lnTo>
                    <a:pt x="271216" y="82198"/>
                  </a:lnTo>
                  <a:lnTo>
                    <a:pt x="267647" y="82929"/>
                  </a:lnTo>
                  <a:lnTo>
                    <a:pt x="264078" y="83745"/>
                  </a:lnTo>
                  <a:lnTo>
                    <a:pt x="260510" y="84522"/>
                  </a:lnTo>
                  <a:lnTo>
                    <a:pt x="256941" y="85403"/>
                  </a:lnTo>
                  <a:lnTo>
                    <a:pt x="253372" y="86207"/>
                  </a:lnTo>
                  <a:lnTo>
                    <a:pt x="249804" y="86960"/>
                  </a:lnTo>
                  <a:lnTo>
                    <a:pt x="246235" y="87725"/>
                  </a:lnTo>
                  <a:lnTo>
                    <a:pt x="242666" y="88517"/>
                  </a:lnTo>
                  <a:lnTo>
                    <a:pt x="239098" y="89168"/>
                  </a:lnTo>
                  <a:lnTo>
                    <a:pt x="235529" y="90119"/>
                  </a:lnTo>
                  <a:lnTo>
                    <a:pt x="231961" y="90881"/>
                  </a:lnTo>
                  <a:lnTo>
                    <a:pt x="228392" y="91646"/>
                  </a:lnTo>
                  <a:lnTo>
                    <a:pt x="224823" y="92117"/>
                  </a:lnTo>
                  <a:lnTo>
                    <a:pt x="221255" y="92582"/>
                  </a:lnTo>
                  <a:lnTo>
                    <a:pt x="217686" y="93341"/>
                  </a:lnTo>
                  <a:lnTo>
                    <a:pt x="214117" y="94220"/>
                  </a:lnTo>
                  <a:lnTo>
                    <a:pt x="210549" y="94977"/>
                  </a:lnTo>
                  <a:lnTo>
                    <a:pt x="206980" y="95646"/>
                  </a:lnTo>
                  <a:lnTo>
                    <a:pt x="203412" y="96470"/>
                  </a:lnTo>
                  <a:lnTo>
                    <a:pt x="199843" y="97288"/>
                  </a:lnTo>
                  <a:lnTo>
                    <a:pt x="196274" y="97940"/>
                  </a:lnTo>
                  <a:lnTo>
                    <a:pt x="192706" y="98615"/>
                  </a:lnTo>
                  <a:lnTo>
                    <a:pt x="189137" y="99455"/>
                  </a:lnTo>
                  <a:lnTo>
                    <a:pt x="185568" y="100443"/>
                  </a:lnTo>
                  <a:lnTo>
                    <a:pt x="182000" y="101327"/>
                  </a:lnTo>
                  <a:lnTo>
                    <a:pt x="178431" y="102025"/>
                  </a:lnTo>
                  <a:lnTo>
                    <a:pt x="174862" y="102906"/>
                  </a:lnTo>
                  <a:lnTo>
                    <a:pt x="171294" y="103719"/>
                  </a:lnTo>
                  <a:lnTo>
                    <a:pt x="167725" y="104579"/>
                  </a:lnTo>
                  <a:lnTo>
                    <a:pt x="164157" y="105433"/>
                  </a:lnTo>
                  <a:lnTo>
                    <a:pt x="160588" y="106307"/>
                  </a:lnTo>
                  <a:lnTo>
                    <a:pt x="157019" y="107123"/>
                  </a:lnTo>
                  <a:lnTo>
                    <a:pt x="153451" y="107954"/>
                  </a:lnTo>
                  <a:lnTo>
                    <a:pt x="149882" y="108807"/>
                  </a:lnTo>
                  <a:lnTo>
                    <a:pt x="146313" y="109588"/>
                  </a:lnTo>
                  <a:lnTo>
                    <a:pt x="142745" y="110478"/>
                  </a:lnTo>
                  <a:lnTo>
                    <a:pt x="139176" y="111344"/>
                  </a:lnTo>
                  <a:lnTo>
                    <a:pt x="135608" y="111992"/>
                  </a:lnTo>
                  <a:lnTo>
                    <a:pt x="132039" y="112958"/>
                  </a:lnTo>
                  <a:lnTo>
                    <a:pt x="128470" y="113615"/>
                  </a:lnTo>
                  <a:lnTo>
                    <a:pt x="124902" y="114193"/>
                  </a:lnTo>
                  <a:lnTo>
                    <a:pt x="121333" y="115152"/>
                  </a:lnTo>
                  <a:lnTo>
                    <a:pt x="117764" y="116010"/>
                  </a:lnTo>
                  <a:lnTo>
                    <a:pt x="114196" y="116917"/>
                  </a:lnTo>
                  <a:lnTo>
                    <a:pt x="110627" y="117572"/>
                  </a:lnTo>
                  <a:lnTo>
                    <a:pt x="107058" y="118064"/>
                  </a:lnTo>
                  <a:lnTo>
                    <a:pt x="103490" y="118805"/>
                  </a:lnTo>
                  <a:lnTo>
                    <a:pt x="99921" y="119620"/>
                  </a:lnTo>
                  <a:lnTo>
                    <a:pt x="96353" y="120173"/>
                  </a:lnTo>
                  <a:lnTo>
                    <a:pt x="92784" y="120818"/>
                  </a:lnTo>
                  <a:lnTo>
                    <a:pt x="89215" y="121488"/>
                  </a:lnTo>
                  <a:lnTo>
                    <a:pt x="85647" y="122219"/>
                  </a:lnTo>
                  <a:lnTo>
                    <a:pt x="82078" y="123096"/>
                  </a:lnTo>
                  <a:lnTo>
                    <a:pt x="78509" y="123967"/>
                  </a:lnTo>
                  <a:lnTo>
                    <a:pt x="74941" y="124706"/>
                  </a:lnTo>
                  <a:lnTo>
                    <a:pt x="71372" y="125452"/>
                  </a:lnTo>
                  <a:lnTo>
                    <a:pt x="67804" y="126177"/>
                  </a:lnTo>
                  <a:lnTo>
                    <a:pt x="64235" y="126999"/>
                  </a:lnTo>
                  <a:lnTo>
                    <a:pt x="60666" y="127801"/>
                  </a:lnTo>
                  <a:lnTo>
                    <a:pt x="57098" y="128400"/>
                  </a:lnTo>
                  <a:lnTo>
                    <a:pt x="53529" y="129151"/>
                  </a:lnTo>
                  <a:lnTo>
                    <a:pt x="49960" y="129745"/>
                  </a:lnTo>
                  <a:lnTo>
                    <a:pt x="46392" y="130492"/>
                  </a:lnTo>
                  <a:lnTo>
                    <a:pt x="42823" y="131034"/>
                  </a:lnTo>
                  <a:lnTo>
                    <a:pt x="39254" y="131802"/>
                  </a:lnTo>
                  <a:lnTo>
                    <a:pt x="35686" y="132459"/>
                  </a:lnTo>
                  <a:lnTo>
                    <a:pt x="32117" y="133103"/>
                  </a:lnTo>
                  <a:lnTo>
                    <a:pt x="28549" y="133779"/>
                  </a:lnTo>
                  <a:lnTo>
                    <a:pt x="24980" y="134492"/>
                  </a:lnTo>
                  <a:lnTo>
                    <a:pt x="21411" y="135131"/>
                  </a:lnTo>
                  <a:lnTo>
                    <a:pt x="17843" y="135833"/>
                  </a:lnTo>
                  <a:lnTo>
                    <a:pt x="14274" y="136453"/>
                  </a:lnTo>
                  <a:lnTo>
                    <a:pt x="10705" y="137067"/>
                  </a:lnTo>
                  <a:lnTo>
                    <a:pt x="7137" y="137831"/>
                  </a:lnTo>
                  <a:lnTo>
                    <a:pt x="3568" y="138450"/>
                  </a:lnTo>
                  <a:lnTo>
                    <a:pt x="0" y="13913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433320" y="4074482"/>
              <a:ext cx="852902" cy="204828"/>
            </a:xfrm>
            <a:custGeom>
              <a:avLst/>
              <a:pathLst>
                <a:path w="852902" h="204828">
                  <a:moveTo>
                    <a:pt x="0" y="204828"/>
                  </a:moveTo>
                  <a:lnTo>
                    <a:pt x="3568" y="204239"/>
                  </a:lnTo>
                  <a:lnTo>
                    <a:pt x="7137" y="203647"/>
                  </a:lnTo>
                  <a:lnTo>
                    <a:pt x="10705" y="203054"/>
                  </a:lnTo>
                  <a:lnTo>
                    <a:pt x="14274" y="202458"/>
                  </a:lnTo>
                  <a:lnTo>
                    <a:pt x="17843" y="201861"/>
                  </a:lnTo>
                  <a:lnTo>
                    <a:pt x="21411" y="201261"/>
                  </a:lnTo>
                  <a:lnTo>
                    <a:pt x="24980" y="200659"/>
                  </a:lnTo>
                  <a:lnTo>
                    <a:pt x="28549" y="200054"/>
                  </a:lnTo>
                  <a:lnTo>
                    <a:pt x="32117" y="199448"/>
                  </a:lnTo>
                  <a:lnTo>
                    <a:pt x="35686" y="198839"/>
                  </a:lnTo>
                  <a:lnTo>
                    <a:pt x="39254" y="198228"/>
                  </a:lnTo>
                  <a:lnTo>
                    <a:pt x="42823" y="197615"/>
                  </a:lnTo>
                  <a:lnTo>
                    <a:pt x="46392" y="197000"/>
                  </a:lnTo>
                  <a:lnTo>
                    <a:pt x="49960" y="196383"/>
                  </a:lnTo>
                  <a:lnTo>
                    <a:pt x="53529" y="195763"/>
                  </a:lnTo>
                  <a:lnTo>
                    <a:pt x="57098" y="195141"/>
                  </a:lnTo>
                  <a:lnTo>
                    <a:pt x="60666" y="194517"/>
                  </a:lnTo>
                  <a:lnTo>
                    <a:pt x="64235" y="193891"/>
                  </a:lnTo>
                  <a:lnTo>
                    <a:pt x="67804" y="193263"/>
                  </a:lnTo>
                  <a:lnTo>
                    <a:pt x="71372" y="192632"/>
                  </a:lnTo>
                  <a:lnTo>
                    <a:pt x="74941" y="191999"/>
                  </a:lnTo>
                  <a:lnTo>
                    <a:pt x="78509" y="191364"/>
                  </a:lnTo>
                  <a:lnTo>
                    <a:pt x="82078" y="190727"/>
                  </a:lnTo>
                  <a:lnTo>
                    <a:pt x="85647" y="190087"/>
                  </a:lnTo>
                  <a:lnTo>
                    <a:pt x="89215" y="189445"/>
                  </a:lnTo>
                  <a:lnTo>
                    <a:pt x="92784" y="188801"/>
                  </a:lnTo>
                  <a:lnTo>
                    <a:pt x="96353" y="188155"/>
                  </a:lnTo>
                  <a:lnTo>
                    <a:pt x="99921" y="187506"/>
                  </a:lnTo>
                  <a:lnTo>
                    <a:pt x="103490" y="186855"/>
                  </a:lnTo>
                  <a:lnTo>
                    <a:pt x="107058" y="186202"/>
                  </a:lnTo>
                  <a:lnTo>
                    <a:pt x="110627" y="185547"/>
                  </a:lnTo>
                  <a:lnTo>
                    <a:pt x="114196" y="184889"/>
                  </a:lnTo>
                  <a:lnTo>
                    <a:pt x="117764" y="184229"/>
                  </a:lnTo>
                  <a:lnTo>
                    <a:pt x="121333" y="183567"/>
                  </a:lnTo>
                  <a:lnTo>
                    <a:pt x="124902" y="182902"/>
                  </a:lnTo>
                  <a:lnTo>
                    <a:pt x="128470" y="182235"/>
                  </a:lnTo>
                  <a:lnTo>
                    <a:pt x="132039" y="181566"/>
                  </a:lnTo>
                  <a:lnTo>
                    <a:pt x="135608" y="180895"/>
                  </a:lnTo>
                  <a:lnTo>
                    <a:pt x="139176" y="180221"/>
                  </a:lnTo>
                  <a:lnTo>
                    <a:pt x="142745" y="179545"/>
                  </a:lnTo>
                  <a:lnTo>
                    <a:pt x="146313" y="178867"/>
                  </a:lnTo>
                  <a:lnTo>
                    <a:pt x="149882" y="178186"/>
                  </a:lnTo>
                  <a:lnTo>
                    <a:pt x="153451" y="177503"/>
                  </a:lnTo>
                  <a:lnTo>
                    <a:pt x="157019" y="176818"/>
                  </a:lnTo>
                  <a:lnTo>
                    <a:pt x="160588" y="176130"/>
                  </a:lnTo>
                  <a:lnTo>
                    <a:pt x="164157" y="175441"/>
                  </a:lnTo>
                  <a:lnTo>
                    <a:pt x="167725" y="174748"/>
                  </a:lnTo>
                  <a:lnTo>
                    <a:pt x="171294" y="174054"/>
                  </a:lnTo>
                  <a:lnTo>
                    <a:pt x="174862" y="173357"/>
                  </a:lnTo>
                  <a:lnTo>
                    <a:pt x="178431" y="172658"/>
                  </a:lnTo>
                  <a:lnTo>
                    <a:pt x="182000" y="171956"/>
                  </a:lnTo>
                  <a:lnTo>
                    <a:pt x="185568" y="171252"/>
                  </a:lnTo>
                  <a:lnTo>
                    <a:pt x="189137" y="170546"/>
                  </a:lnTo>
                  <a:lnTo>
                    <a:pt x="192706" y="169838"/>
                  </a:lnTo>
                  <a:lnTo>
                    <a:pt x="196274" y="169127"/>
                  </a:lnTo>
                  <a:lnTo>
                    <a:pt x="199843" y="168414"/>
                  </a:lnTo>
                  <a:lnTo>
                    <a:pt x="203412" y="167698"/>
                  </a:lnTo>
                  <a:lnTo>
                    <a:pt x="206980" y="166980"/>
                  </a:lnTo>
                  <a:lnTo>
                    <a:pt x="210549" y="166260"/>
                  </a:lnTo>
                  <a:lnTo>
                    <a:pt x="214117" y="165537"/>
                  </a:lnTo>
                  <a:lnTo>
                    <a:pt x="217686" y="164813"/>
                  </a:lnTo>
                  <a:lnTo>
                    <a:pt x="221255" y="164085"/>
                  </a:lnTo>
                  <a:lnTo>
                    <a:pt x="224823" y="163356"/>
                  </a:lnTo>
                  <a:lnTo>
                    <a:pt x="228392" y="162624"/>
                  </a:lnTo>
                  <a:lnTo>
                    <a:pt x="231961" y="161889"/>
                  </a:lnTo>
                  <a:lnTo>
                    <a:pt x="235529" y="161152"/>
                  </a:lnTo>
                  <a:lnTo>
                    <a:pt x="239098" y="160413"/>
                  </a:lnTo>
                  <a:lnTo>
                    <a:pt x="242666" y="159672"/>
                  </a:lnTo>
                  <a:lnTo>
                    <a:pt x="246235" y="158928"/>
                  </a:lnTo>
                  <a:lnTo>
                    <a:pt x="249804" y="158182"/>
                  </a:lnTo>
                  <a:lnTo>
                    <a:pt x="253372" y="157433"/>
                  </a:lnTo>
                  <a:lnTo>
                    <a:pt x="256941" y="156682"/>
                  </a:lnTo>
                  <a:lnTo>
                    <a:pt x="260510" y="155929"/>
                  </a:lnTo>
                  <a:lnTo>
                    <a:pt x="264078" y="155173"/>
                  </a:lnTo>
                  <a:lnTo>
                    <a:pt x="267647" y="154415"/>
                  </a:lnTo>
                  <a:lnTo>
                    <a:pt x="271216" y="153655"/>
                  </a:lnTo>
                  <a:lnTo>
                    <a:pt x="274784" y="152892"/>
                  </a:lnTo>
                  <a:lnTo>
                    <a:pt x="278353" y="152127"/>
                  </a:lnTo>
                  <a:lnTo>
                    <a:pt x="281921" y="151359"/>
                  </a:lnTo>
                  <a:lnTo>
                    <a:pt x="285490" y="150589"/>
                  </a:lnTo>
                  <a:lnTo>
                    <a:pt x="289059" y="149817"/>
                  </a:lnTo>
                  <a:lnTo>
                    <a:pt x="292627" y="149042"/>
                  </a:lnTo>
                  <a:lnTo>
                    <a:pt x="296196" y="148265"/>
                  </a:lnTo>
                  <a:lnTo>
                    <a:pt x="299765" y="147485"/>
                  </a:lnTo>
                  <a:lnTo>
                    <a:pt x="303333" y="146703"/>
                  </a:lnTo>
                  <a:lnTo>
                    <a:pt x="306902" y="145919"/>
                  </a:lnTo>
                  <a:lnTo>
                    <a:pt x="310470" y="145132"/>
                  </a:lnTo>
                  <a:lnTo>
                    <a:pt x="314039" y="144343"/>
                  </a:lnTo>
                  <a:lnTo>
                    <a:pt x="317608" y="143552"/>
                  </a:lnTo>
                  <a:lnTo>
                    <a:pt x="321176" y="142758"/>
                  </a:lnTo>
                  <a:lnTo>
                    <a:pt x="324745" y="141962"/>
                  </a:lnTo>
                  <a:lnTo>
                    <a:pt x="328314" y="141163"/>
                  </a:lnTo>
                  <a:lnTo>
                    <a:pt x="331882" y="140362"/>
                  </a:lnTo>
                  <a:lnTo>
                    <a:pt x="335451" y="139559"/>
                  </a:lnTo>
                  <a:lnTo>
                    <a:pt x="339020" y="138753"/>
                  </a:lnTo>
                  <a:lnTo>
                    <a:pt x="342588" y="137945"/>
                  </a:lnTo>
                  <a:lnTo>
                    <a:pt x="346157" y="137135"/>
                  </a:lnTo>
                  <a:lnTo>
                    <a:pt x="349725" y="136322"/>
                  </a:lnTo>
                  <a:lnTo>
                    <a:pt x="353294" y="135507"/>
                  </a:lnTo>
                  <a:lnTo>
                    <a:pt x="356863" y="134689"/>
                  </a:lnTo>
                  <a:lnTo>
                    <a:pt x="360431" y="133869"/>
                  </a:lnTo>
                  <a:lnTo>
                    <a:pt x="364000" y="133047"/>
                  </a:lnTo>
                  <a:lnTo>
                    <a:pt x="367569" y="132222"/>
                  </a:lnTo>
                  <a:lnTo>
                    <a:pt x="371137" y="131395"/>
                  </a:lnTo>
                  <a:lnTo>
                    <a:pt x="374706" y="130566"/>
                  </a:lnTo>
                  <a:lnTo>
                    <a:pt x="378274" y="129734"/>
                  </a:lnTo>
                  <a:lnTo>
                    <a:pt x="381843" y="128900"/>
                  </a:lnTo>
                  <a:lnTo>
                    <a:pt x="385412" y="128063"/>
                  </a:lnTo>
                  <a:lnTo>
                    <a:pt x="388980" y="127224"/>
                  </a:lnTo>
                  <a:lnTo>
                    <a:pt x="392549" y="126383"/>
                  </a:lnTo>
                  <a:lnTo>
                    <a:pt x="396118" y="125539"/>
                  </a:lnTo>
                  <a:lnTo>
                    <a:pt x="399686" y="124693"/>
                  </a:lnTo>
                  <a:lnTo>
                    <a:pt x="403255" y="123845"/>
                  </a:lnTo>
                  <a:lnTo>
                    <a:pt x="406824" y="122994"/>
                  </a:lnTo>
                  <a:lnTo>
                    <a:pt x="410392" y="122141"/>
                  </a:lnTo>
                  <a:lnTo>
                    <a:pt x="413961" y="121286"/>
                  </a:lnTo>
                  <a:lnTo>
                    <a:pt x="417529" y="120428"/>
                  </a:lnTo>
                  <a:lnTo>
                    <a:pt x="421098" y="119568"/>
                  </a:lnTo>
                  <a:lnTo>
                    <a:pt x="424667" y="118705"/>
                  </a:lnTo>
                  <a:lnTo>
                    <a:pt x="428235" y="117841"/>
                  </a:lnTo>
                  <a:lnTo>
                    <a:pt x="431804" y="116974"/>
                  </a:lnTo>
                  <a:lnTo>
                    <a:pt x="435373" y="116104"/>
                  </a:lnTo>
                  <a:lnTo>
                    <a:pt x="438941" y="115232"/>
                  </a:lnTo>
                  <a:lnTo>
                    <a:pt x="442510" y="114358"/>
                  </a:lnTo>
                  <a:lnTo>
                    <a:pt x="446078" y="113482"/>
                  </a:lnTo>
                  <a:lnTo>
                    <a:pt x="449647" y="112603"/>
                  </a:lnTo>
                  <a:lnTo>
                    <a:pt x="453216" y="111722"/>
                  </a:lnTo>
                  <a:lnTo>
                    <a:pt x="456784" y="110839"/>
                  </a:lnTo>
                  <a:lnTo>
                    <a:pt x="460353" y="109953"/>
                  </a:lnTo>
                  <a:lnTo>
                    <a:pt x="463922" y="109065"/>
                  </a:lnTo>
                  <a:lnTo>
                    <a:pt x="467490" y="108175"/>
                  </a:lnTo>
                  <a:lnTo>
                    <a:pt x="471059" y="107282"/>
                  </a:lnTo>
                  <a:lnTo>
                    <a:pt x="474628" y="106388"/>
                  </a:lnTo>
                  <a:lnTo>
                    <a:pt x="478196" y="105490"/>
                  </a:lnTo>
                  <a:lnTo>
                    <a:pt x="481765" y="104591"/>
                  </a:lnTo>
                  <a:lnTo>
                    <a:pt x="485333" y="103689"/>
                  </a:lnTo>
                  <a:lnTo>
                    <a:pt x="488902" y="102785"/>
                  </a:lnTo>
                  <a:lnTo>
                    <a:pt x="492471" y="101879"/>
                  </a:lnTo>
                  <a:lnTo>
                    <a:pt x="496039" y="100971"/>
                  </a:lnTo>
                  <a:lnTo>
                    <a:pt x="499608" y="100060"/>
                  </a:lnTo>
                  <a:lnTo>
                    <a:pt x="503177" y="99147"/>
                  </a:lnTo>
                  <a:lnTo>
                    <a:pt x="506745" y="98232"/>
                  </a:lnTo>
                  <a:lnTo>
                    <a:pt x="510314" y="97314"/>
                  </a:lnTo>
                  <a:lnTo>
                    <a:pt x="513882" y="96395"/>
                  </a:lnTo>
                  <a:lnTo>
                    <a:pt x="517451" y="95473"/>
                  </a:lnTo>
                  <a:lnTo>
                    <a:pt x="521020" y="94548"/>
                  </a:lnTo>
                  <a:lnTo>
                    <a:pt x="524588" y="93622"/>
                  </a:lnTo>
                  <a:lnTo>
                    <a:pt x="528157" y="92693"/>
                  </a:lnTo>
                  <a:lnTo>
                    <a:pt x="531726" y="91763"/>
                  </a:lnTo>
                  <a:lnTo>
                    <a:pt x="535294" y="90830"/>
                  </a:lnTo>
                  <a:lnTo>
                    <a:pt x="538863" y="89894"/>
                  </a:lnTo>
                  <a:lnTo>
                    <a:pt x="542432" y="88957"/>
                  </a:lnTo>
                  <a:lnTo>
                    <a:pt x="546000" y="88017"/>
                  </a:lnTo>
                  <a:lnTo>
                    <a:pt x="549569" y="87076"/>
                  </a:lnTo>
                  <a:lnTo>
                    <a:pt x="553137" y="86132"/>
                  </a:lnTo>
                  <a:lnTo>
                    <a:pt x="556706" y="85186"/>
                  </a:lnTo>
                  <a:lnTo>
                    <a:pt x="560275" y="84237"/>
                  </a:lnTo>
                  <a:lnTo>
                    <a:pt x="563843" y="83287"/>
                  </a:lnTo>
                  <a:lnTo>
                    <a:pt x="567412" y="82334"/>
                  </a:lnTo>
                  <a:lnTo>
                    <a:pt x="570981" y="81380"/>
                  </a:lnTo>
                  <a:lnTo>
                    <a:pt x="574549" y="80423"/>
                  </a:lnTo>
                  <a:lnTo>
                    <a:pt x="578118" y="79464"/>
                  </a:lnTo>
                  <a:lnTo>
                    <a:pt x="581686" y="78503"/>
                  </a:lnTo>
                  <a:lnTo>
                    <a:pt x="585255" y="77540"/>
                  </a:lnTo>
                  <a:lnTo>
                    <a:pt x="588824" y="76575"/>
                  </a:lnTo>
                  <a:lnTo>
                    <a:pt x="592392" y="75607"/>
                  </a:lnTo>
                  <a:lnTo>
                    <a:pt x="595961" y="74638"/>
                  </a:lnTo>
                  <a:lnTo>
                    <a:pt x="599530" y="73666"/>
                  </a:lnTo>
                  <a:lnTo>
                    <a:pt x="603098" y="72693"/>
                  </a:lnTo>
                  <a:lnTo>
                    <a:pt x="606667" y="71717"/>
                  </a:lnTo>
                  <a:lnTo>
                    <a:pt x="610236" y="70739"/>
                  </a:lnTo>
                  <a:lnTo>
                    <a:pt x="613804" y="69760"/>
                  </a:lnTo>
                  <a:lnTo>
                    <a:pt x="617373" y="68778"/>
                  </a:lnTo>
                  <a:lnTo>
                    <a:pt x="620941" y="67794"/>
                  </a:lnTo>
                  <a:lnTo>
                    <a:pt x="624510" y="66808"/>
                  </a:lnTo>
                  <a:lnTo>
                    <a:pt x="628079" y="65820"/>
                  </a:lnTo>
                  <a:lnTo>
                    <a:pt x="631647" y="64831"/>
                  </a:lnTo>
                  <a:lnTo>
                    <a:pt x="635216" y="63839"/>
                  </a:lnTo>
                  <a:lnTo>
                    <a:pt x="638785" y="62845"/>
                  </a:lnTo>
                  <a:lnTo>
                    <a:pt x="642353" y="61849"/>
                  </a:lnTo>
                  <a:lnTo>
                    <a:pt x="645922" y="60852"/>
                  </a:lnTo>
                  <a:lnTo>
                    <a:pt x="649490" y="59852"/>
                  </a:lnTo>
                  <a:lnTo>
                    <a:pt x="653059" y="58850"/>
                  </a:lnTo>
                  <a:lnTo>
                    <a:pt x="656628" y="57847"/>
                  </a:lnTo>
                  <a:lnTo>
                    <a:pt x="660196" y="56841"/>
                  </a:lnTo>
                  <a:lnTo>
                    <a:pt x="663765" y="55834"/>
                  </a:lnTo>
                  <a:lnTo>
                    <a:pt x="667334" y="54825"/>
                  </a:lnTo>
                  <a:lnTo>
                    <a:pt x="670902" y="53813"/>
                  </a:lnTo>
                  <a:lnTo>
                    <a:pt x="674471" y="52800"/>
                  </a:lnTo>
                  <a:lnTo>
                    <a:pt x="678040" y="51785"/>
                  </a:lnTo>
                  <a:lnTo>
                    <a:pt x="681608" y="50769"/>
                  </a:lnTo>
                  <a:lnTo>
                    <a:pt x="685177" y="49750"/>
                  </a:lnTo>
                  <a:lnTo>
                    <a:pt x="688745" y="48730"/>
                  </a:lnTo>
                  <a:lnTo>
                    <a:pt x="692314" y="47707"/>
                  </a:lnTo>
                  <a:lnTo>
                    <a:pt x="695883" y="46683"/>
                  </a:lnTo>
                  <a:lnTo>
                    <a:pt x="699451" y="45657"/>
                  </a:lnTo>
                  <a:lnTo>
                    <a:pt x="703020" y="44629"/>
                  </a:lnTo>
                  <a:lnTo>
                    <a:pt x="706589" y="43600"/>
                  </a:lnTo>
                  <a:lnTo>
                    <a:pt x="710157" y="42569"/>
                  </a:lnTo>
                  <a:lnTo>
                    <a:pt x="713726" y="41535"/>
                  </a:lnTo>
                  <a:lnTo>
                    <a:pt x="717294" y="40501"/>
                  </a:lnTo>
                  <a:lnTo>
                    <a:pt x="720863" y="39464"/>
                  </a:lnTo>
                  <a:lnTo>
                    <a:pt x="724432" y="38426"/>
                  </a:lnTo>
                  <a:lnTo>
                    <a:pt x="728000" y="37386"/>
                  </a:lnTo>
                  <a:lnTo>
                    <a:pt x="731569" y="36344"/>
                  </a:lnTo>
                  <a:lnTo>
                    <a:pt x="735138" y="35301"/>
                  </a:lnTo>
                  <a:lnTo>
                    <a:pt x="738706" y="34255"/>
                  </a:lnTo>
                  <a:lnTo>
                    <a:pt x="742275" y="33209"/>
                  </a:lnTo>
                  <a:lnTo>
                    <a:pt x="745844" y="32160"/>
                  </a:lnTo>
                  <a:lnTo>
                    <a:pt x="749412" y="31110"/>
                  </a:lnTo>
                  <a:lnTo>
                    <a:pt x="752981" y="30058"/>
                  </a:lnTo>
                  <a:lnTo>
                    <a:pt x="756549" y="29005"/>
                  </a:lnTo>
                  <a:lnTo>
                    <a:pt x="760118" y="27950"/>
                  </a:lnTo>
                  <a:lnTo>
                    <a:pt x="763687" y="26894"/>
                  </a:lnTo>
                  <a:lnTo>
                    <a:pt x="767255" y="25836"/>
                  </a:lnTo>
                  <a:lnTo>
                    <a:pt x="770824" y="24776"/>
                  </a:lnTo>
                  <a:lnTo>
                    <a:pt x="774393" y="23715"/>
                  </a:lnTo>
                  <a:lnTo>
                    <a:pt x="777961" y="22652"/>
                  </a:lnTo>
                  <a:lnTo>
                    <a:pt x="781530" y="21587"/>
                  </a:lnTo>
                  <a:lnTo>
                    <a:pt x="785098" y="20522"/>
                  </a:lnTo>
                  <a:lnTo>
                    <a:pt x="788667" y="19454"/>
                  </a:lnTo>
                  <a:lnTo>
                    <a:pt x="792236" y="18385"/>
                  </a:lnTo>
                  <a:lnTo>
                    <a:pt x="795804" y="17315"/>
                  </a:lnTo>
                  <a:lnTo>
                    <a:pt x="799373" y="16243"/>
                  </a:lnTo>
                  <a:lnTo>
                    <a:pt x="802942" y="15170"/>
                  </a:lnTo>
                  <a:lnTo>
                    <a:pt x="806510" y="14095"/>
                  </a:lnTo>
                  <a:lnTo>
                    <a:pt x="810079" y="13019"/>
                  </a:lnTo>
                  <a:lnTo>
                    <a:pt x="813648" y="11942"/>
                  </a:lnTo>
                  <a:lnTo>
                    <a:pt x="817216" y="10863"/>
                  </a:lnTo>
                  <a:lnTo>
                    <a:pt x="820785" y="9782"/>
                  </a:lnTo>
                  <a:lnTo>
                    <a:pt x="824353" y="8701"/>
                  </a:lnTo>
                  <a:lnTo>
                    <a:pt x="827922" y="7618"/>
                  </a:lnTo>
                  <a:lnTo>
                    <a:pt x="831491" y="6533"/>
                  </a:lnTo>
                  <a:lnTo>
                    <a:pt x="835059" y="5447"/>
                  </a:lnTo>
                  <a:lnTo>
                    <a:pt x="838628" y="4360"/>
                  </a:lnTo>
                  <a:lnTo>
                    <a:pt x="842197" y="3272"/>
                  </a:lnTo>
                  <a:lnTo>
                    <a:pt x="845765" y="2183"/>
                  </a:lnTo>
                  <a:lnTo>
                    <a:pt x="849334" y="1092"/>
                  </a:lnTo>
                  <a:lnTo>
                    <a:pt x="852902" y="0"/>
                  </a:lnTo>
                </a:path>
              </a:pathLst>
            </a:custGeom>
            <a:ln w="28456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3390674" y="4632901"/>
              <a:ext cx="93819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3433320" y="4944267"/>
              <a:ext cx="852902" cy="366972"/>
            </a:xfrm>
            <a:custGeom>
              <a:avLst/>
              <a:pathLst>
                <a:path w="852902" h="366972">
                  <a:moveTo>
                    <a:pt x="0" y="236488"/>
                  </a:moveTo>
                  <a:lnTo>
                    <a:pt x="3568" y="236305"/>
                  </a:lnTo>
                  <a:lnTo>
                    <a:pt x="7137" y="236158"/>
                  </a:lnTo>
                  <a:lnTo>
                    <a:pt x="10705" y="236017"/>
                  </a:lnTo>
                  <a:lnTo>
                    <a:pt x="14274" y="235885"/>
                  </a:lnTo>
                  <a:lnTo>
                    <a:pt x="17843" y="235741"/>
                  </a:lnTo>
                  <a:lnTo>
                    <a:pt x="21411" y="235537"/>
                  </a:lnTo>
                  <a:lnTo>
                    <a:pt x="24980" y="235236"/>
                  </a:lnTo>
                  <a:lnTo>
                    <a:pt x="28549" y="234808"/>
                  </a:lnTo>
                  <a:lnTo>
                    <a:pt x="32117" y="234168"/>
                  </a:lnTo>
                  <a:lnTo>
                    <a:pt x="35686" y="233745"/>
                  </a:lnTo>
                  <a:lnTo>
                    <a:pt x="39254" y="233420"/>
                  </a:lnTo>
                  <a:lnTo>
                    <a:pt x="42823" y="233286"/>
                  </a:lnTo>
                  <a:lnTo>
                    <a:pt x="46392" y="232831"/>
                  </a:lnTo>
                  <a:lnTo>
                    <a:pt x="49960" y="232449"/>
                  </a:lnTo>
                  <a:lnTo>
                    <a:pt x="53529" y="232314"/>
                  </a:lnTo>
                  <a:lnTo>
                    <a:pt x="57098" y="231931"/>
                  </a:lnTo>
                  <a:lnTo>
                    <a:pt x="60666" y="231559"/>
                  </a:lnTo>
                  <a:lnTo>
                    <a:pt x="64235" y="231178"/>
                  </a:lnTo>
                  <a:lnTo>
                    <a:pt x="67804" y="230793"/>
                  </a:lnTo>
                  <a:lnTo>
                    <a:pt x="71372" y="230533"/>
                  </a:lnTo>
                  <a:lnTo>
                    <a:pt x="74941" y="230146"/>
                  </a:lnTo>
                  <a:lnTo>
                    <a:pt x="78509" y="229652"/>
                  </a:lnTo>
                  <a:lnTo>
                    <a:pt x="82078" y="229442"/>
                  </a:lnTo>
                  <a:lnTo>
                    <a:pt x="85647" y="228984"/>
                  </a:lnTo>
                  <a:lnTo>
                    <a:pt x="89215" y="228603"/>
                  </a:lnTo>
                  <a:lnTo>
                    <a:pt x="92784" y="228350"/>
                  </a:lnTo>
                  <a:lnTo>
                    <a:pt x="96353" y="228013"/>
                  </a:lnTo>
                  <a:lnTo>
                    <a:pt x="99921" y="227506"/>
                  </a:lnTo>
                  <a:lnTo>
                    <a:pt x="103490" y="227154"/>
                  </a:lnTo>
                  <a:lnTo>
                    <a:pt x="107058" y="226970"/>
                  </a:lnTo>
                  <a:lnTo>
                    <a:pt x="110627" y="226908"/>
                  </a:lnTo>
                  <a:lnTo>
                    <a:pt x="114196" y="226506"/>
                  </a:lnTo>
                  <a:lnTo>
                    <a:pt x="117764" y="226159"/>
                  </a:lnTo>
                  <a:lnTo>
                    <a:pt x="121333" y="225547"/>
                  </a:lnTo>
                  <a:lnTo>
                    <a:pt x="124902" y="224942"/>
                  </a:lnTo>
                  <a:lnTo>
                    <a:pt x="128470" y="224337"/>
                  </a:lnTo>
                  <a:lnTo>
                    <a:pt x="132039" y="224019"/>
                  </a:lnTo>
                  <a:lnTo>
                    <a:pt x="135608" y="223505"/>
                  </a:lnTo>
                  <a:lnTo>
                    <a:pt x="139176" y="223143"/>
                  </a:lnTo>
                  <a:lnTo>
                    <a:pt x="142745" y="222691"/>
                  </a:lnTo>
                  <a:lnTo>
                    <a:pt x="146313" y="222322"/>
                  </a:lnTo>
                  <a:lnTo>
                    <a:pt x="149882" y="221919"/>
                  </a:lnTo>
                  <a:lnTo>
                    <a:pt x="153451" y="221531"/>
                  </a:lnTo>
                  <a:lnTo>
                    <a:pt x="157019" y="221135"/>
                  </a:lnTo>
                  <a:lnTo>
                    <a:pt x="160588" y="220742"/>
                  </a:lnTo>
                  <a:lnTo>
                    <a:pt x="164157" y="220506"/>
                  </a:lnTo>
                  <a:lnTo>
                    <a:pt x="167725" y="220245"/>
                  </a:lnTo>
                  <a:lnTo>
                    <a:pt x="171294" y="219782"/>
                  </a:lnTo>
                  <a:lnTo>
                    <a:pt x="174862" y="219171"/>
                  </a:lnTo>
                  <a:lnTo>
                    <a:pt x="178431" y="218774"/>
                  </a:lnTo>
                  <a:lnTo>
                    <a:pt x="182000" y="218348"/>
                  </a:lnTo>
                  <a:lnTo>
                    <a:pt x="185568" y="217796"/>
                  </a:lnTo>
                  <a:lnTo>
                    <a:pt x="189137" y="217333"/>
                  </a:lnTo>
                  <a:lnTo>
                    <a:pt x="192706" y="216619"/>
                  </a:lnTo>
                  <a:lnTo>
                    <a:pt x="196274" y="216204"/>
                  </a:lnTo>
                  <a:lnTo>
                    <a:pt x="199843" y="215841"/>
                  </a:lnTo>
                  <a:lnTo>
                    <a:pt x="203412" y="215523"/>
                  </a:lnTo>
                  <a:lnTo>
                    <a:pt x="206980" y="215046"/>
                  </a:lnTo>
                  <a:lnTo>
                    <a:pt x="210549" y="214438"/>
                  </a:lnTo>
                  <a:lnTo>
                    <a:pt x="214117" y="213923"/>
                  </a:lnTo>
                  <a:lnTo>
                    <a:pt x="217686" y="213390"/>
                  </a:lnTo>
                  <a:lnTo>
                    <a:pt x="221255" y="212671"/>
                  </a:lnTo>
                  <a:lnTo>
                    <a:pt x="224823" y="212117"/>
                  </a:lnTo>
                  <a:lnTo>
                    <a:pt x="228392" y="211622"/>
                  </a:lnTo>
                  <a:lnTo>
                    <a:pt x="231961" y="211261"/>
                  </a:lnTo>
                  <a:lnTo>
                    <a:pt x="235529" y="210808"/>
                  </a:lnTo>
                  <a:lnTo>
                    <a:pt x="239098" y="210136"/>
                  </a:lnTo>
                  <a:lnTo>
                    <a:pt x="242666" y="209374"/>
                  </a:lnTo>
                  <a:lnTo>
                    <a:pt x="246235" y="208691"/>
                  </a:lnTo>
                  <a:lnTo>
                    <a:pt x="249804" y="207698"/>
                  </a:lnTo>
                  <a:lnTo>
                    <a:pt x="253372" y="207048"/>
                  </a:lnTo>
                  <a:lnTo>
                    <a:pt x="256941" y="206302"/>
                  </a:lnTo>
                  <a:lnTo>
                    <a:pt x="260510" y="205867"/>
                  </a:lnTo>
                  <a:lnTo>
                    <a:pt x="264078" y="205218"/>
                  </a:lnTo>
                  <a:lnTo>
                    <a:pt x="267647" y="204596"/>
                  </a:lnTo>
                  <a:lnTo>
                    <a:pt x="271216" y="203974"/>
                  </a:lnTo>
                  <a:lnTo>
                    <a:pt x="274784" y="203934"/>
                  </a:lnTo>
                  <a:lnTo>
                    <a:pt x="278353" y="202988"/>
                  </a:lnTo>
                  <a:lnTo>
                    <a:pt x="281921" y="202255"/>
                  </a:lnTo>
                  <a:lnTo>
                    <a:pt x="285490" y="201809"/>
                  </a:lnTo>
                  <a:lnTo>
                    <a:pt x="289059" y="200931"/>
                  </a:lnTo>
                  <a:lnTo>
                    <a:pt x="292627" y="200518"/>
                  </a:lnTo>
                  <a:lnTo>
                    <a:pt x="296196" y="200175"/>
                  </a:lnTo>
                  <a:lnTo>
                    <a:pt x="299765" y="199889"/>
                  </a:lnTo>
                  <a:lnTo>
                    <a:pt x="303333" y="199539"/>
                  </a:lnTo>
                  <a:lnTo>
                    <a:pt x="306902" y="198868"/>
                  </a:lnTo>
                  <a:lnTo>
                    <a:pt x="310470" y="197858"/>
                  </a:lnTo>
                  <a:lnTo>
                    <a:pt x="314039" y="197147"/>
                  </a:lnTo>
                  <a:lnTo>
                    <a:pt x="317608" y="196122"/>
                  </a:lnTo>
                  <a:lnTo>
                    <a:pt x="321176" y="195358"/>
                  </a:lnTo>
                  <a:lnTo>
                    <a:pt x="324745" y="194623"/>
                  </a:lnTo>
                  <a:lnTo>
                    <a:pt x="328314" y="193705"/>
                  </a:lnTo>
                  <a:lnTo>
                    <a:pt x="331882" y="192943"/>
                  </a:lnTo>
                  <a:lnTo>
                    <a:pt x="335451" y="192562"/>
                  </a:lnTo>
                  <a:lnTo>
                    <a:pt x="339020" y="191980"/>
                  </a:lnTo>
                  <a:lnTo>
                    <a:pt x="342588" y="191456"/>
                  </a:lnTo>
                  <a:lnTo>
                    <a:pt x="346157" y="190712"/>
                  </a:lnTo>
                  <a:lnTo>
                    <a:pt x="349725" y="190112"/>
                  </a:lnTo>
                  <a:lnTo>
                    <a:pt x="353294" y="189290"/>
                  </a:lnTo>
                  <a:lnTo>
                    <a:pt x="356863" y="188399"/>
                  </a:lnTo>
                  <a:lnTo>
                    <a:pt x="360431" y="187399"/>
                  </a:lnTo>
                  <a:lnTo>
                    <a:pt x="364000" y="186537"/>
                  </a:lnTo>
                  <a:lnTo>
                    <a:pt x="367569" y="185703"/>
                  </a:lnTo>
                  <a:lnTo>
                    <a:pt x="371137" y="184810"/>
                  </a:lnTo>
                  <a:lnTo>
                    <a:pt x="374706" y="183877"/>
                  </a:lnTo>
                  <a:lnTo>
                    <a:pt x="378274" y="182838"/>
                  </a:lnTo>
                  <a:lnTo>
                    <a:pt x="381843" y="181831"/>
                  </a:lnTo>
                  <a:lnTo>
                    <a:pt x="385412" y="180991"/>
                  </a:lnTo>
                  <a:lnTo>
                    <a:pt x="388980" y="180117"/>
                  </a:lnTo>
                  <a:lnTo>
                    <a:pt x="392549" y="179269"/>
                  </a:lnTo>
                  <a:lnTo>
                    <a:pt x="396118" y="178141"/>
                  </a:lnTo>
                  <a:lnTo>
                    <a:pt x="399686" y="177548"/>
                  </a:lnTo>
                  <a:lnTo>
                    <a:pt x="403255" y="176696"/>
                  </a:lnTo>
                  <a:lnTo>
                    <a:pt x="406824" y="175834"/>
                  </a:lnTo>
                  <a:lnTo>
                    <a:pt x="410392" y="174830"/>
                  </a:lnTo>
                  <a:lnTo>
                    <a:pt x="413961" y="174006"/>
                  </a:lnTo>
                  <a:lnTo>
                    <a:pt x="417529" y="172888"/>
                  </a:lnTo>
                  <a:lnTo>
                    <a:pt x="421098" y="171782"/>
                  </a:lnTo>
                  <a:lnTo>
                    <a:pt x="424667" y="170901"/>
                  </a:lnTo>
                  <a:lnTo>
                    <a:pt x="428235" y="170228"/>
                  </a:lnTo>
                  <a:lnTo>
                    <a:pt x="431804" y="169267"/>
                  </a:lnTo>
                  <a:lnTo>
                    <a:pt x="435373" y="168027"/>
                  </a:lnTo>
                  <a:lnTo>
                    <a:pt x="438941" y="166717"/>
                  </a:lnTo>
                  <a:lnTo>
                    <a:pt x="442510" y="165466"/>
                  </a:lnTo>
                  <a:lnTo>
                    <a:pt x="446078" y="164184"/>
                  </a:lnTo>
                  <a:lnTo>
                    <a:pt x="449647" y="162914"/>
                  </a:lnTo>
                  <a:lnTo>
                    <a:pt x="453216" y="161737"/>
                  </a:lnTo>
                  <a:lnTo>
                    <a:pt x="456784" y="160685"/>
                  </a:lnTo>
                  <a:lnTo>
                    <a:pt x="460353" y="159620"/>
                  </a:lnTo>
                  <a:lnTo>
                    <a:pt x="463922" y="158271"/>
                  </a:lnTo>
                  <a:lnTo>
                    <a:pt x="467490" y="157261"/>
                  </a:lnTo>
                  <a:lnTo>
                    <a:pt x="471059" y="156404"/>
                  </a:lnTo>
                  <a:lnTo>
                    <a:pt x="474628" y="155556"/>
                  </a:lnTo>
                  <a:lnTo>
                    <a:pt x="478196" y="154219"/>
                  </a:lnTo>
                  <a:lnTo>
                    <a:pt x="481765" y="153240"/>
                  </a:lnTo>
                  <a:lnTo>
                    <a:pt x="485333" y="152182"/>
                  </a:lnTo>
                  <a:lnTo>
                    <a:pt x="488902" y="151228"/>
                  </a:lnTo>
                  <a:lnTo>
                    <a:pt x="492471" y="150273"/>
                  </a:lnTo>
                  <a:lnTo>
                    <a:pt x="496039" y="149656"/>
                  </a:lnTo>
                  <a:lnTo>
                    <a:pt x="499608" y="148603"/>
                  </a:lnTo>
                  <a:lnTo>
                    <a:pt x="503177" y="147342"/>
                  </a:lnTo>
                  <a:lnTo>
                    <a:pt x="506745" y="146321"/>
                  </a:lnTo>
                  <a:lnTo>
                    <a:pt x="510314" y="145104"/>
                  </a:lnTo>
                  <a:lnTo>
                    <a:pt x="513882" y="143937"/>
                  </a:lnTo>
                  <a:lnTo>
                    <a:pt x="517451" y="142702"/>
                  </a:lnTo>
                  <a:lnTo>
                    <a:pt x="521020" y="141293"/>
                  </a:lnTo>
                  <a:lnTo>
                    <a:pt x="524588" y="140536"/>
                  </a:lnTo>
                  <a:lnTo>
                    <a:pt x="528157" y="139414"/>
                  </a:lnTo>
                  <a:lnTo>
                    <a:pt x="531726" y="137923"/>
                  </a:lnTo>
                  <a:lnTo>
                    <a:pt x="535294" y="136329"/>
                  </a:lnTo>
                  <a:lnTo>
                    <a:pt x="538863" y="134498"/>
                  </a:lnTo>
                  <a:lnTo>
                    <a:pt x="542432" y="133824"/>
                  </a:lnTo>
                  <a:lnTo>
                    <a:pt x="546000" y="132510"/>
                  </a:lnTo>
                  <a:lnTo>
                    <a:pt x="549569" y="131235"/>
                  </a:lnTo>
                  <a:lnTo>
                    <a:pt x="553137" y="130162"/>
                  </a:lnTo>
                  <a:lnTo>
                    <a:pt x="556706" y="128912"/>
                  </a:lnTo>
                  <a:lnTo>
                    <a:pt x="560275" y="127515"/>
                  </a:lnTo>
                  <a:lnTo>
                    <a:pt x="563843" y="126377"/>
                  </a:lnTo>
                  <a:lnTo>
                    <a:pt x="567412" y="124945"/>
                  </a:lnTo>
                  <a:lnTo>
                    <a:pt x="570981" y="123437"/>
                  </a:lnTo>
                  <a:lnTo>
                    <a:pt x="574549" y="122089"/>
                  </a:lnTo>
                  <a:lnTo>
                    <a:pt x="578118" y="120482"/>
                  </a:lnTo>
                  <a:lnTo>
                    <a:pt x="581686" y="119143"/>
                  </a:lnTo>
                  <a:lnTo>
                    <a:pt x="585255" y="117601"/>
                  </a:lnTo>
                  <a:lnTo>
                    <a:pt x="588824" y="116253"/>
                  </a:lnTo>
                  <a:lnTo>
                    <a:pt x="592392" y="114666"/>
                  </a:lnTo>
                  <a:lnTo>
                    <a:pt x="595961" y="113116"/>
                  </a:lnTo>
                  <a:lnTo>
                    <a:pt x="599530" y="111997"/>
                  </a:lnTo>
                  <a:lnTo>
                    <a:pt x="603098" y="110579"/>
                  </a:lnTo>
                  <a:lnTo>
                    <a:pt x="606667" y="109154"/>
                  </a:lnTo>
                  <a:lnTo>
                    <a:pt x="610236" y="107571"/>
                  </a:lnTo>
                  <a:lnTo>
                    <a:pt x="613804" y="106517"/>
                  </a:lnTo>
                  <a:lnTo>
                    <a:pt x="617373" y="105100"/>
                  </a:lnTo>
                  <a:lnTo>
                    <a:pt x="620941" y="103817"/>
                  </a:lnTo>
                  <a:lnTo>
                    <a:pt x="624510" y="102161"/>
                  </a:lnTo>
                  <a:lnTo>
                    <a:pt x="628079" y="100781"/>
                  </a:lnTo>
                  <a:lnTo>
                    <a:pt x="631647" y="99443"/>
                  </a:lnTo>
                  <a:lnTo>
                    <a:pt x="635216" y="97668"/>
                  </a:lnTo>
                  <a:lnTo>
                    <a:pt x="638785" y="96146"/>
                  </a:lnTo>
                  <a:lnTo>
                    <a:pt x="642353" y="94385"/>
                  </a:lnTo>
                  <a:lnTo>
                    <a:pt x="645922" y="93102"/>
                  </a:lnTo>
                  <a:lnTo>
                    <a:pt x="649490" y="91622"/>
                  </a:lnTo>
                  <a:lnTo>
                    <a:pt x="653059" y="90101"/>
                  </a:lnTo>
                  <a:lnTo>
                    <a:pt x="656628" y="88371"/>
                  </a:lnTo>
                  <a:lnTo>
                    <a:pt x="660196" y="86908"/>
                  </a:lnTo>
                  <a:lnTo>
                    <a:pt x="663765" y="85518"/>
                  </a:lnTo>
                  <a:lnTo>
                    <a:pt x="667334" y="84124"/>
                  </a:lnTo>
                  <a:lnTo>
                    <a:pt x="670902" y="82704"/>
                  </a:lnTo>
                  <a:lnTo>
                    <a:pt x="674471" y="81321"/>
                  </a:lnTo>
                  <a:lnTo>
                    <a:pt x="678040" y="79565"/>
                  </a:lnTo>
                  <a:lnTo>
                    <a:pt x="681608" y="78027"/>
                  </a:lnTo>
                  <a:lnTo>
                    <a:pt x="685177" y="76498"/>
                  </a:lnTo>
                  <a:lnTo>
                    <a:pt x="688745" y="74976"/>
                  </a:lnTo>
                  <a:lnTo>
                    <a:pt x="692314" y="73459"/>
                  </a:lnTo>
                  <a:lnTo>
                    <a:pt x="695883" y="71978"/>
                  </a:lnTo>
                  <a:lnTo>
                    <a:pt x="699451" y="70563"/>
                  </a:lnTo>
                  <a:lnTo>
                    <a:pt x="703020" y="69018"/>
                  </a:lnTo>
                  <a:lnTo>
                    <a:pt x="706589" y="67506"/>
                  </a:lnTo>
                  <a:lnTo>
                    <a:pt x="710157" y="65800"/>
                  </a:lnTo>
                  <a:lnTo>
                    <a:pt x="713726" y="64473"/>
                  </a:lnTo>
                  <a:lnTo>
                    <a:pt x="717294" y="62773"/>
                  </a:lnTo>
                  <a:lnTo>
                    <a:pt x="720863" y="61199"/>
                  </a:lnTo>
                  <a:lnTo>
                    <a:pt x="724432" y="59759"/>
                  </a:lnTo>
                  <a:lnTo>
                    <a:pt x="728000" y="58200"/>
                  </a:lnTo>
                  <a:lnTo>
                    <a:pt x="731569" y="56615"/>
                  </a:lnTo>
                  <a:lnTo>
                    <a:pt x="735138" y="55029"/>
                  </a:lnTo>
                  <a:lnTo>
                    <a:pt x="738706" y="53435"/>
                  </a:lnTo>
                  <a:lnTo>
                    <a:pt x="742275" y="51841"/>
                  </a:lnTo>
                  <a:lnTo>
                    <a:pt x="745844" y="50252"/>
                  </a:lnTo>
                  <a:lnTo>
                    <a:pt x="749412" y="48428"/>
                  </a:lnTo>
                  <a:lnTo>
                    <a:pt x="752981" y="46761"/>
                  </a:lnTo>
                  <a:lnTo>
                    <a:pt x="756549" y="44613"/>
                  </a:lnTo>
                  <a:lnTo>
                    <a:pt x="760118" y="42702"/>
                  </a:lnTo>
                  <a:lnTo>
                    <a:pt x="763687" y="41087"/>
                  </a:lnTo>
                  <a:lnTo>
                    <a:pt x="767255" y="39629"/>
                  </a:lnTo>
                  <a:lnTo>
                    <a:pt x="770824" y="38173"/>
                  </a:lnTo>
                  <a:lnTo>
                    <a:pt x="774393" y="36333"/>
                  </a:lnTo>
                  <a:lnTo>
                    <a:pt x="777961" y="34376"/>
                  </a:lnTo>
                  <a:lnTo>
                    <a:pt x="781530" y="32342"/>
                  </a:lnTo>
                  <a:lnTo>
                    <a:pt x="785098" y="30469"/>
                  </a:lnTo>
                  <a:lnTo>
                    <a:pt x="788667" y="28653"/>
                  </a:lnTo>
                  <a:lnTo>
                    <a:pt x="792236" y="27014"/>
                  </a:lnTo>
                  <a:lnTo>
                    <a:pt x="795804" y="25459"/>
                  </a:lnTo>
                  <a:lnTo>
                    <a:pt x="799373" y="23946"/>
                  </a:lnTo>
                  <a:lnTo>
                    <a:pt x="802942" y="22343"/>
                  </a:lnTo>
                  <a:lnTo>
                    <a:pt x="806510" y="20936"/>
                  </a:lnTo>
                  <a:lnTo>
                    <a:pt x="810079" y="19552"/>
                  </a:lnTo>
                  <a:lnTo>
                    <a:pt x="813648" y="18167"/>
                  </a:lnTo>
                  <a:lnTo>
                    <a:pt x="817216" y="16782"/>
                  </a:lnTo>
                  <a:lnTo>
                    <a:pt x="820785" y="15397"/>
                  </a:lnTo>
                  <a:lnTo>
                    <a:pt x="824353" y="14011"/>
                  </a:lnTo>
                  <a:lnTo>
                    <a:pt x="827922" y="12063"/>
                  </a:lnTo>
                  <a:lnTo>
                    <a:pt x="831491" y="9833"/>
                  </a:lnTo>
                  <a:lnTo>
                    <a:pt x="835059" y="8253"/>
                  </a:lnTo>
                  <a:lnTo>
                    <a:pt x="838628" y="6688"/>
                  </a:lnTo>
                  <a:lnTo>
                    <a:pt x="842197" y="5122"/>
                  </a:lnTo>
                  <a:lnTo>
                    <a:pt x="845765" y="3520"/>
                  </a:lnTo>
                  <a:lnTo>
                    <a:pt x="849334" y="1778"/>
                  </a:lnTo>
                  <a:lnTo>
                    <a:pt x="852902" y="0"/>
                  </a:lnTo>
                  <a:lnTo>
                    <a:pt x="852902" y="245617"/>
                  </a:lnTo>
                  <a:lnTo>
                    <a:pt x="849334" y="245750"/>
                  </a:lnTo>
                  <a:lnTo>
                    <a:pt x="845765" y="245811"/>
                  </a:lnTo>
                  <a:lnTo>
                    <a:pt x="842197" y="245918"/>
                  </a:lnTo>
                  <a:lnTo>
                    <a:pt x="838628" y="246034"/>
                  </a:lnTo>
                  <a:lnTo>
                    <a:pt x="835059" y="246181"/>
                  </a:lnTo>
                  <a:lnTo>
                    <a:pt x="831491" y="246389"/>
                  </a:lnTo>
                  <a:lnTo>
                    <a:pt x="827922" y="246350"/>
                  </a:lnTo>
                  <a:lnTo>
                    <a:pt x="824353" y="246618"/>
                  </a:lnTo>
                  <a:lnTo>
                    <a:pt x="820785" y="246910"/>
                  </a:lnTo>
                  <a:lnTo>
                    <a:pt x="817216" y="247200"/>
                  </a:lnTo>
                  <a:lnTo>
                    <a:pt x="813648" y="247394"/>
                  </a:lnTo>
                  <a:lnTo>
                    <a:pt x="810079" y="247511"/>
                  </a:lnTo>
                  <a:lnTo>
                    <a:pt x="806510" y="247958"/>
                  </a:lnTo>
                  <a:lnTo>
                    <a:pt x="802942" y="248247"/>
                  </a:lnTo>
                  <a:lnTo>
                    <a:pt x="799373" y="248318"/>
                  </a:lnTo>
                  <a:lnTo>
                    <a:pt x="795804" y="248389"/>
                  </a:lnTo>
                  <a:lnTo>
                    <a:pt x="792236" y="248460"/>
                  </a:lnTo>
                  <a:lnTo>
                    <a:pt x="788667" y="248530"/>
                  </a:lnTo>
                  <a:lnTo>
                    <a:pt x="785098" y="248601"/>
                  </a:lnTo>
                  <a:lnTo>
                    <a:pt x="781530" y="248778"/>
                  </a:lnTo>
                  <a:lnTo>
                    <a:pt x="777961" y="248977"/>
                  </a:lnTo>
                  <a:lnTo>
                    <a:pt x="774393" y="249225"/>
                  </a:lnTo>
                  <a:lnTo>
                    <a:pt x="770824" y="249547"/>
                  </a:lnTo>
                  <a:lnTo>
                    <a:pt x="767255" y="249875"/>
                  </a:lnTo>
                  <a:lnTo>
                    <a:pt x="763687" y="250100"/>
                  </a:lnTo>
                  <a:lnTo>
                    <a:pt x="760118" y="250453"/>
                  </a:lnTo>
                  <a:lnTo>
                    <a:pt x="756549" y="250784"/>
                  </a:lnTo>
                  <a:lnTo>
                    <a:pt x="752981" y="250771"/>
                  </a:lnTo>
                  <a:lnTo>
                    <a:pt x="749412" y="250755"/>
                  </a:lnTo>
                  <a:lnTo>
                    <a:pt x="745844" y="250773"/>
                  </a:lnTo>
                  <a:lnTo>
                    <a:pt x="742275" y="250968"/>
                  </a:lnTo>
                  <a:lnTo>
                    <a:pt x="738706" y="251429"/>
                  </a:lnTo>
                  <a:lnTo>
                    <a:pt x="735138" y="251788"/>
                  </a:lnTo>
                  <a:lnTo>
                    <a:pt x="731569" y="251701"/>
                  </a:lnTo>
                  <a:lnTo>
                    <a:pt x="728000" y="251819"/>
                  </a:lnTo>
                  <a:lnTo>
                    <a:pt x="724432" y="252157"/>
                  </a:lnTo>
                  <a:lnTo>
                    <a:pt x="720863" y="252282"/>
                  </a:lnTo>
                  <a:lnTo>
                    <a:pt x="717294" y="252393"/>
                  </a:lnTo>
                  <a:lnTo>
                    <a:pt x="713726" y="252775"/>
                  </a:lnTo>
                  <a:lnTo>
                    <a:pt x="710157" y="253212"/>
                  </a:lnTo>
                  <a:lnTo>
                    <a:pt x="706589" y="253641"/>
                  </a:lnTo>
                  <a:lnTo>
                    <a:pt x="703020" y="254067"/>
                  </a:lnTo>
                  <a:lnTo>
                    <a:pt x="699451" y="254494"/>
                  </a:lnTo>
                  <a:lnTo>
                    <a:pt x="695883" y="254947"/>
                  </a:lnTo>
                  <a:lnTo>
                    <a:pt x="692314" y="255280"/>
                  </a:lnTo>
                  <a:lnTo>
                    <a:pt x="688745" y="255122"/>
                  </a:lnTo>
                  <a:lnTo>
                    <a:pt x="685177" y="255677"/>
                  </a:lnTo>
                  <a:lnTo>
                    <a:pt x="681608" y="256039"/>
                  </a:lnTo>
                  <a:lnTo>
                    <a:pt x="678040" y="256370"/>
                  </a:lnTo>
                  <a:lnTo>
                    <a:pt x="674471" y="257019"/>
                  </a:lnTo>
                  <a:lnTo>
                    <a:pt x="670902" y="257050"/>
                  </a:lnTo>
                  <a:lnTo>
                    <a:pt x="667334" y="257323"/>
                  </a:lnTo>
                  <a:lnTo>
                    <a:pt x="663765" y="257720"/>
                  </a:lnTo>
                  <a:lnTo>
                    <a:pt x="660196" y="257755"/>
                  </a:lnTo>
                  <a:lnTo>
                    <a:pt x="656628" y="258004"/>
                  </a:lnTo>
                  <a:lnTo>
                    <a:pt x="653059" y="258472"/>
                  </a:lnTo>
                  <a:lnTo>
                    <a:pt x="649490" y="258642"/>
                  </a:lnTo>
                  <a:lnTo>
                    <a:pt x="645922" y="258711"/>
                  </a:lnTo>
                  <a:lnTo>
                    <a:pt x="642353" y="259205"/>
                  </a:lnTo>
                  <a:lnTo>
                    <a:pt x="638785" y="259696"/>
                  </a:lnTo>
                  <a:lnTo>
                    <a:pt x="635216" y="260186"/>
                  </a:lnTo>
                  <a:lnTo>
                    <a:pt x="631647" y="260500"/>
                  </a:lnTo>
                  <a:lnTo>
                    <a:pt x="628079" y="260743"/>
                  </a:lnTo>
                  <a:lnTo>
                    <a:pt x="624510" y="260990"/>
                  </a:lnTo>
                  <a:lnTo>
                    <a:pt x="620941" y="261167"/>
                  </a:lnTo>
                  <a:lnTo>
                    <a:pt x="617373" y="261302"/>
                  </a:lnTo>
                  <a:lnTo>
                    <a:pt x="613804" y="261437"/>
                  </a:lnTo>
                  <a:lnTo>
                    <a:pt x="610236" y="261681"/>
                  </a:lnTo>
                  <a:lnTo>
                    <a:pt x="606667" y="262057"/>
                  </a:lnTo>
                  <a:lnTo>
                    <a:pt x="603098" y="262458"/>
                  </a:lnTo>
                  <a:lnTo>
                    <a:pt x="599530" y="262706"/>
                  </a:lnTo>
                  <a:lnTo>
                    <a:pt x="595961" y="262970"/>
                  </a:lnTo>
                  <a:lnTo>
                    <a:pt x="592392" y="263199"/>
                  </a:lnTo>
                  <a:lnTo>
                    <a:pt x="588824" y="263465"/>
                  </a:lnTo>
                  <a:lnTo>
                    <a:pt x="585255" y="263692"/>
                  </a:lnTo>
                  <a:lnTo>
                    <a:pt x="581686" y="264041"/>
                  </a:lnTo>
                  <a:lnTo>
                    <a:pt x="578118" y="264172"/>
                  </a:lnTo>
                  <a:lnTo>
                    <a:pt x="574549" y="264450"/>
                  </a:lnTo>
                  <a:lnTo>
                    <a:pt x="570981" y="264702"/>
                  </a:lnTo>
                  <a:lnTo>
                    <a:pt x="567412" y="265049"/>
                  </a:lnTo>
                  <a:lnTo>
                    <a:pt x="563843" y="265388"/>
                  </a:lnTo>
                  <a:lnTo>
                    <a:pt x="560275" y="265731"/>
                  </a:lnTo>
                  <a:lnTo>
                    <a:pt x="556706" y="266078"/>
                  </a:lnTo>
                  <a:lnTo>
                    <a:pt x="553137" y="266612"/>
                  </a:lnTo>
                  <a:lnTo>
                    <a:pt x="549569" y="266991"/>
                  </a:lnTo>
                  <a:lnTo>
                    <a:pt x="546000" y="267114"/>
                  </a:lnTo>
                  <a:lnTo>
                    <a:pt x="542432" y="267472"/>
                  </a:lnTo>
                  <a:lnTo>
                    <a:pt x="538863" y="267791"/>
                  </a:lnTo>
                  <a:lnTo>
                    <a:pt x="535294" y="268227"/>
                  </a:lnTo>
                  <a:lnTo>
                    <a:pt x="531726" y="268729"/>
                  </a:lnTo>
                  <a:lnTo>
                    <a:pt x="528157" y="269148"/>
                  </a:lnTo>
                  <a:lnTo>
                    <a:pt x="524588" y="269474"/>
                  </a:lnTo>
                  <a:lnTo>
                    <a:pt x="521020" y="269781"/>
                  </a:lnTo>
                  <a:lnTo>
                    <a:pt x="517451" y="270163"/>
                  </a:lnTo>
                  <a:lnTo>
                    <a:pt x="513882" y="270773"/>
                  </a:lnTo>
                  <a:lnTo>
                    <a:pt x="510314" y="271228"/>
                  </a:lnTo>
                  <a:lnTo>
                    <a:pt x="506745" y="271644"/>
                  </a:lnTo>
                  <a:lnTo>
                    <a:pt x="503177" y="272008"/>
                  </a:lnTo>
                  <a:lnTo>
                    <a:pt x="499608" y="272466"/>
                  </a:lnTo>
                  <a:lnTo>
                    <a:pt x="496039" y="272950"/>
                  </a:lnTo>
                  <a:lnTo>
                    <a:pt x="492471" y="273241"/>
                  </a:lnTo>
                  <a:lnTo>
                    <a:pt x="488902" y="273498"/>
                  </a:lnTo>
                  <a:lnTo>
                    <a:pt x="485333" y="273841"/>
                  </a:lnTo>
                  <a:lnTo>
                    <a:pt x="481765" y="274285"/>
                  </a:lnTo>
                  <a:lnTo>
                    <a:pt x="478196" y="274690"/>
                  </a:lnTo>
                  <a:lnTo>
                    <a:pt x="474628" y="275112"/>
                  </a:lnTo>
                  <a:lnTo>
                    <a:pt x="471059" y="275535"/>
                  </a:lnTo>
                  <a:lnTo>
                    <a:pt x="467490" y="276126"/>
                  </a:lnTo>
                  <a:lnTo>
                    <a:pt x="463922" y="276771"/>
                  </a:lnTo>
                  <a:lnTo>
                    <a:pt x="460353" y="277271"/>
                  </a:lnTo>
                  <a:lnTo>
                    <a:pt x="456784" y="277765"/>
                  </a:lnTo>
                  <a:lnTo>
                    <a:pt x="453216" y="278153"/>
                  </a:lnTo>
                  <a:lnTo>
                    <a:pt x="449647" y="278618"/>
                  </a:lnTo>
                  <a:lnTo>
                    <a:pt x="446078" y="279121"/>
                  </a:lnTo>
                  <a:lnTo>
                    <a:pt x="442510" y="279607"/>
                  </a:lnTo>
                  <a:lnTo>
                    <a:pt x="438941" y="280219"/>
                  </a:lnTo>
                  <a:lnTo>
                    <a:pt x="435373" y="280744"/>
                  </a:lnTo>
                  <a:lnTo>
                    <a:pt x="431804" y="281186"/>
                  </a:lnTo>
                  <a:lnTo>
                    <a:pt x="428235" y="281654"/>
                  </a:lnTo>
                  <a:lnTo>
                    <a:pt x="424667" y="282171"/>
                  </a:lnTo>
                  <a:lnTo>
                    <a:pt x="421098" y="282655"/>
                  </a:lnTo>
                  <a:lnTo>
                    <a:pt x="417529" y="283343"/>
                  </a:lnTo>
                  <a:lnTo>
                    <a:pt x="413961" y="283715"/>
                  </a:lnTo>
                  <a:lnTo>
                    <a:pt x="410392" y="284109"/>
                  </a:lnTo>
                  <a:lnTo>
                    <a:pt x="406824" y="284703"/>
                  </a:lnTo>
                  <a:lnTo>
                    <a:pt x="403255" y="285480"/>
                  </a:lnTo>
                  <a:lnTo>
                    <a:pt x="399686" y="285974"/>
                  </a:lnTo>
                  <a:lnTo>
                    <a:pt x="396118" y="286583"/>
                  </a:lnTo>
                  <a:lnTo>
                    <a:pt x="392549" y="287198"/>
                  </a:lnTo>
                  <a:lnTo>
                    <a:pt x="388980" y="287928"/>
                  </a:lnTo>
                  <a:lnTo>
                    <a:pt x="385412" y="288682"/>
                  </a:lnTo>
                  <a:lnTo>
                    <a:pt x="381843" y="289185"/>
                  </a:lnTo>
                  <a:lnTo>
                    <a:pt x="378274" y="289667"/>
                  </a:lnTo>
                  <a:lnTo>
                    <a:pt x="374706" y="290310"/>
                  </a:lnTo>
                  <a:lnTo>
                    <a:pt x="371137" y="291095"/>
                  </a:lnTo>
                  <a:lnTo>
                    <a:pt x="367569" y="291858"/>
                  </a:lnTo>
                  <a:lnTo>
                    <a:pt x="364000" y="292243"/>
                  </a:lnTo>
                  <a:lnTo>
                    <a:pt x="360431" y="292871"/>
                  </a:lnTo>
                  <a:lnTo>
                    <a:pt x="356863" y="293326"/>
                  </a:lnTo>
                  <a:lnTo>
                    <a:pt x="353294" y="293993"/>
                  </a:lnTo>
                  <a:lnTo>
                    <a:pt x="349725" y="294753"/>
                  </a:lnTo>
                  <a:lnTo>
                    <a:pt x="346157" y="295407"/>
                  </a:lnTo>
                  <a:lnTo>
                    <a:pt x="342588" y="295973"/>
                  </a:lnTo>
                  <a:lnTo>
                    <a:pt x="339020" y="296713"/>
                  </a:lnTo>
                  <a:lnTo>
                    <a:pt x="335451" y="297429"/>
                  </a:lnTo>
                  <a:lnTo>
                    <a:pt x="331882" y="297898"/>
                  </a:lnTo>
                  <a:lnTo>
                    <a:pt x="328314" y="298620"/>
                  </a:lnTo>
                  <a:lnTo>
                    <a:pt x="324745" y="299259"/>
                  </a:lnTo>
                  <a:lnTo>
                    <a:pt x="321176" y="300022"/>
                  </a:lnTo>
                  <a:lnTo>
                    <a:pt x="317608" y="300828"/>
                  </a:lnTo>
                  <a:lnTo>
                    <a:pt x="314039" y="301559"/>
                  </a:lnTo>
                  <a:lnTo>
                    <a:pt x="310470" y="302098"/>
                  </a:lnTo>
                  <a:lnTo>
                    <a:pt x="306902" y="302862"/>
                  </a:lnTo>
                  <a:lnTo>
                    <a:pt x="303333" y="303736"/>
                  </a:lnTo>
                  <a:lnTo>
                    <a:pt x="299765" y="304459"/>
                  </a:lnTo>
                  <a:lnTo>
                    <a:pt x="296196" y="305217"/>
                  </a:lnTo>
                  <a:lnTo>
                    <a:pt x="292627" y="305966"/>
                  </a:lnTo>
                  <a:lnTo>
                    <a:pt x="289059" y="306689"/>
                  </a:lnTo>
                  <a:lnTo>
                    <a:pt x="285490" y="307394"/>
                  </a:lnTo>
                  <a:lnTo>
                    <a:pt x="281921" y="308033"/>
                  </a:lnTo>
                  <a:lnTo>
                    <a:pt x="278353" y="308743"/>
                  </a:lnTo>
                  <a:lnTo>
                    <a:pt x="274784" y="309497"/>
                  </a:lnTo>
                  <a:lnTo>
                    <a:pt x="271216" y="310151"/>
                  </a:lnTo>
                  <a:lnTo>
                    <a:pt x="267647" y="310811"/>
                  </a:lnTo>
                  <a:lnTo>
                    <a:pt x="264078" y="311368"/>
                  </a:lnTo>
                  <a:lnTo>
                    <a:pt x="260510" y="312080"/>
                  </a:lnTo>
                  <a:lnTo>
                    <a:pt x="256941" y="312700"/>
                  </a:lnTo>
                  <a:lnTo>
                    <a:pt x="253372" y="313365"/>
                  </a:lnTo>
                  <a:lnTo>
                    <a:pt x="249804" y="314078"/>
                  </a:lnTo>
                  <a:lnTo>
                    <a:pt x="246235" y="314866"/>
                  </a:lnTo>
                  <a:lnTo>
                    <a:pt x="242666" y="315556"/>
                  </a:lnTo>
                  <a:lnTo>
                    <a:pt x="239098" y="316110"/>
                  </a:lnTo>
                  <a:lnTo>
                    <a:pt x="235529" y="316858"/>
                  </a:lnTo>
                  <a:lnTo>
                    <a:pt x="231961" y="317751"/>
                  </a:lnTo>
                  <a:lnTo>
                    <a:pt x="228392" y="318430"/>
                  </a:lnTo>
                  <a:lnTo>
                    <a:pt x="224823" y="319100"/>
                  </a:lnTo>
                  <a:lnTo>
                    <a:pt x="221255" y="319895"/>
                  </a:lnTo>
                  <a:lnTo>
                    <a:pt x="217686" y="320730"/>
                  </a:lnTo>
                  <a:lnTo>
                    <a:pt x="214117" y="321361"/>
                  </a:lnTo>
                  <a:lnTo>
                    <a:pt x="210549" y="322091"/>
                  </a:lnTo>
                  <a:lnTo>
                    <a:pt x="206980" y="322678"/>
                  </a:lnTo>
                  <a:lnTo>
                    <a:pt x="203412" y="323417"/>
                  </a:lnTo>
                  <a:lnTo>
                    <a:pt x="199843" y="324187"/>
                  </a:lnTo>
                  <a:lnTo>
                    <a:pt x="196274" y="325006"/>
                  </a:lnTo>
                  <a:lnTo>
                    <a:pt x="192706" y="325936"/>
                  </a:lnTo>
                  <a:lnTo>
                    <a:pt x="189137" y="326789"/>
                  </a:lnTo>
                  <a:lnTo>
                    <a:pt x="185568" y="327554"/>
                  </a:lnTo>
                  <a:lnTo>
                    <a:pt x="182000" y="328283"/>
                  </a:lnTo>
                  <a:lnTo>
                    <a:pt x="178431" y="328982"/>
                  </a:lnTo>
                  <a:lnTo>
                    <a:pt x="174862" y="329856"/>
                  </a:lnTo>
                  <a:lnTo>
                    <a:pt x="171294" y="330575"/>
                  </a:lnTo>
                  <a:lnTo>
                    <a:pt x="167725" y="331301"/>
                  </a:lnTo>
                  <a:lnTo>
                    <a:pt x="164157" y="332006"/>
                  </a:lnTo>
                  <a:lnTo>
                    <a:pt x="160588" y="332715"/>
                  </a:lnTo>
                  <a:lnTo>
                    <a:pt x="157019" y="333571"/>
                  </a:lnTo>
                  <a:lnTo>
                    <a:pt x="153451" y="334348"/>
                  </a:lnTo>
                  <a:lnTo>
                    <a:pt x="149882" y="335222"/>
                  </a:lnTo>
                  <a:lnTo>
                    <a:pt x="146313" y="336093"/>
                  </a:lnTo>
                  <a:lnTo>
                    <a:pt x="142745" y="336862"/>
                  </a:lnTo>
                  <a:lnTo>
                    <a:pt x="139176" y="337709"/>
                  </a:lnTo>
                  <a:lnTo>
                    <a:pt x="135608" y="338458"/>
                  </a:lnTo>
                  <a:lnTo>
                    <a:pt x="132039" y="339227"/>
                  </a:lnTo>
                  <a:lnTo>
                    <a:pt x="128470" y="340051"/>
                  </a:lnTo>
                  <a:lnTo>
                    <a:pt x="124902" y="340895"/>
                  </a:lnTo>
                  <a:lnTo>
                    <a:pt x="121333" y="341610"/>
                  </a:lnTo>
                  <a:lnTo>
                    <a:pt x="117764" y="342428"/>
                  </a:lnTo>
                  <a:lnTo>
                    <a:pt x="114196" y="343144"/>
                  </a:lnTo>
                  <a:lnTo>
                    <a:pt x="110627" y="343858"/>
                  </a:lnTo>
                  <a:lnTo>
                    <a:pt x="107058" y="344765"/>
                  </a:lnTo>
                  <a:lnTo>
                    <a:pt x="103490" y="345707"/>
                  </a:lnTo>
                  <a:lnTo>
                    <a:pt x="99921" y="346646"/>
                  </a:lnTo>
                  <a:lnTo>
                    <a:pt x="96353" y="347301"/>
                  </a:lnTo>
                  <a:lnTo>
                    <a:pt x="92784" y="348139"/>
                  </a:lnTo>
                  <a:lnTo>
                    <a:pt x="89215" y="348618"/>
                  </a:lnTo>
                  <a:lnTo>
                    <a:pt x="85647" y="349387"/>
                  </a:lnTo>
                  <a:lnTo>
                    <a:pt x="82078" y="350052"/>
                  </a:lnTo>
                  <a:lnTo>
                    <a:pt x="78509" y="350701"/>
                  </a:lnTo>
                  <a:lnTo>
                    <a:pt x="74941" y="351463"/>
                  </a:lnTo>
                  <a:lnTo>
                    <a:pt x="71372" y="352185"/>
                  </a:lnTo>
                  <a:lnTo>
                    <a:pt x="67804" y="352923"/>
                  </a:lnTo>
                  <a:lnTo>
                    <a:pt x="64235" y="353682"/>
                  </a:lnTo>
                  <a:lnTo>
                    <a:pt x="60666" y="354496"/>
                  </a:lnTo>
                  <a:lnTo>
                    <a:pt x="57098" y="355306"/>
                  </a:lnTo>
                  <a:lnTo>
                    <a:pt x="53529" y="356013"/>
                  </a:lnTo>
                  <a:lnTo>
                    <a:pt x="49960" y="356591"/>
                  </a:lnTo>
                  <a:lnTo>
                    <a:pt x="46392" y="357271"/>
                  </a:lnTo>
                  <a:lnTo>
                    <a:pt x="42823" y="358052"/>
                  </a:lnTo>
                  <a:lnTo>
                    <a:pt x="39254" y="358804"/>
                  </a:lnTo>
                  <a:lnTo>
                    <a:pt x="35686" y="359660"/>
                  </a:lnTo>
                  <a:lnTo>
                    <a:pt x="32117" y="360498"/>
                  </a:lnTo>
                  <a:lnTo>
                    <a:pt x="28549" y="361099"/>
                  </a:lnTo>
                  <a:lnTo>
                    <a:pt x="24980" y="361797"/>
                  </a:lnTo>
                  <a:lnTo>
                    <a:pt x="21411" y="362446"/>
                  </a:lnTo>
                  <a:lnTo>
                    <a:pt x="17843" y="363066"/>
                  </a:lnTo>
                  <a:lnTo>
                    <a:pt x="14274" y="363743"/>
                  </a:lnTo>
                  <a:lnTo>
                    <a:pt x="10705" y="364628"/>
                  </a:lnTo>
                  <a:lnTo>
                    <a:pt x="7137" y="365500"/>
                  </a:lnTo>
                  <a:lnTo>
                    <a:pt x="3568" y="366248"/>
                  </a:lnTo>
                  <a:lnTo>
                    <a:pt x="0" y="366972"/>
                  </a:lnTo>
                  <a:close/>
                </a:path>
              </a:pathLst>
            </a:custGeom>
            <a:solidFill>
              <a:srgbClr val="E69F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433320" y="4944267"/>
              <a:ext cx="852902" cy="236488"/>
            </a:xfrm>
            <a:custGeom>
              <a:avLst/>
              <a:pathLst>
                <a:path w="852902" h="236488">
                  <a:moveTo>
                    <a:pt x="0" y="236488"/>
                  </a:moveTo>
                  <a:lnTo>
                    <a:pt x="3568" y="236305"/>
                  </a:lnTo>
                  <a:lnTo>
                    <a:pt x="7137" y="236158"/>
                  </a:lnTo>
                  <a:lnTo>
                    <a:pt x="10705" y="236017"/>
                  </a:lnTo>
                  <a:lnTo>
                    <a:pt x="14274" y="235885"/>
                  </a:lnTo>
                  <a:lnTo>
                    <a:pt x="17843" y="235741"/>
                  </a:lnTo>
                  <a:lnTo>
                    <a:pt x="21411" y="235537"/>
                  </a:lnTo>
                  <a:lnTo>
                    <a:pt x="24980" y="235236"/>
                  </a:lnTo>
                  <a:lnTo>
                    <a:pt x="28549" y="234808"/>
                  </a:lnTo>
                  <a:lnTo>
                    <a:pt x="32117" y="234168"/>
                  </a:lnTo>
                  <a:lnTo>
                    <a:pt x="35686" y="233745"/>
                  </a:lnTo>
                  <a:lnTo>
                    <a:pt x="39254" y="233420"/>
                  </a:lnTo>
                  <a:lnTo>
                    <a:pt x="42823" y="233286"/>
                  </a:lnTo>
                  <a:lnTo>
                    <a:pt x="46392" y="232831"/>
                  </a:lnTo>
                  <a:lnTo>
                    <a:pt x="49960" y="232449"/>
                  </a:lnTo>
                  <a:lnTo>
                    <a:pt x="53529" y="232314"/>
                  </a:lnTo>
                  <a:lnTo>
                    <a:pt x="57098" y="231931"/>
                  </a:lnTo>
                  <a:lnTo>
                    <a:pt x="60666" y="231559"/>
                  </a:lnTo>
                  <a:lnTo>
                    <a:pt x="64235" y="231178"/>
                  </a:lnTo>
                  <a:lnTo>
                    <a:pt x="67804" y="230793"/>
                  </a:lnTo>
                  <a:lnTo>
                    <a:pt x="71372" y="230533"/>
                  </a:lnTo>
                  <a:lnTo>
                    <a:pt x="74941" y="230146"/>
                  </a:lnTo>
                  <a:lnTo>
                    <a:pt x="78509" y="229652"/>
                  </a:lnTo>
                  <a:lnTo>
                    <a:pt x="82078" y="229442"/>
                  </a:lnTo>
                  <a:lnTo>
                    <a:pt x="85647" y="228984"/>
                  </a:lnTo>
                  <a:lnTo>
                    <a:pt x="89215" y="228603"/>
                  </a:lnTo>
                  <a:lnTo>
                    <a:pt x="92784" y="228350"/>
                  </a:lnTo>
                  <a:lnTo>
                    <a:pt x="96353" y="228013"/>
                  </a:lnTo>
                  <a:lnTo>
                    <a:pt x="99921" y="227506"/>
                  </a:lnTo>
                  <a:lnTo>
                    <a:pt x="103490" y="227154"/>
                  </a:lnTo>
                  <a:lnTo>
                    <a:pt x="107058" y="226970"/>
                  </a:lnTo>
                  <a:lnTo>
                    <a:pt x="110627" y="226908"/>
                  </a:lnTo>
                  <a:lnTo>
                    <a:pt x="114196" y="226506"/>
                  </a:lnTo>
                  <a:lnTo>
                    <a:pt x="117764" y="226159"/>
                  </a:lnTo>
                  <a:lnTo>
                    <a:pt x="121333" y="225547"/>
                  </a:lnTo>
                  <a:lnTo>
                    <a:pt x="124902" y="224942"/>
                  </a:lnTo>
                  <a:lnTo>
                    <a:pt x="128470" y="224337"/>
                  </a:lnTo>
                  <a:lnTo>
                    <a:pt x="132039" y="224019"/>
                  </a:lnTo>
                  <a:lnTo>
                    <a:pt x="135608" y="223505"/>
                  </a:lnTo>
                  <a:lnTo>
                    <a:pt x="139176" y="223143"/>
                  </a:lnTo>
                  <a:lnTo>
                    <a:pt x="142745" y="222691"/>
                  </a:lnTo>
                  <a:lnTo>
                    <a:pt x="146313" y="222322"/>
                  </a:lnTo>
                  <a:lnTo>
                    <a:pt x="149882" y="221919"/>
                  </a:lnTo>
                  <a:lnTo>
                    <a:pt x="153451" y="221531"/>
                  </a:lnTo>
                  <a:lnTo>
                    <a:pt x="157019" y="221135"/>
                  </a:lnTo>
                  <a:lnTo>
                    <a:pt x="160588" y="220742"/>
                  </a:lnTo>
                  <a:lnTo>
                    <a:pt x="164157" y="220506"/>
                  </a:lnTo>
                  <a:lnTo>
                    <a:pt x="167725" y="220245"/>
                  </a:lnTo>
                  <a:lnTo>
                    <a:pt x="171294" y="219782"/>
                  </a:lnTo>
                  <a:lnTo>
                    <a:pt x="174862" y="219171"/>
                  </a:lnTo>
                  <a:lnTo>
                    <a:pt x="178431" y="218774"/>
                  </a:lnTo>
                  <a:lnTo>
                    <a:pt x="182000" y="218348"/>
                  </a:lnTo>
                  <a:lnTo>
                    <a:pt x="185568" y="217796"/>
                  </a:lnTo>
                  <a:lnTo>
                    <a:pt x="189137" y="217333"/>
                  </a:lnTo>
                  <a:lnTo>
                    <a:pt x="192706" y="216619"/>
                  </a:lnTo>
                  <a:lnTo>
                    <a:pt x="196274" y="216204"/>
                  </a:lnTo>
                  <a:lnTo>
                    <a:pt x="199843" y="215841"/>
                  </a:lnTo>
                  <a:lnTo>
                    <a:pt x="203412" y="215523"/>
                  </a:lnTo>
                  <a:lnTo>
                    <a:pt x="206980" y="215046"/>
                  </a:lnTo>
                  <a:lnTo>
                    <a:pt x="210549" y="214438"/>
                  </a:lnTo>
                  <a:lnTo>
                    <a:pt x="214117" y="213923"/>
                  </a:lnTo>
                  <a:lnTo>
                    <a:pt x="217686" y="213390"/>
                  </a:lnTo>
                  <a:lnTo>
                    <a:pt x="221255" y="212671"/>
                  </a:lnTo>
                  <a:lnTo>
                    <a:pt x="224823" y="212117"/>
                  </a:lnTo>
                  <a:lnTo>
                    <a:pt x="228392" y="211622"/>
                  </a:lnTo>
                  <a:lnTo>
                    <a:pt x="231961" y="211261"/>
                  </a:lnTo>
                  <a:lnTo>
                    <a:pt x="235529" y="210808"/>
                  </a:lnTo>
                  <a:lnTo>
                    <a:pt x="239098" y="210136"/>
                  </a:lnTo>
                  <a:lnTo>
                    <a:pt x="242666" y="209374"/>
                  </a:lnTo>
                  <a:lnTo>
                    <a:pt x="246235" y="208691"/>
                  </a:lnTo>
                  <a:lnTo>
                    <a:pt x="249804" y="207698"/>
                  </a:lnTo>
                  <a:lnTo>
                    <a:pt x="253372" y="207048"/>
                  </a:lnTo>
                  <a:lnTo>
                    <a:pt x="256941" y="206302"/>
                  </a:lnTo>
                  <a:lnTo>
                    <a:pt x="260510" y="205867"/>
                  </a:lnTo>
                  <a:lnTo>
                    <a:pt x="264078" y="205218"/>
                  </a:lnTo>
                  <a:lnTo>
                    <a:pt x="267647" y="204596"/>
                  </a:lnTo>
                  <a:lnTo>
                    <a:pt x="271216" y="203974"/>
                  </a:lnTo>
                  <a:lnTo>
                    <a:pt x="274784" y="203934"/>
                  </a:lnTo>
                  <a:lnTo>
                    <a:pt x="278353" y="202988"/>
                  </a:lnTo>
                  <a:lnTo>
                    <a:pt x="281921" y="202255"/>
                  </a:lnTo>
                  <a:lnTo>
                    <a:pt x="285490" y="201809"/>
                  </a:lnTo>
                  <a:lnTo>
                    <a:pt x="289059" y="200931"/>
                  </a:lnTo>
                  <a:lnTo>
                    <a:pt x="292627" y="200518"/>
                  </a:lnTo>
                  <a:lnTo>
                    <a:pt x="296196" y="200175"/>
                  </a:lnTo>
                  <a:lnTo>
                    <a:pt x="299765" y="199889"/>
                  </a:lnTo>
                  <a:lnTo>
                    <a:pt x="303333" y="199539"/>
                  </a:lnTo>
                  <a:lnTo>
                    <a:pt x="306902" y="198868"/>
                  </a:lnTo>
                  <a:lnTo>
                    <a:pt x="310470" y="197858"/>
                  </a:lnTo>
                  <a:lnTo>
                    <a:pt x="314039" y="197147"/>
                  </a:lnTo>
                  <a:lnTo>
                    <a:pt x="317608" y="196122"/>
                  </a:lnTo>
                  <a:lnTo>
                    <a:pt x="321176" y="195358"/>
                  </a:lnTo>
                  <a:lnTo>
                    <a:pt x="324745" y="194623"/>
                  </a:lnTo>
                  <a:lnTo>
                    <a:pt x="328314" y="193705"/>
                  </a:lnTo>
                  <a:lnTo>
                    <a:pt x="331882" y="192943"/>
                  </a:lnTo>
                  <a:lnTo>
                    <a:pt x="335451" y="192562"/>
                  </a:lnTo>
                  <a:lnTo>
                    <a:pt x="339020" y="191980"/>
                  </a:lnTo>
                  <a:lnTo>
                    <a:pt x="342588" y="191456"/>
                  </a:lnTo>
                  <a:lnTo>
                    <a:pt x="346157" y="190712"/>
                  </a:lnTo>
                  <a:lnTo>
                    <a:pt x="349725" y="190112"/>
                  </a:lnTo>
                  <a:lnTo>
                    <a:pt x="353294" y="189290"/>
                  </a:lnTo>
                  <a:lnTo>
                    <a:pt x="356863" y="188399"/>
                  </a:lnTo>
                  <a:lnTo>
                    <a:pt x="360431" y="187399"/>
                  </a:lnTo>
                  <a:lnTo>
                    <a:pt x="364000" y="186537"/>
                  </a:lnTo>
                  <a:lnTo>
                    <a:pt x="367569" y="185703"/>
                  </a:lnTo>
                  <a:lnTo>
                    <a:pt x="371137" y="184810"/>
                  </a:lnTo>
                  <a:lnTo>
                    <a:pt x="374706" y="183877"/>
                  </a:lnTo>
                  <a:lnTo>
                    <a:pt x="378274" y="182838"/>
                  </a:lnTo>
                  <a:lnTo>
                    <a:pt x="381843" y="181831"/>
                  </a:lnTo>
                  <a:lnTo>
                    <a:pt x="385412" y="180991"/>
                  </a:lnTo>
                  <a:lnTo>
                    <a:pt x="388980" y="180117"/>
                  </a:lnTo>
                  <a:lnTo>
                    <a:pt x="392549" y="179269"/>
                  </a:lnTo>
                  <a:lnTo>
                    <a:pt x="396118" y="178141"/>
                  </a:lnTo>
                  <a:lnTo>
                    <a:pt x="399686" y="177548"/>
                  </a:lnTo>
                  <a:lnTo>
                    <a:pt x="403255" y="176696"/>
                  </a:lnTo>
                  <a:lnTo>
                    <a:pt x="406824" y="175834"/>
                  </a:lnTo>
                  <a:lnTo>
                    <a:pt x="410392" y="174830"/>
                  </a:lnTo>
                  <a:lnTo>
                    <a:pt x="413961" y="174006"/>
                  </a:lnTo>
                  <a:lnTo>
                    <a:pt x="417529" y="172888"/>
                  </a:lnTo>
                  <a:lnTo>
                    <a:pt x="421098" y="171782"/>
                  </a:lnTo>
                  <a:lnTo>
                    <a:pt x="424667" y="170901"/>
                  </a:lnTo>
                  <a:lnTo>
                    <a:pt x="428235" y="170228"/>
                  </a:lnTo>
                  <a:lnTo>
                    <a:pt x="431804" y="169267"/>
                  </a:lnTo>
                  <a:lnTo>
                    <a:pt x="435373" y="168027"/>
                  </a:lnTo>
                  <a:lnTo>
                    <a:pt x="438941" y="166717"/>
                  </a:lnTo>
                  <a:lnTo>
                    <a:pt x="442510" y="165466"/>
                  </a:lnTo>
                  <a:lnTo>
                    <a:pt x="446078" y="164184"/>
                  </a:lnTo>
                  <a:lnTo>
                    <a:pt x="449647" y="162914"/>
                  </a:lnTo>
                  <a:lnTo>
                    <a:pt x="453216" y="161737"/>
                  </a:lnTo>
                  <a:lnTo>
                    <a:pt x="456784" y="160685"/>
                  </a:lnTo>
                  <a:lnTo>
                    <a:pt x="460353" y="159620"/>
                  </a:lnTo>
                  <a:lnTo>
                    <a:pt x="463922" y="158271"/>
                  </a:lnTo>
                  <a:lnTo>
                    <a:pt x="467490" y="157261"/>
                  </a:lnTo>
                  <a:lnTo>
                    <a:pt x="471059" y="156404"/>
                  </a:lnTo>
                  <a:lnTo>
                    <a:pt x="474628" y="155556"/>
                  </a:lnTo>
                  <a:lnTo>
                    <a:pt x="478196" y="154219"/>
                  </a:lnTo>
                  <a:lnTo>
                    <a:pt x="481765" y="153240"/>
                  </a:lnTo>
                  <a:lnTo>
                    <a:pt x="485333" y="152182"/>
                  </a:lnTo>
                  <a:lnTo>
                    <a:pt x="488902" y="151228"/>
                  </a:lnTo>
                  <a:lnTo>
                    <a:pt x="492471" y="150273"/>
                  </a:lnTo>
                  <a:lnTo>
                    <a:pt x="496039" y="149656"/>
                  </a:lnTo>
                  <a:lnTo>
                    <a:pt x="499608" y="148603"/>
                  </a:lnTo>
                  <a:lnTo>
                    <a:pt x="503177" y="147342"/>
                  </a:lnTo>
                  <a:lnTo>
                    <a:pt x="506745" y="146321"/>
                  </a:lnTo>
                  <a:lnTo>
                    <a:pt x="510314" y="145104"/>
                  </a:lnTo>
                  <a:lnTo>
                    <a:pt x="513882" y="143937"/>
                  </a:lnTo>
                  <a:lnTo>
                    <a:pt x="517451" y="142702"/>
                  </a:lnTo>
                  <a:lnTo>
                    <a:pt x="521020" y="141293"/>
                  </a:lnTo>
                  <a:lnTo>
                    <a:pt x="524588" y="140536"/>
                  </a:lnTo>
                  <a:lnTo>
                    <a:pt x="528157" y="139414"/>
                  </a:lnTo>
                  <a:lnTo>
                    <a:pt x="531726" y="137923"/>
                  </a:lnTo>
                  <a:lnTo>
                    <a:pt x="535294" y="136329"/>
                  </a:lnTo>
                  <a:lnTo>
                    <a:pt x="538863" y="134498"/>
                  </a:lnTo>
                  <a:lnTo>
                    <a:pt x="542432" y="133824"/>
                  </a:lnTo>
                  <a:lnTo>
                    <a:pt x="546000" y="132510"/>
                  </a:lnTo>
                  <a:lnTo>
                    <a:pt x="549569" y="131235"/>
                  </a:lnTo>
                  <a:lnTo>
                    <a:pt x="553137" y="130162"/>
                  </a:lnTo>
                  <a:lnTo>
                    <a:pt x="556706" y="128912"/>
                  </a:lnTo>
                  <a:lnTo>
                    <a:pt x="560275" y="127515"/>
                  </a:lnTo>
                  <a:lnTo>
                    <a:pt x="563843" y="126377"/>
                  </a:lnTo>
                  <a:lnTo>
                    <a:pt x="567412" y="124945"/>
                  </a:lnTo>
                  <a:lnTo>
                    <a:pt x="570981" y="123437"/>
                  </a:lnTo>
                  <a:lnTo>
                    <a:pt x="574549" y="122089"/>
                  </a:lnTo>
                  <a:lnTo>
                    <a:pt x="578118" y="120482"/>
                  </a:lnTo>
                  <a:lnTo>
                    <a:pt x="581686" y="119143"/>
                  </a:lnTo>
                  <a:lnTo>
                    <a:pt x="585255" y="117601"/>
                  </a:lnTo>
                  <a:lnTo>
                    <a:pt x="588824" y="116253"/>
                  </a:lnTo>
                  <a:lnTo>
                    <a:pt x="592392" y="114666"/>
                  </a:lnTo>
                  <a:lnTo>
                    <a:pt x="595961" y="113116"/>
                  </a:lnTo>
                  <a:lnTo>
                    <a:pt x="599530" y="111997"/>
                  </a:lnTo>
                  <a:lnTo>
                    <a:pt x="603098" y="110579"/>
                  </a:lnTo>
                  <a:lnTo>
                    <a:pt x="606667" y="109154"/>
                  </a:lnTo>
                  <a:lnTo>
                    <a:pt x="610236" y="107571"/>
                  </a:lnTo>
                  <a:lnTo>
                    <a:pt x="613804" y="106517"/>
                  </a:lnTo>
                  <a:lnTo>
                    <a:pt x="617373" y="105100"/>
                  </a:lnTo>
                  <a:lnTo>
                    <a:pt x="620941" y="103817"/>
                  </a:lnTo>
                  <a:lnTo>
                    <a:pt x="624510" y="102161"/>
                  </a:lnTo>
                  <a:lnTo>
                    <a:pt x="628079" y="100781"/>
                  </a:lnTo>
                  <a:lnTo>
                    <a:pt x="631647" y="99443"/>
                  </a:lnTo>
                  <a:lnTo>
                    <a:pt x="635216" y="97668"/>
                  </a:lnTo>
                  <a:lnTo>
                    <a:pt x="638785" y="96146"/>
                  </a:lnTo>
                  <a:lnTo>
                    <a:pt x="642353" y="94385"/>
                  </a:lnTo>
                  <a:lnTo>
                    <a:pt x="645922" y="93102"/>
                  </a:lnTo>
                  <a:lnTo>
                    <a:pt x="649490" y="91622"/>
                  </a:lnTo>
                  <a:lnTo>
                    <a:pt x="653059" y="90101"/>
                  </a:lnTo>
                  <a:lnTo>
                    <a:pt x="656628" y="88371"/>
                  </a:lnTo>
                  <a:lnTo>
                    <a:pt x="660196" y="86908"/>
                  </a:lnTo>
                  <a:lnTo>
                    <a:pt x="663765" y="85518"/>
                  </a:lnTo>
                  <a:lnTo>
                    <a:pt x="667334" y="84124"/>
                  </a:lnTo>
                  <a:lnTo>
                    <a:pt x="670902" y="82704"/>
                  </a:lnTo>
                  <a:lnTo>
                    <a:pt x="674471" y="81321"/>
                  </a:lnTo>
                  <a:lnTo>
                    <a:pt x="678040" y="79565"/>
                  </a:lnTo>
                  <a:lnTo>
                    <a:pt x="681608" y="78027"/>
                  </a:lnTo>
                  <a:lnTo>
                    <a:pt x="685177" y="76498"/>
                  </a:lnTo>
                  <a:lnTo>
                    <a:pt x="688745" y="74976"/>
                  </a:lnTo>
                  <a:lnTo>
                    <a:pt x="692314" y="73459"/>
                  </a:lnTo>
                  <a:lnTo>
                    <a:pt x="695883" y="71978"/>
                  </a:lnTo>
                  <a:lnTo>
                    <a:pt x="699451" y="70563"/>
                  </a:lnTo>
                  <a:lnTo>
                    <a:pt x="703020" y="69018"/>
                  </a:lnTo>
                  <a:lnTo>
                    <a:pt x="706589" y="67506"/>
                  </a:lnTo>
                  <a:lnTo>
                    <a:pt x="710157" y="65800"/>
                  </a:lnTo>
                  <a:lnTo>
                    <a:pt x="713726" y="64473"/>
                  </a:lnTo>
                  <a:lnTo>
                    <a:pt x="717294" y="62773"/>
                  </a:lnTo>
                  <a:lnTo>
                    <a:pt x="720863" y="61199"/>
                  </a:lnTo>
                  <a:lnTo>
                    <a:pt x="724432" y="59759"/>
                  </a:lnTo>
                  <a:lnTo>
                    <a:pt x="728000" y="58200"/>
                  </a:lnTo>
                  <a:lnTo>
                    <a:pt x="731569" y="56615"/>
                  </a:lnTo>
                  <a:lnTo>
                    <a:pt x="735138" y="55029"/>
                  </a:lnTo>
                  <a:lnTo>
                    <a:pt x="738706" y="53435"/>
                  </a:lnTo>
                  <a:lnTo>
                    <a:pt x="742275" y="51841"/>
                  </a:lnTo>
                  <a:lnTo>
                    <a:pt x="745844" y="50252"/>
                  </a:lnTo>
                  <a:lnTo>
                    <a:pt x="749412" y="48428"/>
                  </a:lnTo>
                  <a:lnTo>
                    <a:pt x="752981" y="46761"/>
                  </a:lnTo>
                  <a:lnTo>
                    <a:pt x="756549" y="44613"/>
                  </a:lnTo>
                  <a:lnTo>
                    <a:pt x="760118" y="42702"/>
                  </a:lnTo>
                  <a:lnTo>
                    <a:pt x="763687" y="41087"/>
                  </a:lnTo>
                  <a:lnTo>
                    <a:pt x="767255" y="39629"/>
                  </a:lnTo>
                  <a:lnTo>
                    <a:pt x="770824" y="38173"/>
                  </a:lnTo>
                  <a:lnTo>
                    <a:pt x="774393" y="36333"/>
                  </a:lnTo>
                  <a:lnTo>
                    <a:pt x="777961" y="34376"/>
                  </a:lnTo>
                  <a:lnTo>
                    <a:pt x="781530" y="32342"/>
                  </a:lnTo>
                  <a:lnTo>
                    <a:pt x="785098" y="30469"/>
                  </a:lnTo>
                  <a:lnTo>
                    <a:pt x="788667" y="28653"/>
                  </a:lnTo>
                  <a:lnTo>
                    <a:pt x="792236" y="27014"/>
                  </a:lnTo>
                  <a:lnTo>
                    <a:pt x="795804" y="25459"/>
                  </a:lnTo>
                  <a:lnTo>
                    <a:pt x="799373" y="23946"/>
                  </a:lnTo>
                  <a:lnTo>
                    <a:pt x="802942" y="22343"/>
                  </a:lnTo>
                  <a:lnTo>
                    <a:pt x="806510" y="20936"/>
                  </a:lnTo>
                  <a:lnTo>
                    <a:pt x="810079" y="19552"/>
                  </a:lnTo>
                  <a:lnTo>
                    <a:pt x="813648" y="18167"/>
                  </a:lnTo>
                  <a:lnTo>
                    <a:pt x="817216" y="16782"/>
                  </a:lnTo>
                  <a:lnTo>
                    <a:pt x="820785" y="15397"/>
                  </a:lnTo>
                  <a:lnTo>
                    <a:pt x="824353" y="14011"/>
                  </a:lnTo>
                  <a:lnTo>
                    <a:pt x="827922" y="12063"/>
                  </a:lnTo>
                  <a:lnTo>
                    <a:pt x="831491" y="9833"/>
                  </a:lnTo>
                  <a:lnTo>
                    <a:pt x="835059" y="8253"/>
                  </a:lnTo>
                  <a:lnTo>
                    <a:pt x="838628" y="6688"/>
                  </a:lnTo>
                  <a:lnTo>
                    <a:pt x="842197" y="5122"/>
                  </a:lnTo>
                  <a:lnTo>
                    <a:pt x="845765" y="3520"/>
                  </a:lnTo>
                  <a:lnTo>
                    <a:pt x="849334" y="1778"/>
                  </a:lnTo>
                  <a:lnTo>
                    <a:pt x="85290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433320" y="5189885"/>
              <a:ext cx="852902" cy="121354"/>
            </a:xfrm>
            <a:custGeom>
              <a:avLst/>
              <a:pathLst>
                <a:path w="852902" h="121354">
                  <a:moveTo>
                    <a:pt x="852902" y="0"/>
                  </a:moveTo>
                  <a:lnTo>
                    <a:pt x="849334" y="132"/>
                  </a:lnTo>
                  <a:lnTo>
                    <a:pt x="845765" y="193"/>
                  </a:lnTo>
                  <a:lnTo>
                    <a:pt x="842197" y="300"/>
                  </a:lnTo>
                  <a:lnTo>
                    <a:pt x="838628" y="416"/>
                  </a:lnTo>
                  <a:lnTo>
                    <a:pt x="835059" y="563"/>
                  </a:lnTo>
                  <a:lnTo>
                    <a:pt x="831491" y="771"/>
                  </a:lnTo>
                  <a:lnTo>
                    <a:pt x="827922" y="732"/>
                  </a:lnTo>
                  <a:lnTo>
                    <a:pt x="824353" y="1000"/>
                  </a:lnTo>
                  <a:lnTo>
                    <a:pt x="820785" y="1292"/>
                  </a:lnTo>
                  <a:lnTo>
                    <a:pt x="817216" y="1583"/>
                  </a:lnTo>
                  <a:lnTo>
                    <a:pt x="813648" y="1777"/>
                  </a:lnTo>
                  <a:lnTo>
                    <a:pt x="810079" y="1893"/>
                  </a:lnTo>
                  <a:lnTo>
                    <a:pt x="806510" y="2341"/>
                  </a:lnTo>
                  <a:lnTo>
                    <a:pt x="802942" y="2630"/>
                  </a:lnTo>
                  <a:lnTo>
                    <a:pt x="799373" y="2700"/>
                  </a:lnTo>
                  <a:lnTo>
                    <a:pt x="795804" y="2771"/>
                  </a:lnTo>
                  <a:lnTo>
                    <a:pt x="792236" y="2842"/>
                  </a:lnTo>
                  <a:lnTo>
                    <a:pt x="788667" y="2913"/>
                  </a:lnTo>
                  <a:lnTo>
                    <a:pt x="785098" y="2983"/>
                  </a:lnTo>
                  <a:lnTo>
                    <a:pt x="781530" y="3160"/>
                  </a:lnTo>
                  <a:lnTo>
                    <a:pt x="777961" y="3359"/>
                  </a:lnTo>
                  <a:lnTo>
                    <a:pt x="774393" y="3607"/>
                  </a:lnTo>
                  <a:lnTo>
                    <a:pt x="770824" y="3929"/>
                  </a:lnTo>
                  <a:lnTo>
                    <a:pt x="767255" y="4257"/>
                  </a:lnTo>
                  <a:lnTo>
                    <a:pt x="763687" y="4482"/>
                  </a:lnTo>
                  <a:lnTo>
                    <a:pt x="760118" y="4836"/>
                  </a:lnTo>
                  <a:lnTo>
                    <a:pt x="756549" y="5166"/>
                  </a:lnTo>
                  <a:lnTo>
                    <a:pt x="752981" y="5153"/>
                  </a:lnTo>
                  <a:lnTo>
                    <a:pt x="749412" y="5138"/>
                  </a:lnTo>
                  <a:lnTo>
                    <a:pt x="745844" y="5155"/>
                  </a:lnTo>
                  <a:lnTo>
                    <a:pt x="742275" y="5351"/>
                  </a:lnTo>
                  <a:lnTo>
                    <a:pt x="738706" y="5811"/>
                  </a:lnTo>
                  <a:lnTo>
                    <a:pt x="735138" y="6171"/>
                  </a:lnTo>
                  <a:lnTo>
                    <a:pt x="731569" y="6083"/>
                  </a:lnTo>
                  <a:lnTo>
                    <a:pt x="728000" y="6201"/>
                  </a:lnTo>
                  <a:lnTo>
                    <a:pt x="724432" y="6539"/>
                  </a:lnTo>
                  <a:lnTo>
                    <a:pt x="720863" y="6664"/>
                  </a:lnTo>
                  <a:lnTo>
                    <a:pt x="717294" y="6775"/>
                  </a:lnTo>
                  <a:lnTo>
                    <a:pt x="713726" y="7157"/>
                  </a:lnTo>
                  <a:lnTo>
                    <a:pt x="710157" y="7594"/>
                  </a:lnTo>
                  <a:lnTo>
                    <a:pt x="706589" y="8023"/>
                  </a:lnTo>
                  <a:lnTo>
                    <a:pt x="703020" y="8450"/>
                  </a:lnTo>
                  <a:lnTo>
                    <a:pt x="699451" y="8876"/>
                  </a:lnTo>
                  <a:lnTo>
                    <a:pt x="695883" y="9329"/>
                  </a:lnTo>
                  <a:lnTo>
                    <a:pt x="692314" y="9663"/>
                  </a:lnTo>
                  <a:lnTo>
                    <a:pt x="688745" y="9504"/>
                  </a:lnTo>
                  <a:lnTo>
                    <a:pt x="685177" y="10059"/>
                  </a:lnTo>
                  <a:lnTo>
                    <a:pt x="681608" y="10421"/>
                  </a:lnTo>
                  <a:lnTo>
                    <a:pt x="678040" y="10752"/>
                  </a:lnTo>
                  <a:lnTo>
                    <a:pt x="674471" y="11401"/>
                  </a:lnTo>
                  <a:lnTo>
                    <a:pt x="670902" y="11433"/>
                  </a:lnTo>
                  <a:lnTo>
                    <a:pt x="667334" y="11705"/>
                  </a:lnTo>
                  <a:lnTo>
                    <a:pt x="663765" y="12103"/>
                  </a:lnTo>
                  <a:lnTo>
                    <a:pt x="660196" y="12137"/>
                  </a:lnTo>
                  <a:lnTo>
                    <a:pt x="656628" y="12387"/>
                  </a:lnTo>
                  <a:lnTo>
                    <a:pt x="653059" y="12854"/>
                  </a:lnTo>
                  <a:lnTo>
                    <a:pt x="649490" y="13025"/>
                  </a:lnTo>
                  <a:lnTo>
                    <a:pt x="645922" y="13093"/>
                  </a:lnTo>
                  <a:lnTo>
                    <a:pt x="642353" y="13587"/>
                  </a:lnTo>
                  <a:lnTo>
                    <a:pt x="638785" y="14078"/>
                  </a:lnTo>
                  <a:lnTo>
                    <a:pt x="635216" y="14568"/>
                  </a:lnTo>
                  <a:lnTo>
                    <a:pt x="631647" y="14882"/>
                  </a:lnTo>
                  <a:lnTo>
                    <a:pt x="628079" y="15125"/>
                  </a:lnTo>
                  <a:lnTo>
                    <a:pt x="624510" y="15372"/>
                  </a:lnTo>
                  <a:lnTo>
                    <a:pt x="620941" y="15549"/>
                  </a:lnTo>
                  <a:lnTo>
                    <a:pt x="617373" y="15684"/>
                  </a:lnTo>
                  <a:lnTo>
                    <a:pt x="613804" y="15820"/>
                  </a:lnTo>
                  <a:lnTo>
                    <a:pt x="610236" y="16063"/>
                  </a:lnTo>
                  <a:lnTo>
                    <a:pt x="606667" y="16439"/>
                  </a:lnTo>
                  <a:lnTo>
                    <a:pt x="603098" y="16840"/>
                  </a:lnTo>
                  <a:lnTo>
                    <a:pt x="599530" y="17088"/>
                  </a:lnTo>
                  <a:lnTo>
                    <a:pt x="595961" y="17352"/>
                  </a:lnTo>
                  <a:lnTo>
                    <a:pt x="592392" y="17581"/>
                  </a:lnTo>
                  <a:lnTo>
                    <a:pt x="588824" y="17847"/>
                  </a:lnTo>
                  <a:lnTo>
                    <a:pt x="585255" y="18074"/>
                  </a:lnTo>
                  <a:lnTo>
                    <a:pt x="581686" y="18423"/>
                  </a:lnTo>
                  <a:lnTo>
                    <a:pt x="578118" y="18555"/>
                  </a:lnTo>
                  <a:lnTo>
                    <a:pt x="574549" y="18832"/>
                  </a:lnTo>
                  <a:lnTo>
                    <a:pt x="570981" y="19084"/>
                  </a:lnTo>
                  <a:lnTo>
                    <a:pt x="567412" y="19432"/>
                  </a:lnTo>
                  <a:lnTo>
                    <a:pt x="563843" y="19770"/>
                  </a:lnTo>
                  <a:lnTo>
                    <a:pt x="560275" y="20113"/>
                  </a:lnTo>
                  <a:lnTo>
                    <a:pt x="556706" y="20460"/>
                  </a:lnTo>
                  <a:lnTo>
                    <a:pt x="553137" y="20994"/>
                  </a:lnTo>
                  <a:lnTo>
                    <a:pt x="549569" y="21373"/>
                  </a:lnTo>
                  <a:lnTo>
                    <a:pt x="546000" y="21496"/>
                  </a:lnTo>
                  <a:lnTo>
                    <a:pt x="542432" y="21855"/>
                  </a:lnTo>
                  <a:lnTo>
                    <a:pt x="538863" y="22174"/>
                  </a:lnTo>
                  <a:lnTo>
                    <a:pt x="535294" y="22609"/>
                  </a:lnTo>
                  <a:lnTo>
                    <a:pt x="531726" y="23111"/>
                  </a:lnTo>
                  <a:lnTo>
                    <a:pt x="528157" y="23530"/>
                  </a:lnTo>
                  <a:lnTo>
                    <a:pt x="524588" y="23856"/>
                  </a:lnTo>
                  <a:lnTo>
                    <a:pt x="521020" y="24164"/>
                  </a:lnTo>
                  <a:lnTo>
                    <a:pt x="517451" y="24546"/>
                  </a:lnTo>
                  <a:lnTo>
                    <a:pt x="513882" y="25156"/>
                  </a:lnTo>
                  <a:lnTo>
                    <a:pt x="510314" y="25610"/>
                  </a:lnTo>
                  <a:lnTo>
                    <a:pt x="506745" y="26026"/>
                  </a:lnTo>
                  <a:lnTo>
                    <a:pt x="503177" y="26390"/>
                  </a:lnTo>
                  <a:lnTo>
                    <a:pt x="499608" y="26848"/>
                  </a:lnTo>
                  <a:lnTo>
                    <a:pt x="496039" y="27332"/>
                  </a:lnTo>
                  <a:lnTo>
                    <a:pt x="492471" y="27624"/>
                  </a:lnTo>
                  <a:lnTo>
                    <a:pt x="488902" y="27880"/>
                  </a:lnTo>
                  <a:lnTo>
                    <a:pt x="485333" y="28223"/>
                  </a:lnTo>
                  <a:lnTo>
                    <a:pt x="481765" y="28667"/>
                  </a:lnTo>
                  <a:lnTo>
                    <a:pt x="478196" y="29072"/>
                  </a:lnTo>
                  <a:lnTo>
                    <a:pt x="474628" y="29494"/>
                  </a:lnTo>
                  <a:lnTo>
                    <a:pt x="471059" y="29917"/>
                  </a:lnTo>
                  <a:lnTo>
                    <a:pt x="467490" y="30508"/>
                  </a:lnTo>
                  <a:lnTo>
                    <a:pt x="463922" y="31154"/>
                  </a:lnTo>
                  <a:lnTo>
                    <a:pt x="460353" y="31653"/>
                  </a:lnTo>
                  <a:lnTo>
                    <a:pt x="456784" y="32147"/>
                  </a:lnTo>
                  <a:lnTo>
                    <a:pt x="453216" y="32535"/>
                  </a:lnTo>
                  <a:lnTo>
                    <a:pt x="449647" y="33000"/>
                  </a:lnTo>
                  <a:lnTo>
                    <a:pt x="446078" y="33504"/>
                  </a:lnTo>
                  <a:lnTo>
                    <a:pt x="442510" y="33989"/>
                  </a:lnTo>
                  <a:lnTo>
                    <a:pt x="438941" y="34602"/>
                  </a:lnTo>
                  <a:lnTo>
                    <a:pt x="435373" y="35126"/>
                  </a:lnTo>
                  <a:lnTo>
                    <a:pt x="431804" y="35568"/>
                  </a:lnTo>
                  <a:lnTo>
                    <a:pt x="428235" y="36036"/>
                  </a:lnTo>
                  <a:lnTo>
                    <a:pt x="424667" y="36553"/>
                  </a:lnTo>
                  <a:lnTo>
                    <a:pt x="421098" y="37037"/>
                  </a:lnTo>
                  <a:lnTo>
                    <a:pt x="417529" y="37726"/>
                  </a:lnTo>
                  <a:lnTo>
                    <a:pt x="413961" y="38097"/>
                  </a:lnTo>
                  <a:lnTo>
                    <a:pt x="410392" y="38492"/>
                  </a:lnTo>
                  <a:lnTo>
                    <a:pt x="406824" y="39085"/>
                  </a:lnTo>
                  <a:lnTo>
                    <a:pt x="403255" y="39862"/>
                  </a:lnTo>
                  <a:lnTo>
                    <a:pt x="399686" y="40356"/>
                  </a:lnTo>
                  <a:lnTo>
                    <a:pt x="396118" y="40965"/>
                  </a:lnTo>
                  <a:lnTo>
                    <a:pt x="392549" y="41580"/>
                  </a:lnTo>
                  <a:lnTo>
                    <a:pt x="388980" y="42310"/>
                  </a:lnTo>
                  <a:lnTo>
                    <a:pt x="385412" y="43064"/>
                  </a:lnTo>
                  <a:lnTo>
                    <a:pt x="381843" y="43567"/>
                  </a:lnTo>
                  <a:lnTo>
                    <a:pt x="378274" y="44049"/>
                  </a:lnTo>
                  <a:lnTo>
                    <a:pt x="374706" y="44692"/>
                  </a:lnTo>
                  <a:lnTo>
                    <a:pt x="371137" y="45478"/>
                  </a:lnTo>
                  <a:lnTo>
                    <a:pt x="367569" y="46240"/>
                  </a:lnTo>
                  <a:lnTo>
                    <a:pt x="364000" y="46625"/>
                  </a:lnTo>
                  <a:lnTo>
                    <a:pt x="360431" y="47253"/>
                  </a:lnTo>
                  <a:lnTo>
                    <a:pt x="356863" y="47709"/>
                  </a:lnTo>
                  <a:lnTo>
                    <a:pt x="353294" y="48375"/>
                  </a:lnTo>
                  <a:lnTo>
                    <a:pt x="349725" y="49135"/>
                  </a:lnTo>
                  <a:lnTo>
                    <a:pt x="346157" y="49790"/>
                  </a:lnTo>
                  <a:lnTo>
                    <a:pt x="342588" y="50355"/>
                  </a:lnTo>
                  <a:lnTo>
                    <a:pt x="339020" y="51095"/>
                  </a:lnTo>
                  <a:lnTo>
                    <a:pt x="335451" y="51811"/>
                  </a:lnTo>
                  <a:lnTo>
                    <a:pt x="331882" y="52280"/>
                  </a:lnTo>
                  <a:lnTo>
                    <a:pt x="328314" y="53002"/>
                  </a:lnTo>
                  <a:lnTo>
                    <a:pt x="324745" y="53641"/>
                  </a:lnTo>
                  <a:lnTo>
                    <a:pt x="321176" y="54405"/>
                  </a:lnTo>
                  <a:lnTo>
                    <a:pt x="317608" y="55211"/>
                  </a:lnTo>
                  <a:lnTo>
                    <a:pt x="314039" y="55941"/>
                  </a:lnTo>
                  <a:lnTo>
                    <a:pt x="310470" y="56480"/>
                  </a:lnTo>
                  <a:lnTo>
                    <a:pt x="306902" y="57245"/>
                  </a:lnTo>
                  <a:lnTo>
                    <a:pt x="303333" y="58118"/>
                  </a:lnTo>
                  <a:lnTo>
                    <a:pt x="299765" y="58842"/>
                  </a:lnTo>
                  <a:lnTo>
                    <a:pt x="296196" y="59599"/>
                  </a:lnTo>
                  <a:lnTo>
                    <a:pt x="292627" y="60348"/>
                  </a:lnTo>
                  <a:lnTo>
                    <a:pt x="289059" y="61072"/>
                  </a:lnTo>
                  <a:lnTo>
                    <a:pt x="285490" y="61776"/>
                  </a:lnTo>
                  <a:lnTo>
                    <a:pt x="281921" y="62415"/>
                  </a:lnTo>
                  <a:lnTo>
                    <a:pt x="278353" y="63125"/>
                  </a:lnTo>
                  <a:lnTo>
                    <a:pt x="274784" y="63879"/>
                  </a:lnTo>
                  <a:lnTo>
                    <a:pt x="271216" y="64533"/>
                  </a:lnTo>
                  <a:lnTo>
                    <a:pt x="267647" y="65193"/>
                  </a:lnTo>
                  <a:lnTo>
                    <a:pt x="264078" y="65750"/>
                  </a:lnTo>
                  <a:lnTo>
                    <a:pt x="260510" y="66462"/>
                  </a:lnTo>
                  <a:lnTo>
                    <a:pt x="256941" y="67082"/>
                  </a:lnTo>
                  <a:lnTo>
                    <a:pt x="253372" y="67747"/>
                  </a:lnTo>
                  <a:lnTo>
                    <a:pt x="249804" y="68460"/>
                  </a:lnTo>
                  <a:lnTo>
                    <a:pt x="246235" y="69249"/>
                  </a:lnTo>
                  <a:lnTo>
                    <a:pt x="242666" y="69938"/>
                  </a:lnTo>
                  <a:lnTo>
                    <a:pt x="239098" y="70492"/>
                  </a:lnTo>
                  <a:lnTo>
                    <a:pt x="235529" y="71240"/>
                  </a:lnTo>
                  <a:lnTo>
                    <a:pt x="231961" y="72133"/>
                  </a:lnTo>
                  <a:lnTo>
                    <a:pt x="228392" y="72812"/>
                  </a:lnTo>
                  <a:lnTo>
                    <a:pt x="224823" y="73483"/>
                  </a:lnTo>
                  <a:lnTo>
                    <a:pt x="221255" y="74277"/>
                  </a:lnTo>
                  <a:lnTo>
                    <a:pt x="217686" y="75112"/>
                  </a:lnTo>
                  <a:lnTo>
                    <a:pt x="214117" y="75743"/>
                  </a:lnTo>
                  <a:lnTo>
                    <a:pt x="210549" y="76473"/>
                  </a:lnTo>
                  <a:lnTo>
                    <a:pt x="206980" y="77060"/>
                  </a:lnTo>
                  <a:lnTo>
                    <a:pt x="203412" y="77799"/>
                  </a:lnTo>
                  <a:lnTo>
                    <a:pt x="199843" y="78569"/>
                  </a:lnTo>
                  <a:lnTo>
                    <a:pt x="196274" y="79388"/>
                  </a:lnTo>
                  <a:lnTo>
                    <a:pt x="192706" y="80318"/>
                  </a:lnTo>
                  <a:lnTo>
                    <a:pt x="189137" y="81171"/>
                  </a:lnTo>
                  <a:lnTo>
                    <a:pt x="185568" y="81936"/>
                  </a:lnTo>
                  <a:lnTo>
                    <a:pt x="182000" y="82665"/>
                  </a:lnTo>
                  <a:lnTo>
                    <a:pt x="178431" y="83364"/>
                  </a:lnTo>
                  <a:lnTo>
                    <a:pt x="174862" y="84238"/>
                  </a:lnTo>
                  <a:lnTo>
                    <a:pt x="171294" y="84958"/>
                  </a:lnTo>
                  <a:lnTo>
                    <a:pt x="167725" y="85683"/>
                  </a:lnTo>
                  <a:lnTo>
                    <a:pt x="164157" y="86388"/>
                  </a:lnTo>
                  <a:lnTo>
                    <a:pt x="160588" y="87097"/>
                  </a:lnTo>
                  <a:lnTo>
                    <a:pt x="157019" y="87953"/>
                  </a:lnTo>
                  <a:lnTo>
                    <a:pt x="153451" y="88730"/>
                  </a:lnTo>
                  <a:lnTo>
                    <a:pt x="149882" y="89604"/>
                  </a:lnTo>
                  <a:lnTo>
                    <a:pt x="146313" y="90475"/>
                  </a:lnTo>
                  <a:lnTo>
                    <a:pt x="142745" y="91244"/>
                  </a:lnTo>
                  <a:lnTo>
                    <a:pt x="139176" y="92091"/>
                  </a:lnTo>
                  <a:lnTo>
                    <a:pt x="135608" y="92841"/>
                  </a:lnTo>
                  <a:lnTo>
                    <a:pt x="132039" y="93609"/>
                  </a:lnTo>
                  <a:lnTo>
                    <a:pt x="128470" y="94434"/>
                  </a:lnTo>
                  <a:lnTo>
                    <a:pt x="124902" y="95277"/>
                  </a:lnTo>
                  <a:lnTo>
                    <a:pt x="121333" y="95992"/>
                  </a:lnTo>
                  <a:lnTo>
                    <a:pt x="117764" y="96810"/>
                  </a:lnTo>
                  <a:lnTo>
                    <a:pt x="114196" y="97527"/>
                  </a:lnTo>
                  <a:lnTo>
                    <a:pt x="110627" y="98240"/>
                  </a:lnTo>
                  <a:lnTo>
                    <a:pt x="107058" y="99147"/>
                  </a:lnTo>
                  <a:lnTo>
                    <a:pt x="103490" y="100089"/>
                  </a:lnTo>
                  <a:lnTo>
                    <a:pt x="99921" y="101028"/>
                  </a:lnTo>
                  <a:lnTo>
                    <a:pt x="96353" y="101683"/>
                  </a:lnTo>
                  <a:lnTo>
                    <a:pt x="92784" y="102521"/>
                  </a:lnTo>
                  <a:lnTo>
                    <a:pt x="89215" y="103001"/>
                  </a:lnTo>
                  <a:lnTo>
                    <a:pt x="85647" y="103769"/>
                  </a:lnTo>
                  <a:lnTo>
                    <a:pt x="82078" y="104434"/>
                  </a:lnTo>
                  <a:lnTo>
                    <a:pt x="78509" y="105083"/>
                  </a:lnTo>
                  <a:lnTo>
                    <a:pt x="74941" y="105845"/>
                  </a:lnTo>
                  <a:lnTo>
                    <a:pt x="71372" y="106567"/>
                  </a:lnTo>
                  <a:lnTo>
                    <a:pt x="67804" y="107305"/>
                  </a:lnTo>
                  <a:lnTo>
                    <a:pt x="64235" y="108064"/>
                  </a:lnTo>
                  <a:lnTo>
                    <a:pt x="60666" y="108878"/>
                  </a:lnTo>
                  <a:lnTo>
                    <a:pt x="57098" y="109688"/>
                  </a:lnTo>
                  <a:lnTo>
                    <a:pt x="53529" y="110395"/>
                  </a:lnTo>
                  <a:lnTo>
                    <a:pt x="49960" y="110973"/>
                  </a:lnTo>
                  <a:lnTo>
                    <a:pt x="46392" y="111653"/>
                  </a:lnTo>
                  <a:lnTo>
                    <a:pt x="42823" y="112435"/>
                  </a:lnTo>
                  <a:lnTo>
                    <a:pt x="39254" y="113186"/>
                  </a:lnTo>
                  <a:lnTo>
                    <a:pt x="35686" y="114042"/>
                  </a:lnTo>
                  <a:lnTo>
                    <a:pt x="32117" y="114880"/>
                  </a:lnTo>
                  <a:lnTo>
                    <a:pt x="28549" y="115481"/>
                  </a:lnTo>
                  <a:lnTo>
                    <a:pt x="24980" y="116179"/>
                  </a:lnTo>
                  <a:lnTo>
                    <a:pt x="21411" y="116828"/>
                  </a:lnTo>
                  <a:lnTo>
                    <a:pt x="17843" y="117448"/>
                  </a:lnTo>
                  <a:lnTo>
                    <a:pt x="14274" y="118125"/>
                  </a:lnTo>
                  <a:lnTo>
                    <a:pt x="10705" y="119011"/>
                  </a:lnTo>
                  <a:lnTo>
                    <a:pt x="7137" y="119882"/>
                  </a:lnTo>
                  <a:lnTo>
                    <a:pt x="3568" y="120630"/>
                  </a:lnTo>
                  <a:lnTo>
                    <a:pt x="0" y="1213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33320" y="5072269"/>
              <a:ext cx="852902" cy="179646"/>
            </a:xfrm>
            <a:custGeom>
              <a:avLst/>
              <a:pathLst>
                <a:path w="852902" h="179646">
                  <a:moveTo>
                    <a:pt x="0" y="179646"/>
                  </a:moveTo>
                  <a:lnTo>
                    <a:pt x="3568" y="179096"/>
                  </a:lnTo>
                  <a:lnTo>
                    <a:pt x="7137" y="178546"/>
                  </a:lnTo>
                  <a:lnTo>
                    <a:pt x="10705" y="177993"/>
                  </a:lnTo>
                  <a:lnTo>
                    <a:pt x="14274" y="177439"/>
                  </a:lnTo>
                  <a:lnTo>
                    <a:pt x="17843" y="176883"/>
                  </a:lnTo>
                  <a:lnTo>
                    <a:pt x="21411" y="176325"/>
                  </a:lnTo>
                  <a:lnTo>
                    <a:pt x="24980" y="175766"/>
                  </a:lnTo>
                  <a:lnTo>
                    <a:pt x="28549" y="175205"/>
                  </a:lnTo>
                  <a:lnTo>
                    <a:pt x="32117" y="174642"/>
                  </a:lnTo>
                  <a:lnTo>
                    <a:pt x="35686" y="174078"/>
                  </a:lnTo>
                  <a:lnTo>
                    <a:pt x="39254" y="173512"/>
                  </a:lnTo>
                  <a:lnTo>
                    <a:pt x="42823" y="172944"/>
                  </a:lnTo>
                  <a:lnTo>
                    <a:pt x="46392" y="172374"/>
                  </a:lnTo>
                  <a:lnTo>
                    <a:pt x="49960" y="171803"/>
                  </a:lnTo>
                  <a:lnTo>
                    <a:pt x="53529" y="171230"/>
                  </a:lnTo>
                  <a:lnTo>
                    <a:pt x="57098" y="170655"/>
                  </a:lnTo>
                  <a:lnTo>
                    <a:pt x="60666" y="170079"/>
                  </a:lnTo>
                  <a:lnTo>
                    <a:pt x="64235" y="169500"/>
                  </a:lnTo>
                  <a:lnTo>
                    <a:pt x="67804" y="168921"/>
                  </a:lnTo>
                  <a:lnTo>
                    <a:pt x="71372" y="168339"/>
                  </a:lnTo>
                  <a:lnTo>
                    <a:pt x="74941" y="167756"/>
                  </a:lnTo>
                  <a:lnTo>
                    <a:pt x="78509" y="167171"/>
                  </a:lnTo>
                  <a:lnTo>
                    <a:pt x="82078" y="166584"/>
                  </a:lnTo>
                  <a:lnTo>
                    <a:pt x="85647" y="165995"/>
                  </a:lnTo>
                  <a:lnTo>
                    <a:pt x="89215" y="165405"/>
                  </a:lnTo>
                  <a:lnTo>
                    <a:pt x="92784" y="164813"/>
                  </a:lnTo>
                  <a:lnTo>
                    <a:pt x="96353" y="164219"/>
                  </a:lnTo>
                  <a:lnTo>
                    <a:pt x="99921" y="163624"/>
                  </a:lnTo>
                  <a:lnTo>
                    <a:pt x="103490" y="163026"/>
                  </a:lnTo>
                  <a:lnTo>
                    <a:pt x="107058" y="162427"/>
                  </a:lnTo>
                  <a:lnTo>
                    <a:pt x="110627" y="161826"/>
                  </a:lnTo>
                  <a:lnTo>
                    <a:pt x="114196" y="161224"/>
                  </a:lnTo>
                  <a:lnTo>
                    <a:pt x="117764" y="160620"/>
                  </a:lnTo>
                  <a:lnTo>
                    <a:pt x="121333" y="160014"/>
                  </a:lnTo>
                  <a:lnTo>
                    <a:pt x="124902" y="159406"/>
                  </a:lnTo>
                  <a:lnTo>
                    <a:pt x="128470" y="158796"/>
                  </a:lnTo>
                  <a:lnTo>
                    <a:pt x="132039" y="158185"/>
                  </a:lnTo>
                  <a:lnTo>
                    <a:pt x="135608" y="157572"/>
                  </a:lnTo>
                  <a:lnTo>
                    <a:pt x="139176" y="156957"/>
                  </a:lnTo>
                  <a:lnTo>
                    <a:pt x="142745" y="156340"/>
                  </a:lnTo>
                  <a:lnTo>
                    <a:pt x="146313" y="155722"/>
                  </a:lnTo>
                  <a:lnTo>
                    <a:pt x="149882" y="155102"/>
                  </a:lnTo>
                  <a:lnTo>
                    <a:pt x="153451" y="154480"/>
                  </a:lnTo>
                  <a:lnTo>
                    <a:pt x="157019" y="153856"/>
                  </a:lnTo>
                  <a:lnTo>
                    <a:pt x="160588" y="153231"/>
                  </a:lnTo>
                  <a:lnTo>
                    <a:pt x="164157" y="152604"/>
                  </a:lnTo>
                  <a:lnTo>
                    <a:pt x="167725" y="151975"/>
                  </a:lnTo>
                  <a:lnTo>
                    <a:pt x="171294" y="151344"/>
                  </a:lnTo>
                  <a:lnTo>
                    <a:pt x="174862" y="150711"/>
                  </a:lnTo>
                  <a:lnTo>
                    <a:pt x="178431" y="150077"/>
                  </a:lnTo>
                  <a:lnTo>
                    <a:pt x="182000" y="149441"/>
                  </a:lnTo>
                  <a:lnTo>
                    <a:pt x="185568" y="148803"/>
                  </a:lnTo>
                  <a:lnTo>
                    <a:pt x="189137" y="148163"/>
                  </a:lnTo>
                  <a:lnTo>
                    <a:pt x="192706" y="147522"/>
                  </a:lnTo>
                  <a:lnTo>
                    <a:pt x="196274" y="146879"/>
                  </a:lnTo>
                  <a:lnTo>
                    <a:pt x="199843" y="146234"/>
                  </a:lnTo>
                  <a:lnTo>
                    <a:pt x="203412" y="145587"/>
                  </a:lnTo>
                  <a:lnTo>
                    <a:pt x="206980" y="144938"/>
                  </a:lnTo>
                  <a:lnTo>
                    <a:pt x="210549" y="144288"/>
                  </a:lnTo>
                  <a:lnTo>
                    <a:pt x="214117" y="143636"/>
                  </a:lnTo>
                  <a:lnTo>
                    <a:pt x="217686" y="142982"/>
                  </a:lnTo>
                  <a:lnTo>
                    <a:pt x="221255" y="142326"/>
                  </a:lnTo>
                  <a:lnTo>
                    <a:pt x="224823" y="141669"/>
                  </a:lnTo>
                  <a:lnTo>
                    <a:pt x="228392" y="141009"/>
                  </a:lnTo>
                  <a:lnTo>
                    <a:pt x="231961" y="140348"/>
                  </a:lnTo>
                  <a:lnTo>
                    <a:pt x="235529" y="139685"/>
                  </a:lnTo>
                  <a:lnTo>
                    <a:pt x="239098" y="139021"/>
                  </a:lnTo>
                  <a:lnTo>
                    <a:pt x="242666" y="138354"/>
                  </a:lnTo>
                  <a:lnTo>
                    <a:pt x="246235" y="137686"/>
                  </a:lnTo>
                  <a:lnTo>
                    <a:pt x="249804" y="137016"/>
                  </a:lnTo>
                  <a:lnTo>
                    <a:pt x="253372" y="136344"/>
                  </a:lnTo>
                  <a:lnTo>
                    <a:pt x="256941" y="135670"/>
                  </a:lnTo>
                  <a:lnTo>
                    <a:pt x="260510" y="134995"/>
                  </a:lnTo>
                  <a:lnTo>
                    <a:pt x="264078" y="134318"/>
                  </a:lnTo>
                  <a:lnTo>
                    <a:pt x="267647" y="133639"/>
                  </a:lnTo>
                  <a:lnTo>
                    <a:pt x="271216" y="132958"/>
                  </a:lnTo>
                  <a:lnTo>
                    <a:pt x="274784" y="132276"/>
                  </a:lnTo>
                  <a:lnTo>
                    <a:pt x="278353" y="131591"/>
                  </a:lnTo>
                  <a:lnTo>
                    <a:pt x="281921" y="130905"/>
                  </a:lnTo>
                  <a:lnTo>
                    <a:pt x="285490" y="130217"/>
                  </a:lnTo>
                  <a:lnTo>
                    <a:pt x="289059" y="129527"/>
                  </a:lnTo>
                  <a:lnTo>
                    <a:pt x="292627" y="128836"/>
                  </a:lnTo>
                  <a:lnTo>
                    <a:pt x="296196" y="128143"/>
                  </a:lnTo>
                  <a:lnTo>
                    <a:pt x="299765" y="127448"/>
                  </a:lnTo>
                  <a:lnTo>
                    <a:pt x="303333" y="126751"/>
                  </a:lnTo>
                  <a:lnTo>
                    <a:pt x="306902" y="126052"/>
                  </a:lnTo>
                  <a:lnTo>
                    <a:pt x="310470" y="125352"/>
                  </a:lnTo>
                  <a:lnTo>
                    <a:pt x="314039" y="124649"/>
                  </a:lnTo>
                  <a:lnTo>
                    <a:pt x="317608" y="123945"/>
                  </a:lnTo>
                  <a:lnTo>
                    <a:pt x="321176" y="123240"/>
                  </a:lnTo>
                  <a:lnTo>
                    <a:pt x="324745" y="122532"/>
                  </a:lnTo>
                  <a:lnTo>
                    <a:pt x="328314" y="121823"/>
                  </a:lnTo>
                  <a:lnTo>
                    <a:pt x="331882" y="121112"/>
                  </a:lnTo>
                  <a:lnTo>
                    <a:pt x="335451" y="120399"/>
                  </a:lnTo>
                  <a:lnTo>
                    <a:pt x="339020" y="119684"/>
                  </a:lnTo>
                  <a:lnTo>
                    <a:pt x="342588" y="118967"/>
                  </a:lnTo>
                  <a:lnTo>
                    <a:pt x="346157" y="118249"/>
                  </a:lnTo>
                  <a:lnTo>
                    <a:pt x="349725" y="117529"/>
                  </a:lnTo>
                  <a:lnTo>
                    <a:pt x="353294" y="116807"/>
                  </a:lnTo>
                  <a:lnTo>
                    <a:pt x="356863" y="116084"/>
                  </a:lnTo>
                  <a:lnTo>
                    <a:pt x="360431" y="115359"/>
                  </a:lnTo>
                  <a:lnTo>
                    <a:pt x="364000" y="114632"/>
                  </a:lnTo>
                  <a:lnTo>
                    <a:pt x="367569" y="113903"/>
                  </a:lnTo>
                  <a:lnTo>
                    <a:pt x="371137" y="113172"/>
                  </a:lnTo>
                  <a:lnTo>
                    <a:pt x="374706" y="112440"/>
                  </a:lnTo>
                  <a:lnTo>
                    <a:pt x="378274" y="111706"/>
                  </a:lnTo>
                  <a:lnTo>
                    <a:pt x="381843" y="110970"/>
                  </a:lnTo>
                  <a:lnTo>
                    <a:pt x="385412" y="110232"/>
                  </a:lnTo>
                  <a:lnTo>
                    <a:pt x="388980" y="109493"/>
                  </a:lnTo>
                  <a:lnTo>
                    <a:pt x="392549" y="108751"/>
                  </a:lnTo>
                  <a:lnTo>
                    <a:pt x="396118" y="108009"/>
                  </a:lnTo>
                  <a:lnTo>
                    <a:pt x="399686" y="107264"/>
                  </a:lnTo>
                  <a:lnTo>
                    <a:pt x="403255" y="106518"/>
                  </a:lnTo>
                  <a:lnTo>
                    <a:pt x="406824" y="105769"/>
                  </a:lnTo>
                  <a:lnTo>
                    <a:pt x="410392" y="105020"/>
                  </a:lnTo>
                  <a:lnTo>
                    <a:pt x="413961" y="104268"/>
                  </a:lnTo>
                  <a:lnTo>
                    <a:pt x="417529" y="103515"/>
                  </a:lnTo>
                  <a:lnTo>
                    <a:pt x="421098" y="102759"/>
                  </a:lnTo>
                  <a:lnTo>
                    <a:pt x="424667" y="102003"/>
                  </a:lnTo>
                  <a:lnTo>
                    <a:pt x="428235" y="101244"/>
                  </a:lnTo>
                  <a:lnTo>
                    <a:pt x="431804" y="100484"/>
                  </a:lnTo>
                  <a:lnTo>
                    <a:pt x="435373" y="99722"/>
                  </a:lnTo>
                  <a:lnTo>
                    <a:pt x="438941" y="98958"/>
                  </a:lnTo>
                  <a:lnTo>
                    <a:pt x="442510" y="98193"/>
                  </a:lnTo>
                  <a:lnTo>
                    <a:pt x="446078" y="97426"/>
                  </a:lnTo>
                  <a:lnTo>
                    <a:pt x="449647" y="96657"/>
                  </a:lnTo>
                  <a:lnTo>
                    <a:pt x="453216" y="95886"/>
                  </a:lnTo>
                  <a:lnTo>
                    <a:pt x="456784" y="95114"/>
                  </a:lnTo>
                  <a:lnTo>
                    <a:pt x="460353" y="94340"/>
                  </a:lnTo>
                  <a:lnTo>
                    <a:pt x="463922" y="93564"/>
                  </a:lnTo>
                  <a:lnTo>
                    <a:pt x="467490" y="92787"/>
                  </a:lnTo>
                  <a:lnTo>
                    <a:pt x="471059" y="92008"/>
                  </a:lnTo>
                  <a:lnTo>
                    <a:pt x="474628" y="91227"/>
                  </a:lnTo>
                  <a:lnTo>
                    <a:pt x="478196" y="90445"/>
                  </a:lnTo>
                  <a:lnTo>
                    <a:pt x="481765" y="89661"/>
                  </a:lnTo>
                  <a:lnTo>
                    <a:pt x="485333" y="88875"/>
                  </a:lnTo>
                  <a:lnTo>
                    <a:pt x="488902" y="88088"/>
                  </a:lnTo>
                  <a:lnTo>
                    <a:pt x="492471" y="87298"/>
                  </a:lnTo>
                  <a:lnTo>
                    <a:pt x="496039" y="86508"/>
                  </a:lnTo>
                  <a:lnTo>
                    <a:pt x="499608" y="85715"/>
                  </a:lnTo>
                  <a:lnTo>
                    <a:pt x="503177" y="84921"/>
                  </a:lnTo>
                  <a:lnTo>
                    <a:pt x="506745" y="84125"/>
                  </a:lnTo>
                  <a:lnTo>
                    <a:pt x="510314" y="83328"/>
                  </a:lnTo>
                  <a:lnTo>
                    <a:pt x="513882" y="82529"/>
                  </a:lnTo>
                  <a:lnTo>
                    <a:pt x="517451" y="81728"/>
                  </a:lnTo>
                  <a:lnTo>
                    <a:pt x="521020" y="80926"/>
                  </a:lnTo>
                  <a:lnTo>
                    <a:pt x="524588" y="80122"/>
                  </a:lnTo>
                  <a:lnTo>
                    <a:pt x="528157" y="79317"/>
                  </a:lnTo>
                  <a:lnTo>
                    <a:pt x="531726" y="78509"/>
                  </a:lnTo>
                  <a:lnTo>
                    <a:pt x="535294" y="77701"/>
                  </a:lnTo>
                  <a:lnTo>
                    <a:pt x="538863" y="76890"/>
                  </a:lnTo>
                  <a:lnTo>
                    <a:pt x="542432" y="76078"/>
                  </a:lnTo>
                  <a:lnTo>
                    <a:pt x="546000" y="75265"/>
                  </a:lnTo>
                  <a:lnTo>
                    <a:pt x="549569" y="74449"/>
                  </a:lnTo>
                  <a:lnTo>
                    <a:pt x="553137" y="73633"/>
                  </a:lnTo>
                  <a:lnTo>
                    <a:pt x="556706" y="72814"/>
                  </a:lnTo>
                  <a:lnTo>
                    <a:pt x="560275" y="71994"/>
                  </a:lnTo>
                  <a:lnTo>
                    <a:pt x="563843" y="71173"/>
                  </a:lnTo>
                  <a:lnTo>
                    <a:pt x="567412" y="70350"/>
                  </a:lnTo>
                  <a:lnTo>
                    <a:pt x="570981" y="69525"/>
                  </a:lnTo>
                  <a:lnTo>
                    <a:pt x="574549" y="68699"/>
                  </a:lnTo>
                  <a:lnTo>
                    <a:pt x="578118" y="67871"/>
                  </a:lnTo>
                  <a:lnTo>
                    <a:pt x="581686" y="67042"/>
                  </a:lnTo>
                  <a:lnTo>
                    <a:pt x="585255" y="66211"/>
                  </a:lnTo>
                  <a:lnTo>
                    <a:pt x="588824" y="65378"/>
                  </a:lnTo>
                  <a:lnTo>
                    <a:pt x="592392" y="64544"/>
                  </a:lnTo>
                  <a:lnTo>
                    <a:pt x="595961" y="63709"/>
                  </a:lnTo>
                  <a:lnTo>
                    <a:pt x="599530" y="62872"/>
                  </a:lnTo>
                  <a:lnTo>
                    <a:pt x="603098" y="62033"/>
                  </a:lnTo>
                  <a:lnTo>
                    <a:pt x="606667" y="61193"/>
                  </a:lnTo>
                  <a:lnTo>
                    <a:pt x="610236" y="60352"/>
                  </a:lnTo>
                  <a:lnTo>
                    <a:pt x="613804" y="59509"/>
                  </a:lnTo>
                  <a:lnTo>
                    <a:pt x="617373" y="58664"/>
                  </a:lnTo>
                  <a:lnTo>
                    <a:pt x="620941" y="57818"/>
                  </a:lnTo>
                  <a:lnTo>
                    <a:pt x="624510" y="56971"/>
                  </a:lnTo>
                  <a:lnTo>
                    <a:pt x="628079" y="56122"/>
                  </a:lnTo>
                  <a:lnTo>
                    <a:pt x="631647" y="55272"/>
                  </a:lnTo>
                  <a:lnTo>
                    <a:pt x="635216" y="54420"/>
                  </a:lnTo>
                  <a:lnTo>
                    <a:pt x="638785" y="53566"/>
                  </a:lnTo>
                  <a:lnTo>
                    <a:pt x="642353" y="52712"/>
                  </a:lnTo>
                  <a:lnTo>
                    <a:pt x="645922" y="51855"/>
                  </a:lnTo>
                  <a:lnTo>
                    <a:pt x="649490" y="50998"/>
                  </a:lnTo>
                  <a:lnTo>
                    <a:pt x="653059" y="50139"/>
                  </a:lnTo>
                  <a:lnTo>
                    <a:pt x="656628" y="49278"/>
                  </a:lnTo>
                  <a:lnTo>
                    <a:pt x="660196" y="48416"/>
                  </a:lnTo>
                  <a:lnTo>
                    <a:pt x="663765" y="47553"/>
                  </a:lnTo>
                  <a:lnTo>
                    <a:pt x="667334" y="46688"/>
                  </a:lnTo>
                  <a:lnTo>
                    <a:pt x="670902" y="45822"/>
                  </a:lnTo>
                  <a:lnTo>
                    <a:pt x="674471" y="44955"/>
                  </a:lnTo>
                  <a:lnTo>
                    <a:pt x="678040" y="44086"/>
                  </a:lnTo>
                  <a:lnTo>
                    <a:pt x="681608" y="43216"/>
                  </a:lnTo>
                  <a:lnTo>
                    <a:pt x="685177" y="42344"/>
                  </a:lnTo>
                  <a:lnTo>
                    <a:pt x="688745" y="41472"/>
                  </a:lnTo>
                  <a:lnTo>
                    <a:pt x="692314" y="40597"/>
                  </a:lnTo>
                  <a:lnTo>
                    <a:pt x="695883" y="39722"/>
                  </a:lnTo>
                  <a:lnTo>
                    <a:pt x="699451" y="38845"/>
                  </a:lnTo>
                  <a:lnTo>
                    <a:pt x="703020" y="37967"/>
                  </a:lnTo>
                  <a:lnTo>
                    <a:pt x="706589" y="37087"/>
                  </a:lnTo>
                  <a:lnTo>
                    <a:pt x="710157" y="36206"/>
                  </a:lnTo>
                  <a:lnTo>
                    <a:pt x="713726" y="35324"/>
                  </a:lnTo>
                  <a:lnTo>
                    <a:pt x="717294" y="34441"/>
                  </a:lnTo>
                  <a:lnTo>
                    <a:pt x="720863" y="33556"/>
                  </a:lnTo>
                  <a:lnTo>
                    <a:pt x="724432" y="32670"/>
                  </a:lnTo>
                  <a:lnTo>
                    <a:pt x="728000" y="31783"/>
                  </a:lnTo>
                  <a:lnTo>
                    <a:pt x="731569" y="30894"/>
                  </a:lnTo>
                  <a:lnTo>
                    <a:pt x="735138" y="30005"/>
                  </a:lnTo>
                  <a:lnTo>
                    <a:pt x="738706" y="29114"/>
                  </a:lnTo>
                  <a:lnTo>
                    <a:pt x="742275" y="28221"/>
                  </a:lnTo>
                  <a:lnTo>
                    <a:pt x="745844" y="27328"/>
                  </a:lnTo>
                  <a:lnTo>
                    <a:pt x="749412" y="26433"/>
                  </a:lnTo>
                  <a:lnTo>
                    <a:pt x="752981" y="25537"/>
                  </a:lnTo>
                  <a:lnTo>
                    <a:pt x="756549" y="24640"/>
                  </a:lnTo>
                  <a:lnTo>
                    <a:pt x="760118" y="23742"/>
                  </a:lnTo>
                  <a:lnTo>
                    <a:pt x="763687" y="22843"/>
                  </a:lnTo>
                  <a:lnTo>
                    <a:pt x="767255" y="21942"/>
                  </a:lnTo>
                  <a:lnTo>
                    <a:pt x="770824" y="21040"/>
                  </a:lnTo>
                  <a:lnTo>
                    <a:pt x="774393" y="20137"/>
                  </a:lnTo>
                  <a:lnTo>
                    <a:pt x="777961" y="19233"/>
                  </a:lnTo>
                  <a:lnTo>
                    <a:pt x="781530" y="18328"/>
                  </a:lnTo>
                  <a:lnTo>
                    <a:pt x="785098" y="17422"/>
                  </a:lnTo>
                  <a:lnTo>
                    <a:pt x="788667" y="16514"/>
                  </a:lnTo>
                  <a:lnTo>
                    <a:pt x="792236" y="15606"/>
                  </a:lnTo>
                  <a:lnTo>
                    <a:pt x="795804" y="14696"/>
                  </a:lnTo>
                  <a:lnTo>
                    <a:pt x="799373" y="13785"/>
                  </a:lnTo>
                  <a:lnTo>
                    <a:pt x="802942" y="12873"/>
                  </a:lnTo>
                  <a:lnTo>
                    <a:pt x="806510" y="11961"/>
                  </a:lnTo>
                  <a:lnTo>
                    <a:pt x="810079" y="11047"/>
                  </a:lnTo>
                  <a:lnTo>
                    <a:pt x="813648" y="10132"/>
                  </a:lnTo>
                  <a:lnTo>
                    <a:pt x="817216" y="9215"/>
                  </a:lnTo>
                  <a:lnTo>
                    <a:pt x="820785" y="8298"/>
                  </a:lnTo>
                  <a:lnTo>
                    <a:pt x="824353" y="7380"/>
                  </a:lnTo>
                  <a:lnTo>
                    <a:pt x="827922" y="6461"/>
                  </a:lnTo>
                  <a:lnTo>
                    <a:pt x="831491" y="5541"/>
                  </a:lnTo>
                  <a:lnTo>
                    <a:pt x="835059" y="4620"/>
                  </a:lnTo>
                  <a:lnTo>
                    <a:pt x="838628" y="3698"/>
                  </a:lnTo>
                  <a:lnTo>
                    <a:pt x="842197" y="2775"/>
                  </a:lnTo>
                  <a:lnTo>
                    <a:pt x="845765" y="1851"/>
                  </a:lnTo>
                  <a:lnTo>
                    <a:pt x="849334" y="925"/>
                  </a:lnTo>
                  <a:lnTo>
                    <a:pt x="852902" y="0"/>
                  </a:lnTo>
                </a:path>
              </a:pathLst>
            </a:custGeom>
            <a:ln w="28456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4511748" y="2645185"/>
              <a:ext cx="93819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4554393" y="3030872"/>
              <a:ext cx="852902" cy="264690"/>
            </a:xfrm>
            <a:custGeom>
              <a:avLst/>
              <a:pathLst>
                <a:path w="852902" h="264690">
                  <a:moveTo>
                    <a:pt x="0" y="115404"/>
                  </a:moveTo>
                  <a:lnTo>
                    <a:pt x="3568" y="115331"/>
                  </a:lnTo>
                  <a:lnTo>
                    <a:pt x="7137" y="115501"/>
                  </a:lnTo>
                  <a:lnTo>
                    <a:pt x="10705" y="115375"/>
                  </a:lnTo>
                  <a:lnTo>
                    <a:pt x="14274" y="115534"/>
                  </a:lnTo>
                  <a:lnTo>
                    <a:pt x="17843" y="115754"/>
                  </a:lnTo>
                  <a:lnTo>
                    <a:pt x="21411" y="115983"/>
                  </a:lnTo>
                  <a:lnTo>
                    <a:pt x="24980" y="116019"/>
                  </a:lnTo>
                  <a:lnTo>
                    <a:pt x="28549" y="115922"/>
                  </a:lnTo>
                  <a:lnTo>
                    <a:pt x="32117" y="115895"/>
                  </a:lnTo>
                  <a:lnTo>
                    <a:pt x="35686" y="116069"/>
                  </a:lnTo>
                  <a:lnTo>
                    <a:pt x="39254" y="116181"/>
                  </a:lnTo>
                  <a:lnTo>
                    <a:pt x="42823" y="116479"/>
                  </a:lnTo>
                  <a:lnTo>
                    <a:pt x="46392" y="116776"/>
                  </a:lnTo>
                  <a:lnTo>
                    <a:pt x="49960" y="116781"/>
                  </a:lnTo>
                  <a:lnTo>
                    <a:pt x="53529" y="116774"/>
                  </a:lnTo>
                  <a:lnTo>
                    <a:pt x="57098" y="116703"/>
                  </a:lnTo>
                  <a:lnTo>
                    <a:pt x="60666" y="116790"/>
                  </a:lnTo>
                  <a:lnTo>
                    <a:pt x="64235" y="116788"/>
                  </a:lnTo>
                  <a:lnTo>
                    <a:pt x="67804" y="116869"/>
                  </a:lnTo>
                  <a:lnTo>
                    <a:pt x="71372" y="116989"/>
                  </a:lnTo>
                  <a:lnTo>
                    <a:pt x="74941" y="117065"/>
                  </a:lnTo>
                  <a:lnTo>
                    <a:pt x="78509" y="117153"/>
                  </a:lnTo>
                  <a:lnTo>
                    <a:pt x="82078" y="117415"/>
                  </a:lnTo>
                  <a:lnTo>
                    <a:pt x="85647" y="117411"/>
                  </a:lnTo>
                  <a:lnTo>
                    <a:pt x="89215" y="117534"/>
                  </a:lnTo>
                  <a:lnTo>
                    <a:pt x="92784" y="117438"/>
                  </a:lnTo>
                  <a:lnTo>
                    <a:pt x="96353" y="117695"/>
                  </a:lnTo>
                  <a:lnTo>
                    <a:pt x="99921" y="117549"/>
                  </a:lnTo>
                  <a:lnTo>
                    <a:pt x="103490" y="117588"/>
                  </a:lnTo>
                  <a:lnTo>
                    <a:pt x="107058" y="117324"/>
                  </a:lnTo>
                  <a:lnTo>
                    <a:pt x="110627" y="116993"/>
                  </a:lnTo>
                  <a:lnTo>
                    <a:pt x="114196" y="116888"/>
                  </a:lnTo>
                  <a:lnTo>
                    <a:pt x="117764" y="116831"/>
                  </a:lnTo>
                  <a:lnTo>
                    <a:pt x="121333" y="116773"/>
                  </a:lnTo>
                  <a:lnTo>
                    <a:pt x="124902" y="116750"/>
                  </a:lnTo>
                  <a:lnTo>
                    <a:pt x="128470" y="116747"/>
                  </a:lnTo>
                  <a:lnTo>
                    <a:pt x="132039" y="116949"/>
                  </a:lnTo>
                  <a:lnTo>
                    <a:pt x="135608" y="116892"/>
                  </a:lnTo>
                  <a:lnTo>
                    <a:pt x="139176" y="116840"/>
                  </a:lnTo>
                  <a:lnTo>
                    <a:pt x="142745" y="116803"/>
                  </a:lnTo>
                  <a:lnTo>
                    <a:pt x="146313" y="116735"/>
                  </a:lnTo>
                  <a:lnTo>
                    <a:pt x="149882" y="116735"/>
                  </a:lnTo>
                  <a:lnTo>
                    <a:pt x="153451" y="116730"/>
                  </a:lnTo>
                  <a:lnTo>
                    <a:pt x="157019" y="116648"/>
                  </a:lnTo>
                  <a:lnTo>
                    <a:pt x="160588" y="116721"/>
                  </a:lnTo>
                  <a:lnTo>
                    <a:pt x="164157" y="116812"/>
                  </a:lnTo>
                  <a:lnTo>
                    <a:pt x="167725" y="116614"/>
                  </a:lnTo>
                  <a:lnTo>
                    <a:pt x="171294" y="116717"/>
                  </a:lnTo>
                  <a:lnTo>
                    <a:pt x="174862" y="116472"/>
                  </a:lnTo>
                  <a:lnTo>
                    <a:pt x="178431" y="116611"/>
                  </a:lnTo>
                  <a:lnTo>
                    <a:pt x="182000" y="116557"/>
                  </a:lnTo>
                  <a:lnTo>
                    <a:pt x="185568" y="116863"/>
                  </a:lnTo>
                  <a:lnTo>
                    <a:pt x="189137" y="116903"/>
                  </a:lnTo>
                  <a:lnTo>
                    <a:pt x="192706" y="116754"/>
                  </a:lnTo>
                  <a:lnTo>
                    <a:pt x="196274" y="116699"/>
                  </a:lnTo>
                  <a:lnTo>
                    <a:pt x="199843" y="116490"/>
                  </a:lnTo>
                  <a:lnTo>
                    <a:pt x="203412" y="116686"/>
                  </a:lnTo>
                  <a:lnTo>
                    <a:pt x="206980" y="116683"/>
                  </a:lnTo>
                  <a:lnTo>
                    <a:pt x="210549" y="116684"/>
                  </a:lnTo>
                  <a:lnTo>
                    <a:pt x="214117" y="116585"/>
                  </a:lnTo>
                  <a:lnTo>
                    <a:pt x="217686" y="116622"/>
                  </a:lnTo>
                  <a:lnTo>
                    <a:pt x="221255" y="116510"/>
                  </a:lnTo>
                  <a:lnTo>
                    <a:pt x="224823" y="116564"/>
                  </a:lnTo>
                  <a:lnTo>
                    <a:pt x="228392" y="116385"/>
                  </a:lnTo>
                  <a:lnTo>
                    <a:pt x="231961" y="116450"/>
                  </a:lnTo>
                  <a:lnTo>
                    <a:pt x="235529" y="116420"/>
                  </a:lnTo>
                  <a:lnTo>
                    <a:pt x="239098" y="116087"/>
                  </a:lnTo>
                  <a:lnTo>
                    <a:pt x="242666" y="115868"/>
                  </a:lnTo>
                  <a:lnTo>
                    <a:pt x="246235" y="115364"/>
                  </a:lnTo>
                  <a:lnTo>
                    <a:pt x="249804" y="115242"/>
                  </a:lnTo>
                  <a:lnTo>
                    <a:pt x="253372" y="115087"/>
                  </a:lnTo>
                  <a:lnTo>
                    <a:pt x="256941" y="115064"/>
                  </a:lnTo>
                  <a:lnTo>
                    <a:pt x="260510" y="114908"/>
                  </a:lnTo>
                  <a:lnTo>
                    <a:pt x="264078" y="114960"/>
                  </a:lnTo>
                  <a:lnTo>
                    <a:pt x="267647" y="114923"/>
                  </a:lnTo>
                  <a:lnTo>
                    <a:pt x="271216" y="114852"/>
                  </a:lnTo>
                  <a:lnTo>
                    <a:pt x="274784" y="114836"/>
                  </a:lnTo>
                  <a:lnTo>
                    <a:pt x="278353" y="114725"/>
                  </a:lnTo>
                  <a:lnTo>
                    <a:pt x="281921" y="114604"/>
                  </a:lnTo>
                  <a:lnTo>
                    <a:pt x="285490" y="114107"/>
                  </a:lnTo>
                  <a:lnTo>
                    <a:pt x="289059" y="113679"/>
                  </a:lnTo>
                  <a:lnTo>
                    <a:pt x="292627" y="113171"/>
                  </a:lnTo>
                  <a:lnTo>
                    <a:pt x="296196" y="112884"/>
                  </a:lnTo>
                  <a:lnTo>
                    <a:pt x="299765" y="112564"/>
                  </a:lnTo>
                  <a:lnTo>
                    <a:pt x="303333" y="112402"/>
                  </a:lnTo>
                  <a:lnTo>
                    <a:pt x="306902" y="112181"/>
                  </a:lnTo>
                  <a:lnTo>
                    <a:pt x="310470" y="111758"/>
                  </a:lnTo>
                  <a:lnTo>
                    <a:pt x="314039" y="111706"/>
                  </a:lnTo>
                  <a:lnTo>
                    <a:pt x="317608" y="111549"/>
                  </a:lnTo>
                  <a:lnTo>
                    <a:pt x="321176" y="111199"/>
                  </a:lnTo>
                  <a:lnTo>
                    <a:pt x="324745" y="110815"/>
                  </a:lnTo>
                  <a:lnTo>
                    <a:pt x="328314" y="110439"/>
                  </a:lnTo>
                  <a:lnTo>
                    <a:pt x="331882" y="110151"/>
                  </a:lnTo>
                  <a:lnTo>
                    <a:pt x="335451" y="109941"/>
                  </a:lnTo>
                  <a:lnTo>
                    <a:pt x="339020" y="109389"/>
                  </a:lnTo>
                  <a:lnTo>
                    <a:pt x="342588" y="109053"/>
                  </a:lnTo>
                  <a:lnTo>
                    <a:pt x="346157" y="108777"/>
                  </a:lnTo>
                  <a:lnTo>
                    <a:pt x="349725" y="108636"/>
                  </a:lnTo>
                  <a:lnTo>
                    <a:pt x="353294" y="108426"/>
                  </a:lnTo>
                  <a:lnTo>
                    <a:pt x="356863" y="108255"/>
                  </a:lnTo>
                  <a:lnTo>
                    <a:pt x="360431" y="107938"/>
                  </a:lnTo>
                  <a:lnTo>
                    <a:pt x="364000" y="107914"/>
                  </a:lnTo>
                  <a:lnTo>
                    <a:pt x="367569" y="107663"/>
                  </a:lnTo>
                  <a:lnTo>
                    <a:pt x="371137" y="107048"/>
                  </a:lnTo>
                  <a:lnTo>
                    <a:pt x="374706" y="106843"/>
                  </a:lnTo>
                  <a:lnTo>
                    <a:pt x="378274" y="106399"/>
                  </a:lnTo>
                  <a:lnTo>
                    <a:pt x="381843" y="105939"/>
                  </a:lnTo>
                  <a:lnTo>
                    <a:pt x="385412" y="105361"/>
                  </a:lnTo>
                  <a:lnTo>
                    <a:pt x="388980" y="105088"/>
                  </a:lnTo>
                  <a:lnTo>
                    <a:pt x="392549" y="104483"/>
                  </a:lnTo>
                  <a:lnTo>
                    <a:pt x="396118" y="104226"/>
                  </a:lnTo>
                  <a:lnTo>
                    <a:pt x="399686" y="103763"/>
                  </a:lnTo>
                  <a:lnTo>
                    <a:pt x="403255" y="103435"/>
                  </a:lnTo>
                  <a:lnTo>
                    <a:pt x="406824" y="102976"/>
                  </a:lnTo>
                  <a:lnTo>
                    <a:pt x="410392" y="102530"/>
                  </a:lnTo>
                  <a:lnTo>
                    <a:pt x="413961" y="102060"/>
                  </a:lnTo>
                  <a:lnTo>
                    <a:pt x="417529" y="101368"/>
                  </a:lnTo>
                  <a:lnTo>
                    <a:pt x="421098" y="101041"/>
                  </a:lnTo>
                  <a:lnTo>
                    <a:pt x="424667" y="100396"/>
                  </a:lnTo>
                  <a:lnTo>
                    <a:pt x="428235" y="99803"/>
                  </a:lnTo>
                  <a:lnTo>
                    <a:pt x="431804" y="99755"/>
                  </a:lnTo>
                  <a:lnTo>
                    <a:pt x="435373" y="99372"/>
                  </a:lnTo>
                  <a:lnTo>
                    <a:pt x="438941" y="98924"/>
                  </a:lnTo>
                  <a:lnTo>
                    <a:pt x="442510" y="98236"/>
                  </a:lnTo>
                  <a:lnTo>
                    <a:pt x="446078" y="97712"/>
                  </a:lnTo>
                  <a:lnTo>
                    <a:pt x="449647" y="96764"/>
                  </a:lnTo>
                  <a:lnTo>
                    <a:pt x="453216" y="96662"/>
                  </a:lnTo>
                  <a:lnTo>
                    <a:pt x="456784" y="95618"/>
                  </a:lnTo>
                  <a:lnTo>
                    <a:pt x="460353" y="95233"/>
                  </a:lnTo>
                  <a:lnTo>
                    <a:pt x="463922" y="94619"/>
                  </a:lnTo>
                  <a:lnTo>
                    <a:pt x="467490" y="93841"/>
                  </a:lnTo>
                  <a:lnTo>
                    <a:pt x="471059" y="93155"/>
                  </a:lnTo>
                  <a:lnTo>
                    <a:pt x="474628" y="92248"/>
                  </a:lnTo>
                  <a:lnTo>
                    <a:pt x="478196" y="91684"/>
                  </a:lnTo>
                  <a:lnTo>
                    <a:pt x="481765" y="91083"/>
                  </a:lnTo>
                  <a:lnTo>
                    <a:pt x="485333" y="90529"/>
                  </a:lnTo>
                  <a:lnTo>
                    <a:pt x="488902" y="89971"/>
                  </a:lnTo>
                  <a:lnTo>
                    <a:pt x="492471" y="89305"/>
                  </a:lnTo>
                  <a:lnTo>
                    <a:pt x="496039" y="88733"/>
                  </a:lnTo>
                  <a:lnTo>
                    <a:pt x="499608" y="87812"/>
                  </a:lnTo>
                  <a:lnTo>
                    <a:pt x="503177" y="86956"/>
                  </a:lnTo>
                  <a:lnTo>
                    <a:pt x="506745" y="86089"/>
                  </a:lnTo>
                  <a:lnTo>
                    <a:pt x="510314" y="85228"/>
                  </a:lnTo>
                  <a:lnTo>
                    <a:pt x="513882" y="84693"/>
                  </a:lnTo>
                  <a:lnTo>
                    <a:pt x="517451" y="84282"/>
                  </a:lnTo>
                  <a:lnTo>
                    <a:pt x="521020" y="83415"/>
                  </a:lnTo>
                  <a:lnTo>
                    <a:pt x="524588" y="82711"/>
                  </a:lnTo>
                  <a:lnTo>
                    <a:pt x="528157" y="81768"/>
                  </a:lnTo>
                  <a:lnTo>
                    <a:pt x="531726" y="81115"/>
                  </a:lnTo>
                  <a:lnTo>
                    <a:pt x="535294" y="80929"/>
                  </a:lnTo>
                  <a:lnTo>
                    <a:pt x="538863" y="79777"/>
                  </a:lnTo>
                  <a:lnTo>
                    <a:pt x="542432" y="78809"/>
                  </a:lnTo>
                  <a:lnTo>
                    <a:pt x="546000" y="77841"/>
                  </a:lnTo>
                  <a:lnTo>
                    <a:pt x="549569" y="77249"/>
                  </a:lnTo>
                  <a:lnTo>
                    <a:pt x="553137" y="76820"/>
                  </a:lnTo>
                  <a:lnTo>
                    <a:pt x="556706" y="76196"/>
                  </a:lnTo>
                  <a:lnTo>
                    <a:pt x="560275" y="75755"/>
                  </a:lnTo>
                  <a:lnTo>
                    <a:pt x="563843" y="74748"/>
                  </a:lnTo>
                  <a:lnTo>
                    <a:pt x="567412" y="73698"/>
                  </a:lnTo>
                  <a:lnTo>
                    <a:pt x="570981" y="73057"/>
                  </a:lnTo>
                  <a:lnTo>
                    <a:pt x="574549" y="72557"/>
                  </a:lnTo>
                  <a:lnTo>
                    <a:pt x="578118" y="71884"/>
                  </a:lnTo>
                  <a:lnTo>
                    <a:pt x="581686" y="70811"/>
                  </a:lnTo>
                  <a:lnTo>
                    <a:pt x="585255" y="70086"/>
                  </a:lnTo>
                  <a:lnTo>
                    <a:pt x="588824" y="69669"/>
                  </a:lnTo>
                  <a:lnTo>
                    <a:pt x="592392" y="68509"/>
                  </a:lnTo>
                  <a:lnTo>
                    <a:pt x="595961" y="67749"/>
                  </a:lnTo>
                  <a:lnTo>
                    <a:pt x="599530" y="67048"/>
                  </a:lnTo>
                  <a:lnTo>
                    <a:pt x="603098" y="65914"/>
                  </a:lnTo>
                  <a:lnTo>
                    <a:pt x="606667" y="64977"/>
                  </a:lnTo>
                  <a:lnTo>
                    <a:pt x="610236" y="64265"/>
                  </a:lnTo>
                  <a:lnTo>
                    <a:pt x="613804" y="63450"/>
                  </a:lnTo>
                  <a:lnTo>
                    <a:pt x="617373" y="62682"/>
                  </a:lnTo>
                  <a:lnTo>
                    <a:pt x="620941" y="61919"/>
                  </a:lnTo>
                  <a:lnTo>
                    <a:pt x="624510" y="61154"/>
                  </a:lnTo>
                  <a:lnTo>
                    <a:pt x="628079" y="60389"/>
                  </a:lnTo>
                  <a:lnTo>
                    <a:pt x="631647" y="59627"/>
                  </a:lnTo>
                  <a:lnTo>
                    <a:pt x="635216" y="58897"/>
                  </a:lnTo>
                  <a:lnTo>
                    <a:pt x="638785" y="57746"/>
                  </a:lnTo>
                  <a:lnTo>
                    <a:pt x="642353" y="56827"/>
                  </a:lnTo>
                  <a:lnTo>
                    <a:pt x="645922" y="56205"/>
                  </a:lnTo>
                  <a:lnTo>
                    <a:pt x="649490" y="55653"/>
                  </a:lnTo>
                  <a:lnTo>
                    <a:pt x="653059" y="55016"/>
                  </a:lnTo>
                  <a:lnTo>
                    <a:pt x="656628" y="54144"/>
                  </a:lnTo>
                  <a:lnTo>
                    <a:pt x="660196" y="53053"/>
                  </a:lnTo>
                  <a:lnTo>
                    <a:pt x="663765" y="52150"/>
                  </a:lnTo>
                  <a:lnTo>
                    <a:pt x="667334" y="51367"/>
                  </a:lnTo>
                  <a:lnTo>
                    <a:pt x="670902" y="50396"/>
                  </a:lnTo>
                  <a:lnTo>
                    <a:pt x="674471" y="49642"/>
                  </a:lnTo>
                  <a:lnTo>
                    <a:pt x="678040" y="48887"/>
                  </a:lnTo>
                  <a:lnTo>
                    <a:pt x="681608" y="48132"/>
                  </a:lnTo>
                  <a:lnTo>
                    <a:pt x="685177" y="47010"/>
                  </a:lnTo>
                  <a:lnTo>
                    <a:pt x="688745" y="46016"/>
                  </a:lnTo>
                  <a:lnTo>
                    <a:pt x="692314" y="45441"/>
                  </a:lnTo>
                  <a:lnTo>
                    <a:pt x="695883" y="44877"/>
                  </a:lnTo>
                  <a:lnTo>
                    <a:pt x="699451" y="44216"/>
                  </a:lnTo>
                  <a:lnTo>
                    <a:pt x="703020" y="43412"/>
                  </a:lnTo>
                  <a:lnTo>
                    <a:pt x="706589" y="42267"/>
                  </a:lnTo>
                  <a:lnTo>
                    <a:pt x="710157" y="41263"/>
                  </a:lnTo>
                  <a:lnTo>
                    <a:pt x="713726" y="40102"/>
                  </a:lnTo>
                  <a:lnTo>
                    <a:pt x="717294" y="38939"/>
                  </a:lnTo>
                  <a:lnTo>
                    <a:pt x="720863" y="37781"/>
                  </a:lnTo>
                  <a:lnTo>
                    <a:pt x="724432" y="36919"/>
                  </a:lnTo>
                  <a:lnTo>
                    <a:pt x="728000" y="35851"/>
                  </a:lnTo>
                  <a:lnTo>
                    <a:pt x="731569" y="35269"/>
                  </a:lnTo>
                  <a:lnTo>
                    <a:pt x="735138" y="34407"/>
                  </a:lnTo>
                  <a:lnTo>
                    <a:pt x="738706" y="33722"/>
                  </a:lnTo>
                  <a:lnTo>
                    <a:pt x="742275" y="32784"/>
                  </a:lnTo>
                  <a:lnTo>
                    <a:pt x="745844" y="32077"/>
                  </a:lnTo>
                  <a:lnTo>
                    <a:pt x="749412" y="30827"/>
                  </a:lnTo>
                  <a:lnTo>
                    <a:pt x="752981" y="29513"/>
                  </a:lnTo>
                  <a:lnTo>
                    <a:pt x="756549" y="28466"/>
                  </a:lnTo>
                  <a:lnTo>
                    <a:pt x="760118" y="27456"/>
                  </a:lnTo>
                  <a:lnTo>
                    <a:pt x="763687" y="26341"/>
                  </a:lnTo>
                  <a:lnTo>
                    <a:pt x="767255" y="25476"/>
                  </a:lnTo>
                  <a:lnTo>
                    <a:pt x="770824" y="24318"/>
                  </a:lnTo>
                  <a:lnTo>
                    <a:pt x="774393" y="22992"/>
                  </a:lnTo>
                  <a:lnTo>
                    <a:pt x="777961" y="22005"/>
                  </a:lnTo>
                  <a:lnTo>
                    <a:pt x="781530" y="21215"/>
                  </a:lnTo>
                  <a:lnTo>
                    <a:pt x="785098" y="20324"/>
                  </a:lnTo>
                  <a:lnTo>
                    <a:pt x="788667" y="19442"/>
                  </a:lnTo>
                  <a:lnTo>
                    <a:pt x="792236" y="18462"/>
                  </a:lnTo>
                  <a:lnTo>
                    <a:pt x="795804" y="17465"/>
                  </a:lnTo>
                  <a:lnTo>
                    <a:pt x="799373" y="16098"/>
                  </a:lnTo>
                  <a:lnTo>
                    <a:pt x="802942" y="14982"/>
                  </a:lnTo>
                  <a:lnTo>
                    <a:pt x="806510" y="13821"/>
                  </a:lnTo>
                  <a:lnTo>
                    <a:pt x="810079" y="12536"/>
                  </a:lnTo>
                  <a:lnTo>
                    <a:pt x="813648" y="11756"/>
                  </a:lnTo>
                  <a:lnTo>
                    <a:pt x="817216" y="10975"/>
                  </a:lnTo>
                  <a:lnTo>
                    <a:pt x="820785" y="10194"/>
                  </a:lnTo>
                  <a:lnTo>
                    <a:pt x="824353" y="9178"/>
                  </a:lnTo>
                  <a:lnTo>
                    <a:pt x="827922" y="8373"/>
                  </a:lnTo>
                  <a:lnTo>
                    <a:pt x="831491" y="7400"/>
                  </a:lnTo>
                  <a:lnTo>
                    <a:pt x="835059" y="6189"/>
                  </a:lnTo>
                  <a:lnTo>
                    <a:pt x="838628" y="4955"/>
                  </a:lnTo>
                  <a:lnTo>
                    <a:pt x="842197" y="3474"/>
                  </a:lnTo>
                  <a:lnTo>
                    <a:pt x="845765" y="2264"/>
                  </a:lnTo>
                  <a:lnTo>
                    <a:pt x="849334" y="1122"/>
                  </a:lnTo>
                  <a:lnTo>
                    <a:pt x="852902" y="0"/>
                  </a:lnTo>
                  <a:lnTo>
                    <a:pt x="852902" y="217540"/>
                  </a:lnTo>
                  <a:lnTo>
                    <a:pt x="849334" y="217386"/>
                  </a:lnTo>
                  <a:lnTo>
                    <a:pt x="845765" y="216962"/>
                  </a:lnTo>
                  <a:lnTo>
                    <a:pt x="842197" y="216439"/>
                  </a:lnTo>
                  <a:lnTo>
                    <a:pt x="838628" y="216013"/>
                  </a:lnTo>
                  <a:lnTo>
                    <a:pt x="835059" y="215837"/>
                  </a:lnTo>
                  <a:lnTo>
                    <a:pt x="831491" y="215768"/>
                  </a:lnTo>
                  <a:lnTo>
                    <a:pt x="827922" y="215618"/>
                  </a:lnTo>
                  <a:lnTo>
                    <a:pt x="824353" y="215392"/>
                  </a:lnTo>
                  <a:lnTo>
                    <a:pt x="820785" y="215047"/>
                  </a:lnTo>
                  <a:lnTo>
                    <a:pt x="817216" y="214906"/>
                  </a:lnTo>
                  <a:lnTo>
                    <a:pt x="813648" y="214943"/>
                  </a:lnTo>
                  <a:lnTo>
                    <a:pt x="810079" y="214686"/>
                  </a:lnTo>
                  <a:lnTo>
                    <a:pt x="806510" y="214356"/>
                  </a:lnTo>
                  <a:lnTo>
                    <a:pt x="802942" y="214022"/>
                  </a:lnTo>
                  <a:lnTo>
                    <a:pt x="799373" y="213820"/>
                  </a:lnTo>
                  <a:lnTo>
                    <a:pt x="795804" y="213664"/>
                  </a:lnTo>
                  <a:lnTo>
                    <a:pt x="792236" y="213507"/>
                  </a:lnTo>
                  <a:lnTo>
                    <a:pt x="788667" y="213351"/>
                  </a:lnTo>
                  <a:lnTo>
                    <a:pt x="785098" y="213194"/>
                  </a:lnTo>
                  <a:lnTo>
                    <a:pt x="781530" y="213038"/>
                  </a:lnTo>
                  <a:lnTo>
                    <a:pt x="777961" y="212779"/>
                  </a:lnTo>
                  <a:lnTo>
                    <a:pt x="774393" y="212371"/>
                  </a:lnTo>
                  <a:lnTo>
                    <a:pt x="770824" y="212075"/>
                  </a:lnTo>
                  <a:lnTo>
                    <a:pt x="767255" y="212030"/>
                  </a:lnTo>
                  <a:lnTo>
                    <a:pt x="763687" y="211732"/>
                  </a:lnTo>
                  <a:lnTo>
                    <a:pt x="760118" y="211650"/>
                  </a:lnTo>
                  <a:lnTo>
                    <a:pt x="756549" y="211442"/>
                  </a:lnTo>
                  <a:lnTo>
                    <a:pt x="752981" y="211155"/>
                  </a:lnTo>
                  <a:lnTo>
                    <a:pt x="749412" y="211296"/>
                  </a:lnTo>
                  <a:lnTo>
                    <a:pt x="745844" y="210981"/>
                  </a:lnTo>
                  <a:lnTo>
                    <a:pt x="742275" y="210720"/>
                  </a:lnTo>
                  <a:lnTo>
                    <a:pt x="738706" y="210741"/>
                  </a:lnTo>
                  <a:lnTo>
                    <a:pt x="735138" y="210464"/>
                  </a:lnTo>
                  <a:lnTo>
                    <a:pt x="731569" y="210338"/>
                  </a:lnTo>
                  <a:lnTo>
                    <a:pt x="728000" y="210080"/>
                  </a:lnTo>
                  <a:lnTo>
                    <a:pt x="724432" y="210263"/>
                  </a:lnTo>
                  <a:lnTo>
                    <a:pt x="720863" y="210061"/>
                  </a:lnTo>
                  <a:lnTo>
                    <a:pt x="717294" y="210135"/>
                  </a:lnTo>
                  <a:lnTo>
                    <a:pt x="713726" y="210055"/>
                  </a:lnTo>
                  <a:lnTo>
                    <a:pt x="710157" y="209753"/>
                  </a:lnTo>
                  <a:lnTo>
                    <a:pt x="706589" y="209520"/>
                  </a:lnTo>
                  <a:lnTo>
                    <a:pt x="703020" y="209515"/>
                  </a:lnTo>
                  <a:lnTo>
                    <a:pt x="699451" y="209401"/>
                  </a:lnTo>
                  <a:lnTo>
                    <a:pt x="695883" y="209123"/>
                  </a:lnTo>
                  <a:lnTo>
                    <a:pt x="692314" y="209095"/>
                  </a:lnTo>
                  <a:lnTo>
                    <a:pt x="688745" y="208995"/>
                  </a:lnTo>
                  <a:lnTo>
                    <a:pt x="685177" y="208838"/>
                  </a:lnTo>
                  <a:lnTo>
                    <a:pt x="681608" y="208604"/>
                  </a:lnTo>
                  <a:lnTo>
                    <a:pt x="678040" y="208525"/>
                  </a:lnTo>
                  <a:lnTo>
                    <a:pt x="674471" y="208373"/>
                  </a:lnTo>
                  <a:lnTo>
                    <a:pt x="670902" y="208220"/>
                  </a:lnTo>
                  <a:lnTo>
                    <a:pt x="667334" y="208134"/>
                  </a:lnTo>
                  <a:lnTo>
                    <a:pt x="663765" y="207900"/>
                  </a:lnTo>
                  <a:lnTo>
                    <a:pt x="660196" y="207832"/>
                  </a:lnTo>
                  <a:lnTo>
                    <a:pt x="656628" y="207802"/>
                  </a:lnTo>
                  <a:lnTo>
                    <a:pt x="653059" y="207883"/>
                  </a:lnTo>
                  <a:lnTo>
                    <a:pt x="649490" y="207888"/>
                  </a:lnTo>
                  <a:lnTo>
                    <a:pt x="645922" y="207645"/>
                  </a:lnTo>
                  <a:lnTo>
                    <a:pt x="642353" y="207725"/>
                  </a:lnTo>
                  <a:lnTo>
                    <a:pt x="638785" y="207805"/>
                  </a:lnTo>
                  <a:lnTo>
                    <a:pt x="635216" y="207882"/>
                  </a:lnTo>
                  <a:lnTo>
                    <a:pt x="631647" y="207856"/>
                  </a:lnTo>
                  <a:lnTo>
                    <a:pt x="628079" y="207685"/>
                  </a:lnTo>
                  <a:lnTo>
                    <a:pt x="624510" y="207508"/>
                  </a:lnTo>
                  <a:lnTo>
                    <a:pt x="620941" y="207347"/>
                  </a:lnTo>
                  <a:lnTo>
                    <a:pt x="617373" y="207129"/>
                  </a:lnTo>
                  <a:lnTo>
                    <a:pt x="613804" y="207062"/>
                  </a:lnTo>
                  <a:lnTo>
                    <a:pt x="610236" y="207152"/>
                  </a:lnTo>
                  <a:lnTo>
                    <a:pt x="606667" y="207328"/>
                  </a:lnTo>
                  <a:lnTo>
                    <a:pt x="603098" y="207233"/>
                  </a:lnTo>
                  <a:lnTo>
                    <a:pt x="599530" y="207186"/>
                  </a:lnTo>
                  <a:lnTo>
                    <a:pt x="595961" y="207315"/>
                  </a:lnTo>
                  <a:lnTo>
                    <a:pt x="592392" y="207257"/>
                  </a:lnTo>
                  <a:lnTo>
                    <a:pt x="588824" y="207114"/>
                  </a:lnTo>
                  <a:lnTo>
                    <a:pt x="585255" y="206794"/>
                  </a:lnTo>
                  <a:lnTo>
                    <a:pt x="581686" y="206789"/>
                  </a:lnTo>
                  <a:lnTo>
                    <a:pt x="578118" y="206937"/>
                  </a:lnTo>
                  <a:lnTo>
                    <a:pt x="574549" y="207077"/>
                  </a:lnTo>
                  <a:lnTo>
                    <a:pt x="570981" y="207262"/>
                  </a:lnTo>
                  <a:lnTo>
                    <a:pt x="567412" y="207439"/>
                  </a:lnTo>
                  <a:lnTo>
                    <a:pt x="563843" y="207559"/>
                  </a:lnTo>
                  <a:lnTo>
                    <a:pt x="560275" y="207600"/>
                  </a:lnTo>
                  <a:lnTo>
                    <a:pt x="556706" y="207463"/>
                  </a:lnTo>
                  <a:lnTo>
                    <a:pt x="553137" y="207344"/>
                  </a:lnTo>
                  <a:lnTo>
                    <a:pt x="549569" y="207281"/>
                  </a:lnTo>
                  <a:lnTo>
                    <a:pt x="546000" y="207517"/>
                  </a:lnTo>
                  <a:lnTo>
                    <a:pt x="542432" y="207750"/>
                  </a:lnTo>
                  <a:lnTo>
                    <a:pt x="538863" y="207984"/>
                  </a:lnTo>
                  <a:lnTo>
                    <a:pt x="535294" y="208043"/>
                  </a:lnTo>
                  <a:lnTo>
                    <a:pt x="531726" y="208195"/>
                  </a:lnTo>
                  <a:lnTo>
                    <a:pt x="528157" y="208597"/>
                  </a:lnTo>
                  <a:lnTo>
                    <a:pt x="524588" y="208755"/>
                  </a:lnTo>
                  <a:lnTo>
                    <a:pt x="521020" y="208714"/>
                  </a:lnTo>
                  <a:lnTo>
                    <a:pt x="517451" y="208779"/>
                  </a:lnTo>
                  <a:lnTo>
                    <a:pt x="513882" y="208560"/>
                  </a:lnTo>
                  <a:lnTo>
                    <a:pt x="510314" y="208541"/>
                  </a:lnTo>
                  <a:lnTo>
                    <a:pt x="506745" y="208481"/>
                  </a:lnTo>
                  <a:lnTo>
                    <a:pt x="503177" y="208716"/>
                  </a:lnTo>
                  <a:lnTo>
                    <a:pt x="499608" y="208769"/>
                  </a:lnTo>
                  <a:lnTo>
                    <a:pt x="496039" y="208714"/>
                  </a:lnTo>
                  <a:lnTo>
                    <a:pt x="492471" y="208744"/>
                  </a:lnTo>
                  <a:lnTo>
                    <a:pt x="488902" y="208982"/>
                  </a:lnTo>
                  <a:lnTo>
                    <a:pt x="485333" y="208991"/>
                  </a:lnTo>
                  <a:lnTo>
                    <a:pt x="481765" y="209139"/>
                  </a:lnTo>
                  <a:lnTo>
                    <a:pt x="478196" y="209370"/>
                  </a:lnTo>
                  <a:lnTo>
                    <a:pt x="474628" y="209281"/>
                  </a:lnTo>
                  <a:lnTo>
                    <a:pt x="471059" y="209685"/>
                  </a:lnTo>
                  <a:lnTo>
                    <a:pt x="467490" y="209948"/>
                  </a:lnTo>
                  <a:lnTo>
                    <a:pt x="463922" y="209944"/>
                  </a:lnTo>
                  <a:lnTo>
                    <a:pt x="460353" y="210146"/>
                  </a:lnTo>
                  <a:lnTo>
                    <a:pt x="456784" y="210527"/>
                  </a:lnTo>
                  <a:lnTo>
                    <a:pt x="453216" y="210719"/>
                  </a:lnTo>
                  <a:lnTo>
                    <a:pt x="449647" y="210928"/>
                  </a:lnTo>
                  <a:lnTo>
                    <a:pt x="446078" y="211322"/>
                  </a:lnTo>
                  <a:lnTo>
                    <a:pt x="442510" y="211380"/>
                  </a:lnTo>
                  <a:lnTo>
                    <a:pt x="438941" y="211444"/>
                  </a:lnTo>
                  <a:lnTo>
                    <a:pt x="435373" y="211607"/>
                  </a:lnTo>
                  <a:lnTo>
                    <a:pt x="431804" y="211870"/>
                  </a:lnTo>
                  <a:lnTo>
                    <a:pt x="428235" y="212061"/>
                  </a:lnTo>
                  <a:lnTo>
                    <a:pt x="424667" y="212431"/>
                  </a:lnTo>
                  <a:lnTo>
                    <a:pt x="421098" y="212670"/>
                  </a:lnTo>
                  <a:lnTo>
                    <a:pt x="417529" y="212752"/>
                  </a:lnTo>
                  <a:lnTo>
                    <a:pt x="413961" y="213056"/>
                  </a:lnTo>
                  <a:lnTo>
                    <a:pt x="410392" y="213089"/>
                  </a:lnTo>
                  <a:lnTo>
                    <a:pt x="406824" y="213365"/>
                  </a:lnTo>
                  <a:lnTo>
                    <a:pt x="403255" y="213669"/>
                  </a:lnTo>
                  <a:lnTo>
                    <a:pt x="399686" y="213713"/>
                  </a:lnTo>
                  <a:lnTo>
                    <a:pt x="396118" y="213778"/>
                  </a:lnTo>
                  <a:lnTo>
                    <a:pt x="392549" y="213968"/>
                  </a:lnTo>
                  <a:lnTo>
                    <a:pt x="388980" y="214211"/>
                  </a:lnTo>
                  <a:lnTo>
                    <a:pt x="385412" y="214410"/>
                  </a:lnTo>
                  <a:lnTo>
                    <a:pt x="381843" y="214670"/>
                  </a:lnTo>
                  <a:lnTo>
                    <a:pt x="378274" y="215056"/>
                  </a:lnTo>
                  <a:lnTo>
                    <a:pt x="374706" y="215397"/>
                  </a:lnTo>
                  <a:lnTo>
                    <a:pt x="371137" y="215627"/>
                  </a:lnTo>
                  <a:lnTo>
                    <a:pt x="367569" y="215717"/>
                  </a:lnTo>
                  <a:lnTo>
                    <a:pt x="364000" y="216050"/>
                  </a:lnTo>
                  <a:lnTo>
                    <a:pt x="360431" y="216414"/>
                  </a:lnTo>
                  <a:lnTo>
                    <a:pt x="356863" y="216741"/>
                  </a:lnTo>
                  <a:lnTo>
                    <a:pt x="353294" y="216948"/>
                  </a:lnTo>
                  <a:lnTo>
                    <a:pt x="349725" y="217330"/>
                  </a:lnTo>
                  <a:lnTo>
                    <a:pt x="346157" y="217810"/>
                  </a:lnTo>
                  <a:lnTo>
                    <a:pt x="342588" y="218066"/>
                  </a:lnTo>
                  <a:lnTo>
                    <a:pt x="339020" y="218469"/>
                  </a:lnTo>
                  <a:lnTo>
                    <a:pt x="335451" y="218862"/>
                  </a:lnTo>
                  <a:lnTo>
                    <a:pt x="331882" y="218911"/>
                  </a:lnTo>
                  <a:lnTo>
                    <a:pt x="328314" y="219255"/>
                  </a:lnTo>
                  <a:lnTo>
                    <a:pt x="324745" y="219524"/>
                  </a:lnTo>
                  <a:lnTo>
                    <a:pt x="321176" y="219866"/>
                  </a:lnTo>
                  <a:lnTo>
                    <a:pt x="317608" y="220097"/>
                  </a:lnTo>
                  <a:lnTo>
                    <a:pt x="314039" y="220319"/>
                  </a:lnTo>
                  <a:lnTo>
                    <a:pt x="310470" y="220639"/>
                  </a:lnTo>
                  <a:lnTo>
                    <a:pt x="306902" y="220939"/>
                  </a:lnTo>
                  <a:lnTo>
                    <a:pt x="303333" y="221310"/>
                  </a:lnTo>
                  <a:lnTo>
                    <a:pt x="299765" y="221716"/>
                  </a:lnTo>
                  <a:lnTo>
                    <a:pt x="296196" y="221922"/>
                  </a:lnTo>
                  <a:lnTo>
                    <a:pt x="292627" y="222261"/>
                  </a:lnTo>
                  <a:lnTo>
                    <a:pt x="289059" y="222678"/>
                  </a:lnTo>
                  <a:lnTo>
                    <a:pt x="285490" y="223278"/>
                  </a:lnTo>
                  <a:lnTo>
                    <a:pt x="281921" y="223633"/>
                  </a:lnTo>
                  <a:lnTo>
                    <a:pt x="278353" y="223869"/>
                  </a:lnTo>
                  <a:lnTo>
                    <a:pt x="274784" y="224293"/>
                  </a:lnTo>
                  <a:lnTo>
                    <a:pt x="271216" y="224551"/>
                  </a:lnTo>
                  <a:lnTo>
                    <a:pt x="267647" y="224910"/>
                  </a:lnTo>
                  <a:lnTo>
                    <a:pt x="264078" y="225235"/>
                  </a:lnTo>
                  <a:lnTo>
                    <a:pt x="260510" y="225512"/>
                  </a:lnTo>
                  <a:lnTo>
                    <a:pt x="256941" y="225827"/>
                  </a:lnTo>
                  <a:lnTo>
                    <a:pt x="253372" y="226166"/>
                  </a:lnTo>
                  <a:lnTo>
                    <a:pt x="249804" y="226835"/>
                  </a:lnTo>
                  <a:lnTo>
                    <a:pt x="246235" y="227233"/>
                  </a:lnTo>
                  <a:lnTo>
                    <a:pt x="242666" y="227636"/>
                  </a:lnTo>
                  <a:lnTo>
                    <a:pt x="239098" y="228131"/>
                  </a:lnTo>
                  <a:lnTo>
                    <a:pt x="235529" y="228674"/>
                  </a:lnTo>
                  <a:lnTo>
                    <a:pt x="231961" y="228995"/>
                  </a:lnTo>
                  <a:lnTo>
                    <a:pt x="228392" y="229745"/>
                  </a:lnTo>
                  <a:lnTo>
                    <a:pt x="224823" y="230100"/>
                  </a:lnTo>
                  <a:lnTo>
                    <a:pt x="221255" y="230675"/>
                  </a:lnTo>
                  <a:lnTo>
                    <a:pt x="217686" y="231305"/>
                  </a:lnTo>
                  <a:lnTo>
                    <a:pt x="214117" y="232045"/>
                  </a:lnTo>
                  <a:lnTo>
                    <a:pt x="210549" y="232553"/>
                  </a:lnTo>
                  <a:lnTo>
                    <a:pt x="206980" y="232979"/>
                  </a:lnTo>
                  <a:lnTo>
                    <a:pt x="203412" y="233660"/>
                  </a:lnTo>
                  <a:lnTo>
                    <a:pt x="199843" y="233992"/>
                  </a:lnTo>
                  <a:lnTo>
                    <a:pt x="196274" y="234380"/>
                  </a:lnTo>
                  <a:lnTo>
                    <a:pt x="192706" y="234965"/>
                  </a:lnTo>
                  <a:lnTo>
                    <a:pt x="189137" y="235401"/>
                  </a:lnTo>
                  <a:lnTo>
                    <a:pt x="185568" y="236296"/>
                  </a:lnTo>
                  <a:lnTo>
                    <a:pt x="182000" y="236865"/>
                  </a:lnTo>
                  <a:lnTo>
                    <a:pt x="178431" y="237297"/>
                  </a:lnTo>
                  <a:lnTo>
                    <a:pt x="174862" y="237727"/>
                  </a:lnTo>
                  <a:lnTo>
                    <a:pt x="171294" y="238265"/>
                  </a:lnTo>
                  <a:lnTo>
                    <a:pt x="167725" y="238675"/>
                  </a:lnTo>
                  <a:lnTo>
                    <a:pt x="164157" y="239010"/>
                  </a:lnTo>
                  <a:lnTo>
                    <a:pt x="160588" y="239716"/>
                  </a:lnTo>
                  <a:lnTo>
                    <a:pt x="157019" y="240105"/>
                  </a:lnTo>
                  <a:lnTo>
                    <a:pt x="153451" y="240617"/>
                  </a:lnTo>
                  <a:lnTo>
                    <a:pt x="149882" y="241192"/>
                  </a:lnTo>
                  <a:lnTo>
                    <a:pt x="146313" y="241916"/>
                  </a:lnTo>
                  <a:lnTo>
                    <a:pt x="142745" y="242396"/>
                  </a:lnTo>
                  <a:lnTo>
                    <a:pt x="139176" y="242988"/>
                  </a:lnTo>
                  <a:lnTo>
                    <a:pt x="135608" y="243396"/>
                  </a:lnTo>
                  <a:lnTo>
                    <a:pt x="132039" y="243841"/>
                  </a:lnTo>
                  <a:lnTo>
                    <a:pt x="128470" y="244169"/>
                  </a:lnTo>
                  <a:lnTo>
                    <a:pt x="124902" y="244551"/>
                  </a:lnTo>
                  <a:lnTo>
                    <a:pt x="121333" y="245157"/>
                  </a:lnTo>
                  <a:lnTo>
                    <a:pt x="117764" y="245801"/>
                  </a:lnTo>
                  <a:lnTo>
                    <a:pt x="114196" y="246371"/>
                  </a:lnTo>
                  <a:lnTo>
                    <a:pt x="110627" y="246977"/>
                  </a:lnTo>
                  <a:lnTo>
                    <a:pt x="107058" y="247582"/>
                  </a:lnTo>
                  <a:lnTo>
                    <a:pt x="103490" y="248271"/>
                  </a:lnTo>
                  <a:lnTo>
                    <a:pt x="99921" y="248914"/>
                  </a:lnTo>
                  <a:lnTo>
                    <a:pt x="96353" y="249589"/>
                  </a:lnTo>
                  <a:lnTo>
                    <a:pt x="92784" y="250172"/>
                  </a:lnTo>
                  <a:lnTo>
                    <a:pt x="89215" y="250750"/>
                  </a:lnTo>
                  <a:lnTo>
                    <a:pt x="85647" y="251329"/>
                  </a:lnTo>
                  <a:lnTo>
                    <a:pt x="82078" y="251947"/>
                  </a:lnTo>
                  <a:lnTo>
                    <a:pt x="78509" y="252530"/>
                  </a:lnTo>
                  <a:lnTo>
                    <a:pt x="74941" y="253057"/>
                  </a:lnTo>
                  <a:lnTo>
                    <a:pt x="71372" y="253733"/>
                  </a:lnTo>
                  <a:lnTo>
                    <a:pt x="67804" y="254292"/>
                  </a:lnTo>
                  <a:lnTo>
                    <a:pt x="64235" y="254878"/>
                  </a:lnTo>
                  <a:lnTo>
                    <a:pt x="60666" y="255520"/>
                  </a:lnTo>
                  <a:lnTo>
                    <a:pt x="57098" y="256165"/>
                  </a:lnTo>
                  <a:lnTo>
                    <a:pt x="53529" y="256807"/>
                  </a:lnTo>
                  <a:lnTo>
                    <a:pt x="49960" y="257381"/>
                  </a:lnTo>
                  <a:lnTo>
                    <a:pt x="46392" y="257739"/>
                  </a:lnTo>
                  <a:lnTo>
                    <a:pt x="42823" y="258193"/>
                  </a:lnTo>
                  <a:lnTo>
                    <a:pt x="39254" y="258732"/>
                  </a:lnTo>
                  <a:lnTo>
                    <a:pt x="35686" y="259301"/>
                  </a:lnTo>
                  <a:lnTo>
                    <a:pt x="32117" y="259869"/>
                  </a:lnTo>
                  <a:lnTo>
                    <a:pt x="28549" y="260433"/>
                  </a:lnTo>
                  <a:lnTo>
                    <a:pt x="24980" y="261008"/>
                  </a:lnTo>
                  <a:lnTo>
                    <a:pt x="21411" y="261655"/>
                  </a:lnTo>
                  <a:lnTo>
                    <a:pt x="17843" y="262117"/>
                  </a:lnTo>
                  <a:lnTo>
                    <a:pt x="14274" y="262673"/>
                  </a:lnTo>
                  <a:lnTo>
                    <a:pt x="10705" y="263169"/>
                  </a:lnTo>
                  <a:lnTo>
                    <a:pt x="7137" y="263639"/>
                  </a:lnTo>
                  <a:lnTo>
                    <a:pt x="3568" y="264152"/>
                  </a:lnTo>
                  <a:lnTo>
                    <a:pt x="0" y="264690"/>
                  </a:lnTo>
                  <a:close/>
                </a:path>
              </a:pathLst>
            </a:custGeom>
            <a:solidFill>
              <a:srgbClr val="D55E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554393" y="3030872"/>
              <a:ext cx="852902" cy="117695"/>
            </a:xfrm>
            <a:custGeom>
              <a:avLst/>
              <a:pathLst>
                <a:path w="852902" h="117695">
                  <a:moveTo>
                    <a:pt x="0" y="115404"/>
                  </a:moveTo>
                  <a:lnTo>
                    <a:pt x="3568" y="115331"/>
                  </a:lnTo>
                  <a:lnTo>
                    <a:pt x="7137" y="115501"/>
                  </a:lnTo>
                  <a:lnTo>
                    <a:pt x="10705" y="115375"/>
                  </a:lnTo>
                  <a:lnTo>
                    <a:pt x="14274" y="115534"/>
                  </a:lnTo>
                  <a:lnTo>
                    <a:pt x="17843" y="115754"/>
                  </a:lnTo>
                  <a:lnTo>
                    <a:pt x="21411" y="115983"/>
                  </a:lnTo>
                  <a:lnTo>
                    <a:pt x="24980" y="116019"/>
                  </a:lnTo>
                  <a:lnTo>
                    <a:pt x="28549" y="115922"/>
                  </a:lnTo>
                  <a:lnTo>
                    <a:pt x="32117" y="115895"/>
                  </a:lnTo>
                  <a:lnTo>
                    <a:pt x="35686" y="116069"/>
                  </a:lnTo>
                  <a:lnTo>
                    <a:pt x="39254" y="116181"/>
                  </a:lnTo>
                  <a:lnTo>
                    <a:pt x="42823" y="116479"/>
                  </a:lnTo>
                  <a:lnTo>
                    <a:pt x="46392" y="116776"/>
                  </a:lnTo>
                  <a:lnTo>
                    <a:pt x="49960" y="116781"/>
                  </a:lnTo>
                  <a:lnTo>
                    <a:pt x="53529" y="116774"/>
                  </a:lnTo>
                  <a:lnTo>
                    <a:pt x="57098" y="116703"/>
                  </a:lnTo>
                  <a:lnTo>
                    <a:pt x="60666" y="116790"/>
                  </a:lnTo>
                  <a:lnTo>
                    <a:pt x="64235" y="116788"/>
                  </a:lnTo>
                  <a:lnTo>
                    <a:pt x="67804" y="116869"/>
                  </a:lnTo>
                  <a:lnTo>
                    <a:pt x="71372" y="116989"/>
                  </a:lnTo>
                  <a:lnTo>
                    <a:pt x="74941" y="117065"/>
                  </a:lnTo>
                  <a:lnTo>
                    <a:pt x="78509" y="117153"/>
                  </a:lnTo>
                  <a:lnTo>
                    <a:pt x="82078" y="117415"/>
                  </a:lnTo>
                  <a:lnTo>
                    <a:pt x="85647" y="117411"/>
                  </a:lnTo>
                  <a:lnTo>
                    <a:pt x="89215" y="117534"/>
                  </a:lnTo>
                  <a:lnTo>
                    <a:pt x="92784" y="117438"/>
                  </a:lnTo>
                  <a:lnTo>
                    <a:pt x="96353" y="117695"/>
                  </a:lnTo>
                  <a:lnTo>
                    <a:pt x="99921" y="117549"/>
                  </a:lnTo>
                  <a:lnTo>
                    <a:pt x="103490" y="117588"/>
                  </a:lnTo>
                  <a:lnTo>
                    <a:pt x="107058" y="117324"/>
                  </a:lnTo>
                  <a:lnTo>
                    <a:pt x="110627" y="116993"/>
                  </a:lnTo>
                  <a:lnTo>
                    <a:pt x="114196" y="116888"/>
                  </a:lnTo>
                  <a:lnTo>
                    <a:pt x="117764" y="116831"/>
                  </a:lnTo>
                  <a:lnTo>
                    <a:pt x="121333" y="116773"/>
                  </a:lnTo>
                  <a:lnTo>
                    <a:pt x="124902" y="116750"/>
                  </a:lnTo>
                  <a:lnTo>
                    <a:pt x="128470" y="116747"/>
                  </a:lnTo>
                  <a:lnTo>
                    <a:pt x="132039" y="116949"/>
                  </a:lnTo>
                  <a:lnTo>
                    <a:pt x="135608" y="116892"/>
                  </a:lnTo>
                  <a:lnTo>
                    <a:pt x="139176" y="116840"/>
                  </a:lnTo>
                  <a:lnTo>
                    <a:pt x="142745" y="116803"/>
                  </a:lnTo>
                  <a:lnTo>
                    <a:pt x="146313" y="116735"/>
                  </a:lnTo>
                  <a:lnTo>
                    <a:pt x="149882" y="116735"/>
                  </a:lnTo>
                  <a:lnTo>
                    <a:pt x="153451" y="116730"/>
                  </a:lnTo>
                  <a:lnTo>
                    <a:pt x="157019" y="116648"/>
                  </a:lnTo>
                  <a:lnTo>
                    <a:pt x="160588" y="116721"/>
                  </a:lnTo>
                  <a:lnTo>
                    <a:pt x="164157" y="116812"/>
                  </a:lnTo>
                  <a:lnTo>
                    <a:pt x="167725" y="116614"/>
                  </a:lnTo>
                  <a:lnTo>
                    <a:pt x="171294" y="116717"/>
                  </a:lnTo>
                  <a:lnTo>
                    <a:pt x="174862" y="116472"/>
                  </a:lnTo>
                  <a:lnTo>
                    <a:pt x="178431" y="116611"/>
                  </a:lnTo>
                  <a:lnTo>
                    <a:pt x="182000" y="116557"/>
                  </a:lnTo>
                  <a:lnTo>
                    <a:pt x="185568" y="116863"/>
                  </a:lnTo>
                  <a:lnTo>
                    <a:pt x="189137" y="116903"/>
                  </a:lnTo>
                  <a:lnTo>
                    <a:pt x="192706" y="116754"/>
                  </a:lnTo>
                  <a:lnTo>
                    <a:pt x="196274" y="116699"/>
                  </a:lnTo>
                  <a:lnTo>
                    <a:pt x="199843" y="116490"/>
                  </a:lnTo>
                  <a:lnTo>
                    <a:pt x="203412" y="116686"/>
                  </a:lnTo>
                  <a:lnTo>
                    <a:pt x="206980" y="116683"/>
                  </a:lnTo>
                  <a:lnTo>
                    <a:pt x="210549" y="116684"/>
                  </a:lnTo>
                  <a:lnTo>
                    <a:pt x="214117" y="116585"/>
                  </a:lnTo>
                  <a:lnTo>
                    <a:pt x="217686" y="116622"/>
                  </a:lnTo>
                  <a:lnTo>
                    <a:pt x="221255" y="116510"/>
                  </a:lnTo>
                  <a:lnTo>
                    <a:pt x="224823" y="116564"/>
                  </a:lnTo>
                  <a:lnTo>
                    <a:pt x="228392" y="116385"/>
                  </a:lnTo>
                  <a:lnTo>
                    <a:pt x="231961" y="116450"/>
                  </a:lnTo>
                  <a:lnTo>
                    <a:pt x="235529" y="116420"/>
                  </a:lnTo>
                  <a:lnTo>
                    <a:pt x="239098" y="116087"/>
                  </a:lnTo>
                  <a:lnTo>
                    <a:pt x="242666" y="115868"/>
                  </a:lnTo>
                  <a:lnTo>
                    <a:pt x="246235" y="115364"/>
                  </a:lnTo>
                  <a:lnTo>
                    <a:pt x="249804" y="115242"/>
                  </a:lnTo>
                  <a:lnTo>
                    <a:pt x="253372" y="115087"/>
                  </a:lnTo>
                  <a:lnTo>
                    <a:pt x="256941" y="115064"/>
                  </a:lnTo>
                  <a:lnTo>
                    <a:pt x="260510" y="114908"/>
                  </a:lnTo>
                  <a:lnTo>
                    <a:pt x="264078" y="114960"/>
                  </a:lnTo>
                  <a:lnTo>
                    <a:pt x="267647" y="114923"/>
                  </a:lnTo>
                  <a:lnTo>
                    <a:pt x="271216" y="114852"/>
                  </a:lnTo>
                  <a:lnTo>
                    <a:pt x="274784" y="114836"/>
                  </a:lnTo>
                  <a:lnTo>
                    <a:pt x="278353" y="114725"/>
                  </a:lnTo>
                  <a:lnTo>
                    <a:pt x="281921" y="114604"/>
                  </a:lnTo>
                  <a:lnTo>
                    <a:pt x="285490" y="114107"/>
                  </a:lnTo>
                  <a:lnTo>
                    <a:pt x="289059" y="113679"/>
                  </a:lnTo>
                  <a:lnTo>
                    <a:pt x="292627" y="113171"/>
                  </a:lnTo>
                  <a:lnTo>
                    <a:pt x="296196" y="112884"/>
                  </a:lnTo>
                  <a:lnTo>
                    <a:pt x="299765" y="112564"/>
                  </a:lnTo>
                  <a:lnTo>
                    <a:pt x="303333" y="112402"/>
                  </a:lnTo>
                  <a:lnTo>
                    <a:pt x="306902" y="112181"/>
                  </a:lnTo>
                  <a:lnTo>
                    <a:pt x="310470" y="111758"/>
                  </a:lnTo>
                  <a:lnTo>
                    <a:pt x="314039" y="111706"/>
                  </a:lnTo>
                  <a:lnTo>
                    <a:pt x="317608" y="111549"/>
                  </a:lnTo>
                  <a:lnTo>
                    <a:pt x="321176" y="111199"/>
                  </a:lnTo>
                  <a:lnTo>
                    <a:pt x="324745" y="110815"/>
                  </a:lnTo>
                  <a:lnTo>
                    <a:pt x="328314" y="110439"/>
                  </a:lnTo>
                  <a:lnTo>
                    <a:pt x="331882" y="110151"/>
                  </a:lnTo>
                  <a:lnTo>
                    <a:pt x="335451" y="109941"/>
                  </a:lnTo>
                  <a:lnTo>
                    <a:pt x="339020" y="109389"/>
                  </a:lnTo>
                  <a:lnTo>
                    <a:pt x="342588" y="109053"/>
                  </a:lnTo>
                  <a:lnTo>
                    <a:pt x="346157" y="108777"/>
                  </a:lnTo>
                  <a:lnTo>
                    <a:pt x="349725" y="108636"/>
                  </a:lnTo>
                  <a:lnTo>
                    <a:pt x="353294" y="108426"/>
                  </a:lnTo>
                  <a:lnTo>
                    <a:pt x="356863" y="108255"/>
                  </a:lnTo>
                  <a:lnTo>
                    <a:pt x="360431" y="107938"/>
                  </a:lnTo>
                  <a:lnTo>
                    <a:pt x="364000" y="107914"/>
                  </a:lnTo>
                  <a:lnTo>
                    <a:pt x="367569" y="107663"/>
                  </a:lnTo>
                  <a:lnTo>
                    <a:pt x="371137" y="107048"/>
                  </a:lnTo>
                  <a:lnTo>
                    <a:pt x="374706" y="106843"/>
                  </a:lnTo>
                  <a:lnTo>
                    <a:pt x="378274" y="106399"/>
                  </a:lnTo>
                  <a:lnTo>
                    <a:pt x="381843" y="105939"/>
                  </a:lnTo>
                  <a:lnTo>
                    <a:pt x="385412" y="105361"/>
                  </a:lnTo>
                  <a:lnTo>
                    <a:pt x="388980" y="105088"/>
                  </a:lnTo>
                  <a:lnTo>
                    <a:pt x="392549" y="104483"/>
                  </a:lnTo>
                  <a:lnTo>
                    <a:pt x="396118" y="104226"/>
                  </a:lnTo>
                  <a:lnTo>
                    <a:pt x="399686" y="103763"/>
                  </a:lnTo>
                  <a:lnTo>
                    <a:pt x="403255" y="103435"/>
                  </a:lnTo>
                  <a:lnTo>
                    <a:pt x="406824" y="102976"/>
                  </a:lnTo>
                  <a:lnTo>
                    <a:pt x="410392" y="102530"/>
                  </a:lnTo>
                  <a:lnTo>
                    <a:pt x="413961" y="102060"/>
                  </a:lnTo>
                  <a:lnTo>
                    <a:pt x="417529" y="101368"/>
                  </a:lnTo>
                  <a:lnTo>
                    <a:pt x="421098" y="101041"/>
                  </a:lnTo>
                  <a:lnTo>
                    <a:pt x="424667" y="100396"/>
                  </a:lnTo>
                  <a:lnTo>
                    <a:pt x="428235" y="99803"/>
                  </a:lnTo>
                  <a:lnTo>
                    <a:pt x="431804" y="99755"/>
                  </a:lnTo>
                  <a:lnTo>
                    <a:pt x="435373" y="99372"/>
                  </a:lnTo>
                  <a:lnTo>
                    <a:pt x="438941" y="98924"/>
                  </a:lnTo>
                  <a:lnTo>
                    <a:pt x="442510" y="98236"/>
                  </a:lnTo>
                  <a:lnTo>
                    <a:pt x="446078" y="97712"/>
                  </a:lnTo>
                  <a:lnTo>
                    <a:pt x="449647" y="96764"/>
                  </a:lnTo>
                  <a:lnTo>
                    <a:pt x="453216" y="96662"/>
                  </a:lnTo>
                  <a:lnTo>
                    <a:pt x="456784" y="95618"/>
                  </a:lnTo>
                  <a:lnTo>
                    <a:pt x="460353" y="95233"/>
                  </a:lnTo>
                  <a:lnTo>
                    <a:pt x="463922" y="94619"/>
                  </a:lnTo>
                  <a:lnTo>
                    <a:pt x="467490" y="93841"/>
                  </a:lnTo>
                  <a:lnTo>
                    <a:pt x="471059" y="93155"/>
                  </a:lnTo>
                  <a:lnTo>
                    <a:pt x="474628" y="92248"/>
                  </a:lnTo>
                  <a:lnTo>
                    <a:pt x="478196" y="91684"/>
                  </a:lnTo>
                  <a:lnTo>
                    <a:pt x="481765" y="91083"/>
                  </a:lnTo>
                  <a:lnTo>
                    <a:pt x="485333" y="90529"/>
                  </a:lnTo>
                  <a:lnTo>
                    <a:pt x="488902" y="89971"/>
                  </a:lnTo>
                  <a:lnTo>
                    <a:pt x="492471" y="89305"/>
                  </a:lnTo>
                  <a:lnTo>
                    <a:pt x="496039" y="88733"/>
                  </a:lnTo>
                  <a:lnTo>
                    <a:pt x="499608" y="87812"/>
                  </a:lnTo>
                  <a:lnTo>
                    <a:pt x="503177" y="86956"/>
                  </a:lnTo>
                  <a:lnTo>
                    <a:pt x="506745" y="86089"/>
                  </a:lnTo>
                  <a:lnTo>
                    <a:pt x="510314" y="85228"/>
                  </a:lnTo>
                  <a:lnTo>
                    <a:pt x="513882" y="84693"/>
                  </a:lnTo>
                  <a:lnTo>
                    <a:pt x="517451" y="84282"/>
                  </a:lnTo>
                  <a:lnTo>
                    <a:pt x="521020" y="83415"/>
                  </a:lnTo>
                  <a:lnTo>
                    <a:pt x="524588" y="82711"/>
                  </a:lnTo>
                  <a:lnTo>
                    <a:pt x="528157" y="81768"/>
                  </a:lnTo>
                  <a:lnTo>
                    <a:pt x="531726" y="81115"/>
                  </a:lnTo>
                  <a:lnTo>
                    <a:pt x="535294" y="80929"/>
                  </a:lnTo>
                  <a:lnTo>
                    <a:pt x="538863" y="79777"/>
                  </a:lnTo>
                  <a:lnTo>
                    <a:pt x="542432" y="78809"/>
                  </a:lnTo>
                  <a:lnTo>
                    <a:pt x="546000" y="77841"/>
                  </a:lnTo>
                  <a:lnTo>
                    <a:pt x="549569" y="77249"/>
                  </a:lnTo>
                  <a:lnTo>
                    <a:pt x="553137" y="76820"/>
                  </a:lnTo>
                  <a:lnTo>
                    <a:pt x="556706" y="76196"/>
                  </a:lnTo>
                  <a:lnTo>
                    <a:pt x="560275" y="75755"/>
                  </a:lnTo>
                  <a:lnTo>
                    <a:pt x="563843" y="74748"/>
                  </a:lnTo>
                  <a:lnTo>
                    <a:pt x="567412" y="73698"/>
                  </a:lnTo>
                  <a:lnTo>
                    <a:pt x="570981" y="73057"/>
                  </a:lnTo>
                  <a:lnTo>
                    <a:pt x="574549" y="72557"/>
                  </a:lnTo>
                  <a:lnTo>
                    <a:pt x="578118" y="71884"/>
                  </a:lnTo>
                  <a:lnTo>
                    <a:pt x="581686" y="70811"/>
                  </a:lnTo>
                  <a:lnTo>
                    <a:pt x="585255" y="70086"/>
                  </a:lnTo>
                  <a:lnTo>
                    <a:pt x="588824" y="69669"/>
                  </a:lnTo>
                  <a:lnTo>
                    <a:pt x="592392" y="68509"/>
                  </a:lnTo>
                  <a:lnTo>
                    <a:pt x="595961" y="67749"/>
                  </a:lnTo>
                  <a:lnTo>
                    <a:pt x="599530" y="67048"/>
                  </a:lnTo>
                  <a:lnTo>
                    <a:pt x="603098" y="65914"/>
                  </a:lnTo>
                  <a:lnTo>
                    <a:pt x="606667" y="64977"/>
                  </a:lnTo>
                  <a:lnTo>
                    <a:pt x="610236" y="64265"/>
                  </a:lnTo>
                  <a:lnTo>
                    <a:pt x="613804" y="63450"/>
                  </a:lnTo>
                  <a:lnTo>
                    <a:pt x="617373" y="62682"/>
                  </a:lnTo>
                  <a:lnTo>
                    <a:pt x="620941" y="61919"/>
                  </a:lnTo>
                  <a:lnTo>
                    <a:pt x="624510" y="61154"/>
                  </a:lnTo>
                  <a:lnTo>
                    <a:pt x="628079" y="60389"/>
                  </a:lnTo>
                  <a:lnTo>
                    <a:pt x="631647" y="59627"/>
                  </a:lnTo>
                  <a:lnTo>
                    <a:pt x="635216" y="58897"/>
                  </a:lnTo>
                  <a:lnTo>
                    <a:pt x="638785" y="57746"/>
                  </a:lnTo>
                  <a:lnTo>
                    <a:pt x="642353" y="56827"/>
                  </a:lnTo>
                  <a:lnTo>
                    <a:pt x="645922" y="56205"/>
                  </a:lnTo>
                  <a:lnTo>
                    <a:pt x="649490" y="55653"/>
                  </a:lnTo>
                  <a:lnTo>
                    <a:pt x="653059" y="55016"/>
                  </a:lnTo>
                  <a:lnTo>
                    <a:pt x="656628" y="54144"/>
                  </a:lnTo>
                  <a:lnTo>
                    <a:pt x="660196" y="53053"/>
                  </a:lnTo>
                  <a:lnTo>
                    <a:pt x="663765" y="52150"/>
                  </a:lnTo>
                  <a:lnTo>
                    <a:pt x="667334" y="51367"/>
                  </a:lnTo>
                  <a:lnTo>
                    <a:pt x="670902" y="50396"/>
                  </a:lnTo>
                  <a:lnTo>
                    <a:pt x="674471" y="49642"/>
                  </a:lnTo>
                  <a:lnTo>
                    <a:pt x="678040" y="48887"/>
                  </a:lnTo>
                  <a:lnTo>
                    <a:pt x="681608" y="48132"/>
                  </a:lnTo>
                  <a:lnTo>
                    <a:pt x="685177" y="47010"/>
                  </a:lnTo>
                  <a:lnTo>
                    <a:pt x="688745" y="46016"/>
                  </a:lnTo>
                  <a:lnTo>
                    <a:pt x="692314" y="45441"/>
                  </a:lnTo>
                  <a:lnTo>
                    <a:pt x="695883" y="44877"/>
                  </a:lnTo>
                  <a:lnTo>
                    <a:pt x="699451" y="44216"/>
                  </a:lnTo>
                  <a:lnTo>
                    <a:pt x="703020" y="43412"/>
                  </a:lnTo>
                  <a:lnTo>
                    <a:pt x="706589" y="42267"/>
                  </a:lnTo>
                  <a:lnTo>
                    <a:pt x="710157" y="41263"/>
                  </a:lnTo>
                  <a:lnTo>
                    <a:pt x="713726" y="40102"/>
                  </a:lnTo>
                  <a:lnTo>
                    <a:pt x="717294" y="38939"/>
                  </a:lnTo>
                  <a:lnTo>
                    <a:pt x="720863" y="37781"/>
                  </a:lnTo>
                  <a:lnTo>
                    <a:pt x="724432" y="36919"/>
                  </a:lnTo>
                  <a:lnTo>
                    <a:pt x="728000" y="35851"/>
                  </a:lnTo>
                  <a:lnTo>
                    <a:pt x="731569" y="35269"/>
                  </a:lnTo>
                  <a:lnTo>
                    <a:pt x="735138" y="34407"/>
                  </a:lnTo>
                  <a:lnTo>
                    <a:pt x="738706" y="33722"/>
                  </a:lnTo>
                  <a:lnTo>
                    <a:pt x="742275" y="32784"/>
                  </a:lnTo>
                  <a:lnTo>
                    <a:pt x="745844" y="32077"/>
                  </a:lnTo>
                  <a:lnTo>
                    <a:pt x="749412" y="30827"/>
                  </a:lnTo>
                  <a:lnTo>
                    <a:pt x="752981" y="29513"/>
                  </a:lnTo>
                  <a:lnTo>
                    <a:pt x="756549" y="28466"/>
                  </a:lnTo>
                  <a:lnTo>
                    <a:pt x="760118" y="27456"/>
                  </a:lnTo>
                  <a:lnTo>
                    <a:pt x="763687" y="26341"/>
                  </a:lnTo>
                  <a:lnTo>
                    <a:pt x="767255" y="25476"/>
                  </a:lnTo>
                  <a:lnTo>
                    <a:pt x="770824" y="24318"/>
                  </a:lnTo>
                  <a:lnTo>
                    <a:pt x="774393" y="22992"/>
                  </a:lnTo>
                  <a:lnTo>
                    <a:pt x="777961" y="22005"/>
                  </a:lnTo>
                  <a:lnTo>
                    <a:pt x="781530" y="21215"/>
                  </a:lnTo>
                  <a:lnTo>
                    <a:pt x="785098" y="20324"/>
                  </a:lnTo>
                  <a:lnTo>
                    <a:pt x="788667" y="19442"/>
                  </a:lnTo>
                  <a:lnTo>
                    <a:pt x="792236" y="18462"/>
                  </a:lnTo>
                  <a:lnTo>
                    <a:pt x="795804" y="17465"/>
                  </a:lnTo>
                  <a:lnTo>
                    <a:pt x="799373" y="16098"/>
                  </a:lnTo>
                  <a:lnTo>
                    <a:pt x="802942" y="14982"/>
                  </a:lnTo>
                  <a:lnTo>
                    <a:pt x="806510" y="13821"/>
                  </a:lnTo>
                  <a:lnTo>
                    <a:pt x="810079" y="12536"/>
                  </a:lnTo>
                  <a:lnTo>
                    <a:pt x="813648" y="11756"/>
                  </a:lnTo>
                  <a:lnTo>
                    <a:pt x="817216" y="10975"/>
                  </a:lnTo>
                  <a:lnTo>
                    <a:pt x="820785" y="10194"/>
                  </a:lnTo>
                  <a:lnTo>
                    <a:pt x="824353" y="9178"/>
                  </a:lnTo>
                  <a:lnTo>
                    <a:pt x="827922" y="8373"/>
                  </a:lnTo>
                  <a:lnTo>
                    <a:pt x="831491" y="7400"/>
                  </a:lnTo>
                  <a:lnTo>
                    <a:pt x="835059" y="6189"/>
                  </a:lnTo>
                  <a:lnTo>
                    <a:pt x="838628" y="4955"/>
                  </a:lnTo>
                  <a:lnTo>
                    <a:pt x="842197" y="3474"/>
                  </a:lnTo>
                  <a:lnTo>
                    <a:pt x="845765" y="2264"/>
                  </a:lnTo>
                  <a:lnTo>
                    <a:pt x="849334" y="1122"/>
                  </a:lnTo>
                  <a:lnTo>
                    <a:pt x="85290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4554393" y="3237662"/>
              <a:ext cx="852902" cy="57900"/>
            </a:xfrm>
            <a:custGeom>
              <a:avLst/>
              <a:pathLst>
                <a:path w="852902" h="57900">
                  <a:moveTo>
                    <a:pt x="852902" y="10750"/>
                  </a:moveTo>
                  <a:lnTo>
                    <a:pt x="849334" y="10596"/>
                  </a:lnTo>
                  <a:lnTo>
                    <a:pt x="845765" y="10172"/>
                  </a:lnTo>
                  <a:lnTo>
                    <a:pt x="842197" y="9649"/>
                  </a:lnTo>
                  <a:lnTo>
                    <a:pt x="838628" y="9223"/>
                  </a:lnTo>
                  <a:lnTo>
                    <a:pt x="835059" y="9047"/>
                  </a:lnTo>
                  <a:lnTo>
                    <a:pt x="831491" y="8978"/>
                  </a:lnTo>
                  <a:lnTo>
                    <a:pt x="827922" y="8828"/>
                  </a:lnTo>
                  <a:lnTo>
                    <a:pt x="824353" y="8602"/>
                  </a:lnTo>
                  <a:lnTo>
                    <a:pt x="820785" y="8257"/>
                  </a:lnTo>
                  <a:lnTo>
                    <a:pt x="817216" y="8116"/>
                  </a:lnTo>
                  <a:lnTo>
                    <a:pt x="813648" y="8153"/>
                  </a:lnTo>
                  <a:lnTo>
                    <a:pt x="810079" y="7896"/>
                  </a:lnTo>
                  <a:lnTo>
                    <a:pt x="806510" y="7566"/>
                  </a:lnTo>
                  <a:lnTo>
                    <a:pt x="802942" y="7233"/>
                  </a:lnTo>
                  <a:lnTo>
                    <a:pt x="799373" y="7030"/>
                  </a:lnTo>
                  <a:lnTo>
                    <a:pt x="795804" y="6874"/>
                  </a:lnTo>
                  <a:lnTo>
                    <a:pt x="792236" y="6717"/>
                  </a:lnTo>
                  <a:lnTo>
                    <a:pt x="788667" y="6561"/>
                  </a:lnTo>
                  <a:lnTo>
                    <a:pt x="785098" y="6405"/>
                  </a:lnTo>
                  <a:lnTo>
                    <a:pt x="781530" y="6248"/>
                  </a:lnTo>
                  <a:lnTo>
                    <a:pt x="777961" y="5989"/>
                  </a:lnTo>
                  <a:lnTo>
                    <a:pt x="774393" y="5581"/>
                  </a:lnTo>
                  <a:lnTo>
                    <a:pt x="770824" y="5285"/>
                  </a:lnTo>
                  <a:lnTo>
                    <a:pt x="767255" y="5240"/>
                  </a:lnTo>
                  <a:lnTo>
                    <a:pt x="763687" y="4942"/>
                  </a:lnTo>
                  <a:lnTo>
                    <a:pt x="760118" y="4860"/>
                  </a:lnTo>
                  <a:lnTo>
                    <a:pt x="756549" y="4652"/>
                  </a:lnTo>
                  <a:lnTo>
                    <a:pt x="752981" y="4366"/>
                  </a:lnTo>
                  <a:lnTo>
                    <a:pt x="749412" y="4506"/>
                  </a:lnTo>
                  <a:lnTo>
                    <a:pt x="745844" y="4191"/>
                  </a:lnTo>
                  <a:lnTo>
                    <a:pt x="742275" y="3930"/>
                  </a:lnTo>
                  <a:lnTo>
                    <a:pt x="738706" y="3951"/>
                  </a:lnTo>
                  <a:lnTo>
                    <a:pt x="735138" y="3674"/>
                  </a:lnTo>
                  <a:lnTo>
                    <a:pt x="731569" y="3548"/>
                  </a:lnTo>
                  <a:lnTo>
                    <a:pt x="728000" y="3290"/>
                  </a:lnTo>
                  <a:lnTo>
                    <a:pt x="724432" y="3473"/>
                  </a:lnTo>
                  <a:lnTo>
                    <a:pt x="720863" y="3271"/>
                  </a:lnTo>
                  <a:lnTo>
                    <a:pt x="717294" y="3345"/>
                  </a:lnTo>
                  <a:lnTo>
                    <a:pt x="713726" y="3265"/>
                  </a:lnTo>
                  <a:lnTo>
                    <a:pt x="710157" y="2963"/>
                  </a:lnTo>
                  <a:lnTo>
                    <a:pt x="706589" y="2730"/>
                  </a:lnTo>
                  <a:lnTo>
                    <a:pt x="703020" y="2725"/>
                  </a:lnTo>
                  <a:lnTo>
                    <a:pt x="699451" y="2611"/>
                  </a:lnTo>
                  <a:lnTo>
                    <a:pt x="695883" y="2333"/>
                  </a:lnTo>
                  <a:lnTo>
                    <a:pt x="692314" y="2305"/>
                  </a:lnTo>
                  <a:lnTo>
                    <a:pt x="688745" y="2205"/>
                  </a:lnTo>
                  <a:lnTo>
                    <a:pt x="685177" y="2048"/>
                  </a:lnTo>
                  <a:lnTo>
                    <a:pt x="681608" y="1814"/>
                  </a:lnTo>
                  <a:lnTo>
                    <a:pt x="678040" y="1735"/>
                  </a:lnTo>
                  <a:lnTo>
                    <a:pt x="674471" y="1583"/>
                  </a:lnTo>
                  <a:lnTo>
                    <a:pt x="670902" y="1430"/>
                  </a:lnTo>
                  <a:lnTo>
                    <a:pt x="667334" y="1344"/>
                  </a:lnTo>
                  <a:lnTo>
                    <a:pt x="663765" y="1110"/>
                  </a:lnTo>
                  <a:lnTo>
                    <a:pt x="660196" y="1042"/>
                  </a:lnTo>
                  <a:lnTo>
                    <a:pt x="656628" y="1012"/>
                  </a:lnTo>
                  <a:lnTo>
                    <a:pt x="653059" y="1093"/>
                  </a:lnTo>
                  <a:lnTo>
                    <a:pt x="649490" y="1098"/>
                  </a:lnTo>
                  <a:lnTo>
                    <a:pt x="645922" y="855"/>
                  </a:lnTo>
                  <a:lnTo>
                    <a:pt x="642353" y="935"/>
                  </a:lnTo>
                  <a:lnTo>
                    <a:pt x="638785" y="1015"/>
                  </a:lnTo>
                  <a:lnTo>
                    <a:pt x="635216" y="1092"/>
                  </a:lnTo>
                  <a:lnTo>
                    <a:pt x="631647" y="1066"/>
                  </a:lnTo>
                  <a:lnTo>
                    <a:pt x="628079" y="895"/>
                  </a:lnTo>
                  <a:lnTo>
                    <a:pt x="624510" y="719"/>
                  </a:lnTo>
                  <a:lnTo>
                    <a:pt x="620941" y="557"/>
                  </a:lnTo>
                  <a:lnTo>
                    <a:pt x="617373" y="339"/>
                  </a:lnTo>
                  <a:lnTo>
                    <a:pt x="613804" y="273"/>
                  </a:lnTo>
                  <a:lnTo>
                    <a:pt x="610236" y="362"/>
                  </a:lnTo>
                  <a:lnTo>
                    <a:pt x="606667" y="538"/>
                  </a:lnTo>
                  <a:lnTo>
                    <a:pt x="603098" y="443"/>
                  </a:lnTo>
                  <a:lnTo>
                    <a:pt x="599530" y="396"/>
                  </a:lnTo>
                  <a:lnTo>
                    <a:pt x="595961" y="525"/>
                  </a:lnTo>
                  <a:lnTo>
                    <a:pt x="592392" y="467"/>
                  </a:lnTo>
                  <a:lnTo>
                    <a:pt x="588824" y="324"/>
                  </a:lnTo>
                  <a:lnTo>
                    <a:pt x="585255" y="4"/>
                  </a:lnTo>
                  <a:lnTo>
                    <a:pt x="581686" y="0"/>
                  </a:lnTo>
                  <a:lnTo>
                    <a:pt x="578118" y="147"/>
                  </a:lnTo>
                  <a:lnTo>
                    <a:pt x="574549" y="287"/>
                  </a:lnTo>
                  <a:lnTo>
                    <a:pt x="570981" y="472"/>
                  </a:lnTo>
                  <a:lnTo>
                    <a:pt x="567412" y="649"/>
                  </a:lnTo>
                  <a:lnTo>
                    <a:pt x="563843" y="769"/>
                  </a:lnTo>
                  <a:lnTo>
                    <a:pt x="560275" y="810"/>
                  </a:lnTo>
                  <a:lnTo>
                    <a:pt x="556706" y="673"/>
                  </a:lnTo>
                  <a:lnTo>
                    <a:pt x="553137" y="554"/>
                  </a:lnTo>
                  <a:lnTo>
                    <a:pt x="549569" y="491"/>
                  </a:lnTo>
                  <a:lnTo>
                    <a:pt x="546000" y="727"/>
                  </a:lnTo>
                  <a:lnTo>
                    <a:pt x="542432" y="960"/>
                  </a:lnTo>
                  <a:lnTo>
                    <a:pt x="538863" y="1194"/>
                  </a:lnTo>
                  <a:lnTo>
                    <a:pt x="535294" y="1253"/>
                  </a:lnTo>
                  <a:lnTo>
                    <a:pt x="531726" y="1405"/>
                  </a:lnTo>
                  <a:lnTo>
                    <a:pt x="528157" y="1807"/>
                  </a:lnTo>
                  <a:lnTo>
                    <a:pt x="524588" y="1965"/>
                  </a:lnTo>
                  <a:lnTo>
                    <a:pt x="521020" y="1924"/>
                  </a:lnTo>
                  <a:lnTo>
                    <a:pt x="517451" y="1989"/>
                  </a:lnTo>
                  <a:lnTo>
                    <a:pt x="513882" y="1770"/>
                  </a:lnTo>
                  <a:lnTo>
                    <a:pt x="510314" y="1751"/>
                  </a:lnTo>
                  <a:lnTo>
                    <a:pt x="506745" y="1691"/>
                  </a:lnTo>
                  <a:lnTo>
                    <a:pt x="503177" y="1926"/>
                  </a:lnTo>
                  <a:lnTo>
                    <a:pt x="499608" y="1979"/>
                  </a:lnTo>
                  <a:lnTo>
                    <a:pt x="496039" y="1924"/>
                  </a:lnTo>
                  <a:lnTo>
                    <a:pt x="492471" y="1954"/>
                  </a:lnTo>
                  <a:lnTo>
                    <a:pt x="488902" y="2192"/>
                  </a:lnTo>
                  <a:lnTo>
                    <a:pt x="485333" y="2201"/>
                  </a:lnTo>
                  <a:lnTo>
                    <a:pt x="481765" y="2350"/>
                  </a:lnTo>
                  <a:lnTo>
                    <a:pt x="478196" y="2580"/>
                  </a:lnTo>
                  <a:lnTo>
                    <a:pt x="474628" y="2491"/>
                  </a:lnTo>
                  <a:lnTo>
                    <a:pt x="471059" y="2895"/>
                  </a:lnTo>
                  <a:lnTo>
                    <a:pt x="467490" y="3158"/>
                  </a:lnTo>
                  <a:lnTo>
                    <a:pt x="463922" y="3154"/>
                  </a:lnTo>
                  <a:lnTo>
                    <a:pt x="460353" y="3356"/>
                  </a:lnTo>
                  <a:lnTo>
                    <a:pt x="456784" y="3737"/>
                  </a:lnTo>
                  <a:lnTo>
                    <a:pt x="453216" y="3929"/>
                  </a:lnTo>
                  <a:lnTo>
                    <a:pt x="449647" y="4138"/>
                  </a:lnTo>
                  <a:lnTo>
                    <a:pt x="446078" y="4532"/>
                  </a:lnTo>
                  <a:lnTo>
                    <a:pt x="442510" y="4590"/>
                  </a:lnTo>
                  <a:lnTo>
                    <a:pt x="438941" y="4654"/>
                  </a:lnTo>
                  <a:lnTo>
                    <a:pt x="435373" y="4817"/>
                  </a:lnTo>
                  <a:lnTo>
                    <a:pt x="431804" y="5080"/>
                  </a:lnTo>
                  <a:lnTo>
                    <a:pt x="428235" y="5271"/>
                  </a:lnTo>
                  <a:lnTo>
                    <a:pt x="424667" y="5641"/>
                  </a:lnTo>
                  <a:lnTo>
                    <a:pt x="421098" y="5880"/>
                  </a:lnTo>
                  <a:lnTo>
                    <a:pt x="417529" y="5963"/>
                  </a:lnTo>
                  <a:lnTo>
                    <a:pt x="413961" y="6267"/>
                  </a:lnTo>
                  <a:lnTo>
                    <a:pt x="410392" y="6299"/>
                  </a:lnTo>
                  <a:lnTo>
                    <a:pt x="406824" y="6575"/>
                  </a:lnTo>
                  <a:lnTo>
                    <a:pt x="403255" y="6879"/>
                  </a:lnTo>
                  <a:lnTo>
                    <a:pt x="399686" y="6923"/>
                  </a:lnTo>
                  <a:lnTo>
                    <a:pt x="396118" y="6988"/>
                  </a:lnTo>
                  <a:lnTo>
                    <a:pt x="392549" y="7178"/>
                  </a:lnTo>
                  <a:lnTo>
                    <a:pt x="388980" y="7421"/>
                  </a:lnTo>
                  <a:lnTo>
                    <a:pt x="385412" y="7620"/>
                  </a:lnTo>
                  <a:lnTo>
                    <a:pt x="381843" y="7880"/>
                  </a:lnTo>
                  <a:lnTo>
                    <a:pt x="378274" y="8266"/>
                  </a:lnTo>
                  <a:lnTo>
                    <a:pt x="374706" y="8607"/>
                  </a:lnTo>
                  <a:lnTo>
                    <a:pt x="371137" y="8837"/>
                  </a:lnTo>
                  <a:lnTo>
                    <a:pt x="367569" y="8927"/>
                  </a:lnTo>
                  <a:lnTo>
                    <a:pt x="364000" y="9260"/>
                  </a:lnTo>
                  <a:lnTo>
                    <a:pt x="360431" y="9624"/>
                  </a:lnTo>
                  <a:lnTo>
                    <a:pt x="356863" y="9951"/>
                  </a:lnTo>
                  <a:lnTo>
                    <a:pt x="353294" y="10158"/>
                  </a:lnTo>
                  <a:lnTo>
                    <a:pt x="349725" y="10540"/>
                  </a:lnTo>
                  <a:lnTo>
                    <a:pt x="346157" y="11020"/>
                  </a:lnTo>
                  <a:lnTo>
                    <a:pt x="342588" y="11276"/>
                  </a:lnTo>
                  <a:lnTo>
                    <a:pt x="339020" y="11679"/>
                  </a:lnTo>
                  <a:lnTo>
                    <a:pt x="335451" y="12072"/>
                  </a:lnTo>
                  <a:lnTo>
                    <a:pt x="331882" y="12121"/>
                  </a:lnTo>
                  <a:lnTo>
                    <a:pt x="328314" y="12465"/>
                  </a:lnTo>
                  <a:lnTo>
                    <a:pt x="324745" y="12734"/>
                  </a:lnTo>
                  <a:lnTo>
                    <a:pt x="321176" y="13076"/>
                  </a:lnTo>
                  <a:lnTo>
                    <a:pt x="317608" y="13307"/>
                  </a:lnTo>
                  <a:lnTo>
                    <a:pt x="314039" y="13529"/>
                  </a:lnTo>
                  <a:lnTo>
                    <a:pt x="310470" y="13849"/>
                  </a:lnTo>
                  <a:lnTo>
                    <a:pt x="306902" y="14149"/>
                  </a:lnTo>
                  <a:lnTo>
                    <a:pt x="303333" y="14520"/>
                  </a:lnTo>
                  <a:lnTo>
                    <a:pt x="299765" y="14926"/>
                  </a:lnTo>
                  <a:lnTo>
                    <a:pt x="296196" y="15132"/>
                  </a:lnTo>
                  <a:lnTo>
                    <a:pt x="292627" y="15471"/>
                  </a:lnTo>
                  <a:lnTo>
                    <a:pt x="289059" y="15888"/>
                  </a:lnTo>
                  <a:lnTo>
                    <a:pt x="285490" y="16488"/>
                  </a:lnTo>
                  <a:lnTo>
                    <a:pt x="281921" y="16843"/>
                  </a:lnTo>
                  <a:lnTo>
                    <a:pt x="278353" y="17079"/>
                  </a:lnTo>
                  <a:lnTo>
                    <a:pt x="274784" y="17503"/>
                  </a:lnTo>
                  <a:lnTo>
                    <a:pt x="271216" y="17761"/>
                  </a:lnTo>
                  <a:lnTo>
                    <a:pt x="267647" y="18120"/>
                  </a:lnTo>
                  <a:lnTo>
                    <a:pt x="264078" y="18445"/>
                  </a:lnTo>
                  <a:lnTo>
                    <a:pt x="260510" y="18722"/>
                  </a:lnTo>
                  <a:lnTo>
                    <a:pt x="256941" y="19037"/>
                  </a:lnTo>
                  <a:lnTo>
                    <a:pt x="253372" y="19376"/>
                  </a:lnTo>
                  <a:lnTo>
                    <a:pt x="249804" y="20045"/>
                  </a:lnTo>
                  <a:lnTo>
                    <a:pt x="246235" y="20443"/>
                  </a:lnTo>
                  <a:lnTo>
                    <a:pt x="242666" y="20847"/>
                  </a:lnTo>
                  <a:lnTo>
                    <a:pt x="239098" y="21341"/>
                  </a:lnTo>
                  <a:lnTo>
                    <a:pt x="235529" y="21884"/>
                  </a:lnTo>
                  <a:lnTo>
                    <a:pt x="231961" y="22205"/>
                  </a:lnTo>
                  <a:lnTo>
                    <a:pt x="228392" y="22955"/>
                  </a:lnTo>
                  <a:lnTo>
                    <a:pt x="224823" y="23310"/>
                  </a:lnTo>
                  <a:lnTo>
                    <a:pt x="221255" y="23885"/>
                  </a:lnTo>
                  <a:lnTo>
                    <a:pt x="217686" y="24515"/>
                  </a:lnTo>
                  <a:lnTo>
                    <a:pt x="214117" y="25256"/>
                  </a:lnTo>
                  <a:lnTo>
                    <a:pt x="210549" y="25764"/>
                  </a:lnTo>
                  <a:lnTo>
                    <a:pt x="206980" y="26189"/>
                  </a:lnTo>
                  <a:lnTo>
                    <a:pt x="203412" y="26870"/>
                  </a:lnTo>
                  <a:lnTo>
                    <a:pt x="199843" y="27202"/>
                  </a:lnTo>
                  <a:lnTo>
                    <a:pt x="196274" y="27590"/>
                  </a:lnTo>
                  <a:lnTo>
                    <a:pt x="192706" y="28175"/>
                  </a:lnTo>
                  <a:lnTo>
                    <a:pt x="189137" y="28611"/>
                  </a:lnTo>
                  <a:lnTo>
                    <a:pt x="185568" y="29506"/>
                  </a:lnTo>
                  <a:lnTo>
                    <a:pt x="182000" y="30075"/>
                  </a:lnTo>
                  <a:lnTo>
                    <a:pt x="178431" y="30507"/>
                  </a:lnTo>
                  <a:lnTo>
                    <a:pt x="174862" y="30937"/>
                  </a:lnTo>
                  <a:lnTo>
                    <a:pt x="171294" y="31475"/>
                  </a:lnTo>
                  <a:lnTo>
                    <a:pt x="167725" y="31885"/>
                  </a:lnTo>
                  <a:lnTo>
                    <a:pt x="164157" y="32221"/>
                  </a:lnTo>
                  <a:lnTo>
                    <a:pt x="160588" y="32926"/>
                  </a:lnTo>
                  <a:lnTo>
                    <a:pt x="157019" y="33315"/>
                  </a:lnTo>
                  <a:lnTo>
                    <a:pt x="153451" y="33827"/>
                  </a:lnTo>
                  <a:lnTo>
                    <a:pt x="149882" y="34402"/>
                  </a:lnTo>
                  <a:lnTo>
                    <a:pt x="146313" y="35126"/>
                  </a:lnTo>
                  <a:lnTo>
                    <a:pt x="142745" y="35606"/>
                  </a:lnTo>
                  <a:lnTo>
                    <a:pt x="139176" y="36198"/>
                  </a:lnTo>
                  <a:lnTo>
                    <a:pt x="135608" y="36606"/>
                  </a:lnTo>
                  <a:lnTo>
                    <a:pt x="132039" y="37051"/>
                  </a:lnTo>
                  <a:lnTo>
                    <a:pt x="128470" y="37379"/>
                  </a:lnTo>
                  <a:lnTo>
                    <a:pt x="124902" y="37761"/>
                  </a:lnTo>
                  <a:lnTo>
                    <a:pt x="121333" y="38367"/>
                  </a:lnTo>
                  <a:lnTo>
                    <a:pt x="117764" y="39011"/>
                  </a:lnTo>
                  <a:lnTo>
                    <a:pt x="114196" y="39581"/>
                  </a:lnTo>
                  <a:lnTo>
                    <a:pt x="110627" y="40187"/>
                  </a:lnTo>
                  <a:lnTo>
                    <a:pt x="107058" y="40793"/>
                  </a:lnTo>
                  <a:lnTo>
                    <a:pt x="103490" y="41481"/>
                  </a:lnTo>
                  <a:lnTo>
                    <a:pt x="99921" y="42124"/>
                  </a:lnTo>
                  <a:lnTo>
                    <a:pt x="96353" y="42799"/>
                  </a:lnTo>
                  <a:lnTo>
                    <a:pt x="92784" y="43382"/>
                  </a:lnTo>
                  <a:lnTo>
                    <a:pt x="89215" y="43960"/>
                  </a:lnTo>
                  <a:lnTo>
                    <a:pt x="85647" y="44539"/>
                  </a:lnTo>
                  <a:lnTo>
                    <a:pt x="82078" y="45157"/>
                  </a:lnTo>
                  <a:lnTo>
                    <a:pt x="78509" y="45740"/>
                  </a:lnTo>
                  <a:lnTo>
                    <a:pt x="74941" y="46267"/>
                  </a:lnTo>
                  <a:lnTo>
                    <a:pt x="71372" y="46944"/>
                  </a:lnTo>
                  <a:lnTo>
                    <a:pt x="67804" y="47502"/>
                  </a:lnTo>
                  <a:lnTo>
                    <a:pt x="64235" y="48088"/>
                  </a:lnTo>
                  <a:lnTo>
                    <a:pt x="60666" y="48730"/>
                  </a:lnTo>
                  <a:lnTo>
                    <a:pt x="57098" y="49375"/>
                  </a:lnTo>
                  <a:lnTo>
                    <a:pt x="53529" y="50017"/>
                  </a:lnTo>
                  <a:lnTo>
                    <a:pt x="49960" y="50591"/>
                  </a:lnTo>
                  <a:lnTo>
                    <a:pt x="46392" y="50949"/>
                  </a:lnTo>
                  <a:lnTo>
                    <a:pt x="42823" y="51403"/>
                  </a:lnTo>
                  <a:lnTo>
                    <a:pt x="39254" y="51942"/>
                  </a:lnTo>
                  <a:lnTo>
                    <a:pt x="35686" y="52511"/>
                  </a:lnTo>
                  <a:lnTo>
                    <a:pt x="32117" y="53079"/>
                  </a:lnTo>
                  <a:lnTo>
                    <a:pt x="28549" y="53643"/>
                  </a:lnTo>
                  <a:lnTo>
                    <a:pt x="24980" y="54218"/>
                  </a:lnTo>
                  <a:lnTo>
                    <a:pt x="21411" y="54865"/>
                  </a:lnTo>
                  <a:lnTo>
                    <a:pt x="17843" y="55327"/>
                  </a:lnTo>
                  <a:lnTo>
                    <a:pt x="14274" y="55884"/>
                  </a:lnTo>
                  <a:lnTo>
                    <a:pt x="10705" y="56379"/>
                  </a:lnTo>
                  <a:lnTo>
                    <a:pt x="7137" y="56849"/>
                  </a:lnTo>
                  <a:lnTo>
                    <a:pt x="3568" y="57362"/>
                  </a:lnTo>
                  <a:lnTo>
                    <a:pt x="0" y="579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554393" y="3144333"/>
              <a:ext cx="852902" cy="83475"/>
            </a:xfrm>
            <a:custGeom>
              <a:avLst/>
              <a:pathLst>
                <a:path w="852902" h="83475">
                  <a:moveTo>
                    <a:pt x="0" y="83475"/>
                  </a:moveTo>
                  <a:lnTo>
                    <a:pt x="3568" y="83193"/>
                  </a:lnTo>
                  <a:lnTo>
                    <a:pt x="7137" y="82910"/>
                  </a:lnTo>
                  <a:lnTo>
                    <a:pt x="10705" y="82627"/>
                  </a:lnTo>
                  <a:lnTo>
                    <a:pt x="14274" y="82343"/>
                  </a:lnTo>
                  <a:lnTo>
                    <a:pt x="17843" y="82058"/>
                  </a:lnTo>
                  <a:lnTo>
                    <a:pt x="21411" y="81773"/>
                  </a:lnTo>
                  <a:lnTo>
                    <a:pt x="24980" y="81488"/>
                  </a:lnTo>
                  <a:lnTo>
                    <a:pt x="28549" y="81202"/>
                  </a:lnTo>
                  <a:lnTo>
                    <a:pt x="32117" y="80915"/>
                  </a:lnTo>
                  <a:lnTo>
                    <a:pt x="35686" y="80627"/>
                  </a:lnTo>
                  <a:lnTo>
                    <a:pt x="39254" y="80340"/>
                  </a:lnTo>
                  <a:lnTo>
                    <a:pt x="42823" y="80051"/>
                  </a:lnTo>
                  <a:lnTo>
                    <a:pt x="46392" y="79762"/>
                  </a:lnTo>
                  <a:lnTo>
                    <a:pt x="49960" y="79472"/>
                  </a:lnTo>
                  <a:lnTo>
                    <a:pt x="53529" y="79182"/>
                  </a:lnTo>
                  <a:lnTo>
                    <a:pt x="57098" y="78891"/>
                  </a:lnTo>
                  <a:lnTo>
                    <a:pt x="60666" y="78600"/>
                  </a:lnTo>
                  <a:lnTo>
                    <a:pt x="64235" y="78308"/>
                  </a:lnTo>
                  <a:lnTo>
                    <a:pt x="67804" y="78016"/>
                  </a:lnTo>
                  <a:lnTo>
                    <a:pt x="71372" y="77723"/>
                  </a:lnTo>
                  <a:lnTo>
                    <a:pt x="74941" y="77429"/>
                  </a:lnTo>
                  <a:lnTo>
                    <a:pt x="78509" y="77135"/>
                  </a:lnTo>
                  <a:lnTo>
                    <a:pt x="82078" y="76840"/>
                  </a:lnTo>
                  <a:lnTo>
                    <a:pt x="85647" y="76545"/>
                  </a:lnTo>
                  <a:lnTo>
                    <a:pt x="89215" y="76249"/>
                  </a:lnTo>
                  <a:lnTo>
                    <a:pt x="92784" y="75952"/>
                  </a:lnTo>
                  <a:lnTo>
                    <a:pt x="96353" y="75655"/>
                  </a:lnTo>
                  <a:lnTo>
                    <a:pt x="99921" y="75357"/>
                  </a:lnTo>
                  <a:lnTo>
                    <a:pt x="103490" y="75059"/>
                  </a:lnTo>
                  <a:lnTo>
                    <a:pt x="107058" y="74760"/>
                  </a:lnTo>
                  <a:lnTo>
                    <a:pt x="110627" y="74461"/>
                  </a:lnTo>
                  <a:lnTo>
                    <a:pt x="114196" y="74161"/>
                  </a:lnTo>
                  <a:lnTo>
                    <a:pt x="117764" y="73860"/>
                  </a:lnTo>
                  <a:lnTo>
                    <a:pt x="121333" y="73559"/>
                  </a:lnTo>
                  <a:lnTo>
                    <a:pt x="124902" y="73257"/>
                  </a:lnTo>
                  <a:lnTo>
                    <a:pt x="128470" y="72955"/>
                  </a:lnTo>
                  <a:lnTo>
                    <a:pt x="132039" y="72652"/>
                  </a:lnTo>
                  <a:lnTo>
                    <a:pt x="135608" y="72349"/>
                  </a:lnTo>
                  <a:lnTo>
                    <a:pt x="139176" y="72044"/>
                  </a:lnTo>
                  <a:lnTo>
                    <a:pt x="142745" y="71740"/>
                  </a:lnTo>
                  <a:lnTo>
                    <a:pt x="146313" y="71435"/>
                  </a:lnTo>
                  <a:lnTo>
                    <a:pt x="149882" y="71129"/>
                  </a:lnTo>
                  <a:lnTo>
                    <a:pt x="153451" y="70822"/>
                  </a:lnTo>
                  <a:lnTo>
                    <a:pt x="157019" y="70516"/>
                  </a:lnTo>
                  <a:lnTo>
                    <a:pt x="160588" y="70208"/>
                  </a:lnTo>
                  <a:lnTo>
                    <a:pt x="164157" y="69900"/>
                  </a:lnTo>
                  <a:lnTo>
                    <a:pt x="167725" y="69591"/>
                  </a:lnTo>
                  <a:lnTo>
                    <a:pt x="171294" y="69282"/>
                  </a:lnTo>
                  <a:lnTo>
                    <a:pt x="174862" y="68972"/>
                  </a:lnTo>
                  <a:lnTo>
                    <a:pt x="178431" y="68662"/>
                  </a:lnTo>
                  <a:lnTo>
                    <a:pt x="182000" y="68351"/>
                  </a:lnTo>
                  <a:lnTo>
                    <a:pt x="185568" y="68039"/>
                  </a:lnTo>
                  <a:lnTo>
                    <a:pt x="189137" y="67727"/>
                  </a:lnTo>
                  <a:lnTo>
                    <a:pt x="192706" y="67414"/>
                  </a:lnTo>
                  <a:lnTo>
                    <a:pt x="196274" y="67101"/>
                  </a:lnTo>
                  <a:lnTo>
                    <a:pt x="199843" y="66787"/>
                  </a:lnTo>
                  <a:lnTo>
                    <a:pt x="203412" y="66472"/>
                  </a:lnTo>
                  <a:lnTo>
                    <a:pt x="206980" y="66157"/>
                  </a:lnTo>
                  <a:lnTo>
                    <a:pt x="210549" y="65842"/>
                  </a:lnTo>
                  <a:lnTo>
                    <a:pt x="214117" y="65525"/>
                  </a:lnTo>
                  <a:lnTo>
                    <a:pt x="217686" y="65209"/>
                  </a:lnTo>
                  <a:lnTo>
                    <a:pt x="221255" y="64891"/>
                  </a:lnTo>
                  <a:lnTo>
                    <a:pt x="224823" y="64573"/>
                  </a:lnTo>
                  <a:lnTo>
                    <a:pt x="228392" y="64255"/>
                  </a:lnTo>
                  <a:lnTo>
                    <a:pt x="231961" y="63936"/>
                  </a:lnTo>
                  <a:lnTo>
                    <a:pt x="235529" y="63616"/>
                  </a:lnTo>
                  <a:lnTo>
                    <a:pt x="239098" y="63296"/>
                  </a:lnTo>
                  <a:lnTo>
                    <a:pt x="242666" y="62975"/>
                  </a:lnTo>
                  <a:lnTo>
                    <a:pt x="246235" y="62653"/>
                  </a:lnTo>
                  <a:lnTo>
                    <a:pt x="249804" y="62331"/>
                  </a:lnTo>
                  <a:lnTo>
                    <a:pt x="253372" y="62009"/>
                  </a:lnTo>
                  <a:lnTo>
                    <a:pt x="256941" y="61685"/>
                  </a:lnTo>
                  <a:lnTo>
                    <a:pt x="260510" y="61362"/>
                  </a:lnTo>
                  <a:lnTo>
                    <a:pt x="264078" y="61037"/>
                  </a:lnTo>
                  <a:lnTo>
                    <a:pt x="267647" y="60712"/>
                  </a:lnTo>
                  <a:lnTo>
                    <a:pt x="271216" y="60387"/>
                  </a:lnTo>
                  <a:lnTo>
                    <a:pt x="274784" y="60061"/>
                  </a:lnTo>
                  <a:lnTo>
                    <a:pt x="278353" y="59734"/>
                  </a:lnTo>
                  <a:lnTo>
                    <a:pt x="281921" y="59407"/>
                  </a:lnTo>
                  <a:lnTo>
                    <a:pt x="285490" y="59079"/>
                  </a:lnTo>
                  <a:lnTo>
                    <a:pt x="289059" y="58751"/>
                  </a:lnTo>
                  <a:lnTo>
                    <a:pt x="292627" y="58422"/>
                  </a:lnTo>
                  <a:lnTo>
                    <a:pt x="296196" y="58092"/>
                  </a:lnTo>
                  <a:lnTo>
                    <a:pt x="299765" y="57762"/>
                  </a:lnTo>
                  <a:lnTo>
                    <a:pt x="303333" y="57431"/>
                  </a:lnTo>
                  <a:lnTo>
                    <a:pt x="306902" y="57100"/>
                  </a:lnTo>
                  <a:lnTo>
                    <a:pt x="310470" y="56768"/>
                  </a:lnTo>
                  <a:lnTo>
                    <a:pt x="314039" y="56436"/>
                  </a:lnTo>
                  <a:lnTo>
                    <a:pt x="317608" y="56103"/>
                  </a:lnTo>
                  <a:lnTo>
                    <a:pt x="321176" y="55769"/>
                  </a:lnTo>
                  <a:lnTo>
                    <a:pt x="324745" y="55435"/>
                  </a:lnTo>
                  <a:lnTo>
                    <a:pt x="328314" y="55100"/>
                  </a:lnTo>
                  <a:lnTo>
                    <a:pt x="331882" y="54765"/>
                  </a:lnTo>
                  <a:lnTo>
                    <a:pt x="335451" y="54429"/>
                  </a:lnTo>
                  <a:lnTo>
                    <a:pt x="339020" y="54092"/>
                  </a:lnTo>
                  <a:lnTo>
                    <a:pt x="342588" y="53755"/>
                  </a:lnTo>
                  <a:lnTo>
                    <a:pt x="346157" y="53418"/>
                  </a:lnTo>
                  <a:lnTo>
                    <a:pt x="349725" y="53079"/>
                  </a:lnTo>
                  <a:lnTo>
                    <a:pt x="353294" y="52741"/>
                  </a:lnTo>
                  <a:lnTo>
                    <a:pt x="356863" y="52401"/>
                  </a:lnTo>
                  <a:lnTo>
                    <a:pt x="360431" y="52061"/>
                  </a:lnTo>
                  <a:lnTo>
                    <a:pt x="364000" y="51721"/>
                  </a:lnTo>
                  <a:lnTo>
                    <a:pt x="367569" y="51380"/>
                  </a:lnTo>
                  <a:lnTo>
                    <a:pt x="371137" y="51038"/>
                  </a:lnTo>
                  <a:lnTo>
                    <a:pt x="374706" y="50696"/>
                  </a:lnTo>
                  <a:lnTo>
                    <a:pt x="378274" y="50353"/>
                  </a:lnTo>
                  <a:lnTo>
                    <a:pt x="381843" y="50010"/>
                  </a:lnTo>
                  <a:lnTo>
                    <a:pt x="385412" y="49666"/>
                  </a:lnTo>
                  <a:lnTo>
                    <a:pt x="388980" y="49322"/>
                  </a:lnTo>
                  <a:lnTo>
                    <a:pt x="392549" y="48977"/>
                  </a:lnTo>
                  <a:lnTo>
                    <a:pt x="396118" y="48631"/>
                  </a:lnTo>
                  <a:lnTo>
                    <a:pt x="399686" y="48285"/>
                  </a:lnTo>
                  <a:lnTo>
                    <a:pt x="403255" y="47938"/>
                  </a:lnTo>
                  <a:lnTo>
                    <a:pt x="406824" y="47591"/>
                  </a:lnTo>
                  <a:lnTo>
                    <a:pt x="410392" y="47243"/>
                  </a:lnTo>
                  <a:lnTo>
                    <a:pt x="413961" y="46894"/>
                  </a:lnTo>
                  <a:lnTo>
                    <a:pt x="417529" y="46545"/>
                  </a:lnTo>
                  <a:lnTo>
                    <a:pt x="421098" y="46196"/>
                  </a:lnTo>
                  <a:lnTo>
                    <a:pt x="424667" y="45846"/>
                  </a:lnTo>
                  <a:lnTo>
                    <a:pt x="428235" y="45495"/>
                  </a:lnTo>
                  <a:lnTo>
                    <a:pt x="431804" y="45144"/>
                  </a:lnTo>
                  <a:lnTo>
                    <a:pt x="435373" y="44792"/>
                  </a:lnTo>
                  <a:lnTo>
                    <a:pt x="438941" y="44440"/>
                  </a:lnTo>
                  <a:lnTo>
                    <a:pt x="442510" y="44087"/>
                  </a:lnTo>
                  <a:lnTo>
                    <a:pt x="446078" y="43733"/>
                  </a:lnTo>
                  <a:lnTo>
                    <a:pt x="449647" y="43379"/>
                  </a:lnTo>
                  <a:lnTo>
                    <a:pt x="453216" y="43024"/>
                  </a:lnTo>
                  <a:lnTo>
                    <a:pt x="456784" y="42669"/>
                  </a:lnTo>
                  <a:lnTo>
                    <a:pt x="460353" y="42314"/>
                  </a:lnTo>
                  <a:lnTo>
                    <a:pt x="463922" y="41957"/>
                  </a:lnTo>
                  <a:lnTo>
                    <a:pt x="467490" y="41600"/>
                  </a:lnTo>
                  <a:lnTo>
                    <a:pt x="471059" y="41243"/>
                  </a:lnTo>
                  <a:lnTo>
                    <a:pt x="474628" y="40885"/>
                  </a:lnTo>
                  <a:lnTo>
                    <a:pt x="478196" y="40527"/>
                  </a:lnTo>
                  <a:lnTo>
                    <a:pt x="481765" y="40167"/>
                  </a:lnTo>
                  <a:lnTo>
                    <a:pt x="485333" y="39808"/>
                  </a:lnTo>
                  <a:lnTo>
                    <a:pt x="488902" y="39448"/>
                  </a:lnTo>
                  <a:lnTo>
                    <a:pt x="492471" y="39087"/>
                  </a:lnTo>
                  <a:lnTo>
                    <a:pt x="496039" y="38726"/>
                  </a:lnTo>
                  <a:lnTo>
                    <a:pt x="499608" y="38364"/>
                  </a:lnTo>
                  <a:lnTo>
                    <a:pt x="503177" y="38002"/>
                  </a:lnTo>
                  <a:lnTo>
                    <a:pt x="506745" y="37639"/>
                  </a:lnTo>
                  <a:lnTo>
                    <a:pt x="510314" y="37275"/>
                  </a:lnTo>
                  <a:lnTo>
                    <a:pt x="513882" y="36911"/>
                  </a:lnTo>
                  <a:lnTo>
                    <a:pt x="517451" y="36547"/>
                  </a:lnTo>
                  <a:lnTo>
                    <a:pt x="521020" y="36181"/>
                  </a:lnTo>
                  <a:lnTo>
                    <a:pt x="524588" y="35816"/>
                  </a:lnTo>
                  <a:lnTo>
                    <a:pt x="528157" y="35450"/>
                  </a:lnTo>
                  <a:lnTo>
                    <a:pt x="531726" y="35083"/>
                  </a:lnTo>
                  <a:lnTo>
                    <a:pt x="535294" y="34716"/>
                  </a:lnTo>
                  <a:lnTo>
                    <a:pt x="538863" y="34348"/>
                  </a:lnTo>
                  <a:lnTo>
                    <a:pt x="542432" y="33980"/>
                  </a:lnTo>
                  <a:lnTo>
                    <a:pt x="546000" y="33611"/>
                  </a:lnTo>
                  <a:lnTo>
                    <a:pt x="549569" y="33241"/>
                  </a:lnTo>
                  <a:lnTo>
                    <a:pt x="553137" y="32871"/>
                  </a:lnTo>
                  <a:lnTo>
                    <a:pt x="556706" y="32501"/>
                  </a:lnTo>
                  <a:lnTo>
                    <a:pt x="560275" y="32130"/>
                  </a:lnTo>
                  <a:lnTo>
                    <a:pt x="563843" y="31758"/>
                  </a:lnTo>
                  <a:lnTo>
                    <a:pt x="567412" y="31386"/>
                  </a:lnTo>
                  <a:lnTo>
                    <a:pt x="570981" y="31013"/>
                  </a:lnTo>
                  <a:lnTo>
                    <a:pt x="574549" y="30640"/>
                  </a:lnTo>
                  <a:lnTo>
                    <a:pt x="578118" y="30267"/>
                  </a:lnTo>
                  <a:lnTo>
                    <a:pt x="581686" y="29892"/>
                  </a:lnTo>
                  <a:lnTo>
                    <a:pt x="585255" y="29518"/>
                  </a:lnTo>
                  <a:lnTo>
                    <a:pt x="588824" y="29142"/>
                  </a:lnTo>
                  <a:lnTo>
                    <a:pt x="592392" y="28767"/>
                  </a:lnTo>
                  <a:lnTo>
                    <a:pt x="595961" y="28390"/>
                  </a:lnTo>
                  <a:lnTo>
                    <a:pt x="599530" y="28013"/>
                  </a:lnTo>
                  <a:lnTo>
                    <a:pt x="603098" y="27636"/>
                  </a:lnTo>
                  <a:lnTo>
                    <a:pt x="606667" y="27258"/>
                  </a:lnTo>
                  <a:lnTo>
                    <a:pt x="610236" y="26880"/>
                  </a:lnTo>
                  <a:lnTo>
                    <a:pt x="613804" y="26501"/>
                  </a:lnTo>
                  <a:lnTo>
                    <a:pt x="617373" y="26121"/>
                  </a:lnTo>
                  <a:lnTo>
                    <a:pt x="620941" y="25742"/>
                  </a:lnTo>
                  <a:lnTo>
                    <a:pt x="624510" y="25361"/>
                  </a:lnTo>
                  <a:lnTo>
                    <a:pt x="628079" y="24980"/>
                  </a:lnTo>
                  <a:lnTo>
                    <a:pt x="631647" y="24599"/>
                  </a:lnTo>
                  <a:lnTo>
                    <a:pt x="635216" y="24217"/>
                  </a:lnTo>
                  <a:lnTo>
                    <a:pt x="638785" y="23834"/>
                  </a:lnTo>
                  <a:lnTo>
                    <a:pt x="642353" y="23451"/>
                  </a:lnTo>
                  <a:lnTo>
                    <a:pt x="645922" y="23067"/>
                  </a:lnTo>
                  <a:lnTo>
                    <a:pt x="649490" y="22683"/>
                  </a:lnTo>
                  <a:lnTo>
                    <a:pt x="653059" y="22299"/>
                  </a:lnTo>
                  <a:lnTo>
                    <a:pt x="656628" y="21914"/>
                  </a:lnTo>
                  <a:lnTo>
                    <a:pt x="660196" y="21528"/>
                  </a:lnTo>
                  <a:lnTo>
                    <a:pt x="663765" y="21142"/>
                  </a:lnTo>
                  <a:lnTo>
                    <a:pt x="667334" y="20756"/>
                  </a:lnTo>
                  <a:lnTo>
                    <a:pt x="670902" y="20369"/>
                  </a:lnTo>
                  <a:lnTo>
                    <a:pt x="674471" y="19981"/>
                  </a:lnTo>
                  <a:lnTo>
                    <a:pt x="678040" y="19593"/>
                  </a:lnTo>
                  <a:lnTo>
                    <a:pt x="681608" y="19204"/>
                  </a:lnTo>
                  <a:lnTo>
                    <a:pt x="685177" y="18815"/>
                  </a:lnTo>
                  <a:lnTo>
                    <a:pt x="688745" y="18426"/>
                  </a:lnTo>
                  <a:lnTo>
                    <a:pt x="692314" y="18036"/>
                  </a:lnTo>
                  <a:lnTo>
                    <a:pt x="695883" y="17645"/>
                  </a:lnTo>
                  <a:lnTo>
                    <a:pt x="699451" y="17254"/>
                  </a:lnTo>
                  <a:lnTo>
                    <a:pt x="703020" y="16863"/>
                  </a:lnTo>
                  <a:lnTo>
                    <a:pt x="706589" y="16471"/>
                  </a:lnTo>
                  <a:lnTo>
                    <a:pt x="710157" y="16078"/>
                  </a:lnTo>
                  <a:lnTo>
                    <a:pt x="713726" y="15685"/>
                  </a:lnTo>
                  <a:lnTo>
                    <a:pt x="717294" y="15292"/>
                  </a:lnTo>
                  <a:lnTo>
                    <a:pt x="720863" y="14898"/>
                  </a:lnTo>
                  <a:lnTo>
                    <a:pt x="724432" y="14504"/>
                  </a:lnTo>
                  <a:lnTo>
                    <a:pt x="728000" y="14109"/>
                  </a:lnTo>
                  <a:lnTo>
                    <a:pt x="731569" y="13713"/>
                  </a:lnTo>
                  <a:lnTo>
                    <a:pt x="735138" y="13318"/>
                  </a:lnTo>
                  <a:lnTo>
                    <a:pt x="738706" y="12921"/>
                  </a:lnTo>
                  <a:lnTo>
                    <a:pt x="742275" y="12525"/>
                  </a:lnTo>
                  <a:lnTo>
                    <a:pt x="745844" y="12127"/>
                  </a:lnTo>
                  <a:lnTo>
                    <a:pt x="749412" y="11730"/>
                  </a:lnTo>
                  <a:lnTo>
                    <a:pt x="752981" y="11331"/>
                  </a:lnTo>
                  <a:lnTo>
                    <a:pt x="756549" y="10933"/>
                  </a:lnTo>
                  <a:lnTo>
                    <a:pt x="760118" y="10534"/>
                  </a:lnTo>
                  <a:lnTo>
                    <a:pt x="763687" y="10134"/>
                  </a:lnTo>
                  <a:lnTo>
                    <a:pt x="767255" y="9734"/>
                  </a:lnTo>
                  <a:lnTo>
                    <a:pt x="770824" y="9334"/>
                  </a:lnTo>
                  <a:lnTo>
                    <a:pt x="774393" y="8933"/>
                  </a:lnTo>
                  <a:lnTo>
                    <a:pt x="777961" y="8531"/>
                  </a:lnTo>
                  <a:lnTo>
                    <a:pt x="781530" y="8129"/>
                  </a:lnTo>
                  <a:lnTo>
                    <a:pt x="785098" y="7727"/>
                  </a:lnTo>
                  <a:lnTo>
                    <a:pt x="788667" y="7324"/>
                  </a:lnTo>
                  <a:lnTo>
                    <a:pt x="792236" y="6921"/>
                  </a:lnTo>
                  <a:lnTo>
                    <a:pt x="795804" y="6518"/>
                  </a:lnTo>
                  <a:lnTo>
                    <a:pt x="799373" y="6113"/>
                  </a:lnTo>
                  <a:lnTo>
                    <a:pt x="802942" y="5709"/>
                  </a:lnTo>
                  <a:lnTo>
                    <a:pt x="806510" y="5304"/>
                  </a:lnTo>
                  <a:lnTo>
                    <a:pt x="810079" y="4898"/>
                  </a:lnTo>
                  <a:lnTo>
                    <a:pt x="813648" y="4493"/>
                  </a:lnTo>
                  <a:lnTo>
                    <a:pt x="817216" y="4086"/>
                  </a:lnTo>
                  <a:lnTo>
                    <a:pt x="820785" y="3680"/>
                  </a:lnTo>
                  <a:lnTo>
                    <a:pt x="824353" y="3272"/>
                  </a:lnTo>
                  <a:lnTo>
                    <a:pt x="827922" y="2865"/>
                  </a:lnTo>
                  <a:lnTo>
                    <a:pt x="831491" y="2457"/>
                  </a:lnTo>
                  <a:lnTo>
                    <a:pt x="835059" y="2048"/>
                  </a:lnTo>
                  <a:lnTo>
                    <a:pt x="838628" y="1639"/>
                  </a:lnTo>
                  <a:lnTo>
                    <a:pt x="842197" y="1230"/>
                  </a:lnTo>
                  <a:lnTo>
                    <a:pt x="845765" y="820"/>
                  </a:lnTo>
                  <a:lnTo>
                    <a:pt x="849334" y="410"/>
                  </a:lnTo>
                  <a:lnTo>
                    <a:pt x="852902" y="0"/>
                  </a:lnTo>
                </a:path>
              </a:pathLst>
            </a:custGeom>
            <a:ln w="28456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4511748" y="3639043"/>
              <a:ext cx="93819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4554393" y="4024730"/>
              <a:ext cx="852902" cy="264690"/>
            </a:xfrm>
            <a:custGeom>
              <a:avLst/>
              <a:pathLst>
                <a:path w="852902" h="264690">
                  <a:moveTo>
                    <a:pt x="0" y="115404"/>
                  </a:moveTo>
                  <a:lnTo>
                    <a:pt x="3568" y="115331"/>
                  </a:lnTo>
                  <a:lnTo>
                    <a:pt x="7137" y="115501"/>
                  </a:lnTo>
                  <a:lnTo>
                    <a:pt x="10705" y="115375"/>
                  </a:lnTo>
                  <a:lnTo>
                    <a:pt x="14274" y="115534"/>
                  </a:lnTo>
                  <a:lnTo>
                    <a:pt x="17843" y="115754"/>
                  </a:lnTo>
                  <a:lnTo>
                    <a:pt x="21411" y="115983"/>
                  </a:lnTo>
                  <a:lnTo>
                    <a:pt x="24980" y="116019"/>
                  </a:lnTo>
                  <a:lnTo>
                    <a:pt x="28549" y="115922"/>
                  </a:lnTo>
                  <a:lnTo>
                    <a:pt x="32117" y="115895"/>
                  </a:lnTo>
                  <a:lnTo>
                    <a:pt x="35686" y="116069"/>
                  </a:lnTo>
                  <a:lnTo>
                    <a:pt x="39254" y="116181"/>
                  </a:lnTo>
                  <a:lnTo>
                    <a:pt x="42823" y="116479"/>
                  </a:lnTo>
                  <a:lnTo>
                    <a:pt x="46392" y="116776"/>
                  </a:lnTo>
                  <a:lnTo>
                    <a:pt x="49960" y="116781"/>
                  </a:lnTo>
                  <a:lnTo>
                    <a:pt x="53529" y="116774"/>
                  </a:lnTo>
                  <a:lnTo>
                    <a:pt x="57098" y="116703"/>
                  </a:lnTo>
                  <a:lnTo>
                    <a:pt x="60666" y="116790"/>
                  </a:lnTo>
                  <a:lnTo>
                    <a:pt x="64235" y="116788"/>
                  </a:lnTo>
                  <a:lnTo>
                    <a:pt x="67804" y="116869"/>
                  </a:lnTo>
                  <a:lnTo>
                    <a:pt x="71372" y="116989"/>
                  </a:lnTo>
                  <a:lnTo>
                    <a:pt x="74941" y="117065"/>
                  </a:lnTo>
                  <a:lnTo>
                    <a:pt x="78509" y="117153"/>
                  </a:lnTo>
                  <a:lnTo>
                    <a:pt x="82078" y="117415"/>
                  </a:lnTo>
                  <a:lnTo>
                    <a:pt x="85647" y="117411"/>
                  </a:lnTo>
                  <a:lnTo>
                    <a:pt x="89215" y="117534"/>
                  </a:lnTo>
                  <a:lnTo>
                    <a:pt x="92784" y="117438"/>
                  </a:lnTo>
                  <a:lnTo>
                    <a:pt x="96353" y="117695"/>
                  </a:lnTo>
                  <a:lnTo>
                    <a:pt x="99921" y="117549"/>
                  </a:lnTo>
                  <a:lnTo>
                    <a:pt x="103490" y="117588"/>
                  </a:lnTo>
                  <a:lnTo>
                    <a:pt x="107058" y="117324"/>
                  </a:lnTo>
                  <a:lnTo>
                    <a:pt x="110627" y="116993"/>
                  </a:lnTo>
                  <a:lnTo>
                    <a:pt x="114196" y="116888"/>
                  </a:lnTo>
                  <a:lnTo>
                    <a:pt x="117764" y="116831"/>
                  </a:lnTo>
                  <a:lnTo>
                    <a:pt x="121333" y="116773"/>
                  </a:lnTo>
                  <a:lnTo>
                    <a:pt x="124902" y="116750"/>
                  </a:lnTo>
                  <a:lnTo>
                    <a:pt x="128470" y="116747"/>
                  </a:lnTo>
                  <a:lnTo>
                    <a:pt x="132039" y="116949"/>
                  </a:lnTo>
                  <a:lnTo>
                    <a:pt x="135608" y="116892"/>
                  </a:lnTo>
                  <a:lnTo>
                    <a:pt x="139176" y="116840"/>
                  </a:lnTo>
                  <a:lnTo>
                    <a:pt x="142745" y="116803"/>
                  </a:lnTo>
                  <a:lnTo>
                    <a:pt x="146313" y="116735"/>
                  </a:lnTo>
                  <a:lnTo>
                    <a:pt x="149882" y="116735"/>
                  </a:lnTo>
                  <a:lnTo>
                    <a:pt x="153451" y="116730"/>
                  </a:lnTo>
                  <a:lnTo>
                    <a:pt x="157019" y="116648"/>
                  </a:lnTo>
                  <a:lnTo>
                    <a:pt x="160588" y="116721"/>
                  </a:lnTo>
                  <a:lnTo>
                    <a:pt x="164157" y="116812"/>
                  </a:lnTo>
                  <a:lnTo>
                    <a:pt x="167725" y="116614"/>
                  </a:lnTo>
                  <a:lnTo>
                    <a:pt x="171294" y="116717"/>
                  </a:lnTo>
                  <a:lnTo>
                    <a:pt x="174862" y="116472"/>
                  </a:lnTo>
                  <a:lnTo>
                    <a:pt x="178431" y="116611"/>
                  </a:lnTo>
                  <a:lnTo>
                    <a:pt x="182000" y="116557"/>
                  </a:lnTo>
                  <a:lnTo>
                    <a:pt x="185568" y="116863"/>
                  </a:lnTo>
                  <a:lnTo>
                    <a:pt x="189137" y="116903"/>
                  </a:lnTo>
                  <a:lnTo>
                    <a:pt x="192706" y="116754"/>
                  </a:lnTo>
                  <a:lnTo>
                    <a:pt x="196274" y="116699"/>
                  </a:lnTo>
                  <a:lnTo>
                    <a:pt x="199843" y="116490"/>
                  </a:lnTo>
                  <a:lnTo>
                    <a:pt x="203412" y="116686"/>
                  </a:lnTo>
                  <a:lnTo>
                    <a:pt x="206980" y="116683"/>
                  </a:lnTo>
                  <a:lnTo>
                    <a:pt x="210549" y="116684"/>
                  </a:lnTo>
                  <a:lnTo>
                    <a:pt x="214117" y="116585"/>
                  </a:lnTo>
                  <a:lnTo>
                    <a:pt x="217686" y="116622"/>
                  </a:lnTo>
                  <a:lnTo>
                    <a:pt x="221255" y="116510"/>
                  </a:lnTo>
                  <a:lnTo>
                    <a:pt x="224823" y="116564"/>
                  </a:lnTo>
                  <a:lnTo>
                    <a:pt x="228392" y="116385"/>
                  </a:lnTo>
                  <a:lnTo>
                    <a:pt x="231961" y="116450"/>
                  </a:lnTo>
                  <a:lnTo>
                    <a:pt x="235529" y="116420"/>
                  </a:lnTo>
                  <a:lnTo>
                    <a:pt x="239098" y="116087"/>
                  </a:lnTo>
                  <a:lnTo>
                    <a:pt x="242666" y="115868"/>
                  </a:lnTo>
                  <a:lnTo>
                    <a:pt x="246235" y="115364"/>
                  </a:lnTo>
                  <a:lnTo>
                    <a:pt x="249804" y="115242"/>
                  </a:lnTo>
                  <a:lnTo>
                    <a:pt x="253372" y="115087"/>
                  </a:lnTo>
                  <a:lnTo>
                    <a:pt x="256941" y="115064"/>
                  </a:lnTo>
                  <a:lnTo>
                    <a:pt x="260510" y="114908"/>
                  </a:lnTo>
                  <a:lnTo>
                    <a:pt x="264078" y="114960"/>
                  </a:lnTo>
                  <a:lnTo>
                    <a:pt x="267647" y="114923"/>
                  </a:lnTo>
                  <a:lnTo>
                    <a:pt x="271216" y="114852"/>
                  </a:lnTo>
                  <a:lnTo>
                    <a:pt x="274784" y="114836"/>
                  </a:lnTo>
                  <a:lnTo>
                    <a:pt x="278353" y="114725"/>
                  </a:lnTo>
                  <a:lnTo>
                    <a:pt x="281921" y="114604"/>
                  </a:lnTo>
                  <a:lnTo>
                    <a:pt x="285490" y="114107"/>
                  </a:lnTo>
                  <a:lnTo>
                    <a:pt x="289059" y="113679"/>
                  </a:lnTo>
                  <a:lnTo>
                    <a:pt x="292627" y="113171"/>
                  </a:lnTo>
                  <a:lnTo>
                    <a:pt x="296196" y="112884"/>
                  </a:lnTo>
                  <a:lnTo>
                    <a:pt x="299765" y="112564"/>
                  </a:lnTo>
                  <a:lnTo>
                    <a:pt x="303333" y="112402"/>
                  </a:lnTo>
                  <a:lnTo>
                    <a:pt x="306902" y="112181"/>
                  </a:lnTo>
                  <a:lnTo>
                    <a:pt x="310470" y="111758"/>
                  </a:lnTo>
                  <a:lnTo>
                    <a:pt x="314039" y="111706"/>
                  </a:lnTo>
                  <a:lnTo>
                    <a:pt x="317608" y="111549"/>
                  </a:lnTo>
                  <a:lnTo>
                    <a:pt x="321176" y="111199"/>
                  </a:lnTo>
                  <a:lnTo>
                    <a:pt x="324745" y="110815"/>
                  </a:lnTo>
                  <a:lnTo>
                    <a:pt x="328314" y="110439"/>
                  </a:lnTo>
                  <a:lnTo>
                    <a:pt x="331882" y="110151"/>
                  </a:lnTo>
                  <a:lnTo>
                    <a:pt x="335451" y="109941"/>
                  </a:lnTo>
                  <a:lnTo>
                    <a:pt x="339020" y="109389"/>
                  </a:lnTo>
                  <a:lnTo>
                    <a:pt x="342588" y="109053"/>
                  </a:lnTo>
                  <a:lnTo>
                    <a:pt x="346157" y="108777"/>
                  </a:lnTo>
                  <a:lnTo>
                    <a:pt x="349725" y="108636"/>
                  </a:lnTo>
                  <a:lnTo>
                    <a:pt x="353294" y="108426"/>
                  </a:lnTo>
                  <a:lnTo>
                    <a:pt x="356863" y="108255"/>
                  </a:lnTo>
                  <a:lnTo>
                    <a:pt x="360431" y="107938"/>
                  </a:lnTo>
                  <a:lnTo>
                    <a:pt x="364000" y="107914"/>
                  </a:lnTo>
                  <a:lnTo>
                    <a:pt x="367569" y="107663"/>
                  </a:lnTo>
                  <a:lnTo>
                    <a:pt x="371137" y="107048"/>
                  </a:lnTo>
                  <a:lnTo>
                    <a:pt x="374706" y="106843"/>
                  </a:lnTo>
                  <a:lnTo>
                    <a:pt x="378274" y="106399"/>
                  </a:lnTo>
                  <a:lnTo>
                    <a:pt x="381843" y="105939"/>
                  </a:lnTo>
                  <a:lnTo>
                    <a:pt x="385412" y="105361"/>
                  </a:lnTo>
                  <a:lnTo>
                    <a:pt x="388980" y="105088"/>
                  </a:lnTo>
                  <a:lnTo>
                    <a:pt x="392549" y="104483"/>
                  </a:lnTo>
                  <a:lnTo>
                    <a:pt x="396118" y="104226"/>
                  </a:lnTo>
                  <a:lnTo>
                    <a:pt x="399686" y="103763"/>
                  </a:lnTo>
                  <a:lnTo>
                    <a:pt x="403255" y="103435"/>
                  </a:lnTo>
                  <a:lnTo>
                    <a:pt x="406824" y="102976"/>
                  </a:lnTo>
                  <a:lnTo>
                    <a:pt x="410392" y="102530"/>
                  </a:lnTo>
                  <a:lnTo>
                    <a:pt x="413961" y="102060"/>
                  </a:lnTo>
                  <a:lnTo>
                    <a:pt x="417529" y="101368"/>
                  </a:lnTo>
                  <a:lnTo>
                    <a:pt x="421098" y="101041"/>
                  </a:lnTo>
                  <a:lnTo>
                    <a:pt x="424667" y="100396"/>
                  </a:lnTo>
                  <a:lnTo>
                    <a:pt x="428235" y="99803"/>
                  </a:lnTo>
                  <a:lnTo>
                    <a:pt x="431804" y="99755"/>
                  </a:lnTo>
                  <a:lnTo>
                    <a:pt x="435373" y="99372"/>
                  </a:lnTo>
                  <a:lnTo>
                    <a:pt x="438941" y="98924"/>
                  </a:lnTo>
                  <a:lnTo>
                    <a:pt x="442510" y="98236"/>
                  </a:lnTo>
                  <a:lnTo>
                    <a:pt x="446078" y="97712"/>
                  </a:lnTo>
                  <a:lnTo>
                    <a:pt x="449647" y="96764"/>
                  </a:lnTo>
                  <a:lnTo>
                    <a:pt x="453216" y="96662"/>
                  </a:lnTo>
                  <a:lnTo>
                    <a:pt x="456784" y="95618"/>
                  </a:lnTo>
                  <a:lnTo>
                    <a:pt x="460353" y="95233"/>
                  </a:lnTo>
                  <a:lnTo>
                    <a:pt x="463922" y="94619"/>
                  </a:lnTo>
                  <a:lnTo>
                    <a:pt x="467490" y="93841"/>
                  </a:lnTo>
                  <a:lnTo>
                    <a:pt x="471059" y="93155"/>
                  </a:lnTo>
                  <a:lnTo>
                    <a:pt x="474628" y="92248"/>
                  </a:lnTo>
                  <a:lnTo>
                    <a:pt x="478196" y="91684"/>
                  </a:lnTo>
                  <a:lnTo>
                    <a:pt x="481765" y="91083"/>
                  </a:lnTo>
                  <a:lnTo>
                    <a:pt x="485333" y="90529"/>
                  </a:lnTo>
                  <a:lnTo>
                    <a:pt x="488902" y="89971"/>
                  </a:lnTo>
                  <a:lnTo>
                    <a:pt x="492471" y="89305"/>
                  </a:lnTo>
                  <a:lnTo>
                    <a:pt x="496039" y="88733"/>
                  </a:lnTo>
                  <a:lnTo>
                    <a:pt x="499608" y="87812"/>
                  </a:lnTo>
                  <a:lnTo>
                    <a:pt x="503177" y="86956"/>
                  </a:lnTo>
                  <a:lnTo>
                    <a:pt x="506745" y="86089"/>
                  </a:lnTo>
                  <a:lnTo>
                    <a:pt x="510314" y="85228"/>
                  </a:lnTo>
                  <a:lnTo>
                    <a:pt x="513882" y="84693"/>
                  </a:lnTo>
                  <a:lnTo>
                    <a:pt x="517451" y="84282"/>
                  </a:lnTo>
                  <a:lnTo>
                    <a:pt x="521020" y="83415"/>
                  </a:lnTo>
                  <a:lnTo>
                    <a:pt x="524588" y="82711"/>
                  </a:lnTo>
                  <a:lnTo>
                    <a:pt x="528157" y="81768"/>
                  </a:lnTo>
                  <a:lnTo>
                    <a:pt x="531726" y="81115"/>
                  </a:lnTo>
                  <a:lnTo>
                    <a:pt x="535294" y="80929"/>
                  </a:lnTo>
                  <a:lnTo>
                    <a:pt x="538863" y="79777"/>
                  </a:lnTo>
                  <a:lnTo>
                    <a:pt x="542432" y="78809"/>
                  </a:lnTo>
                  <a:lnTo>
                    <a:pt x="546000" y="77841"/>
                  </a:lnTo>
                  <a:lnTo>
                    <a:pt x="549569" y="77249"/>
                  </a:lnTo>
                  <a:lnTo>
                    <a:pt x="553137" y="76820"/>
                  </a:lnTo>
                  <a:lnTo>
                    <a:pt x="556706" y="76196"/>
                  </a:lnTo>
                  <a:lnTo>
                    <a:pt x="560275" y="75755"/>
                  </a:lnTo>
                  <a:lnTo>
                    <a:pt x="563843" y="74748"/>
                  </a:lnTo>
                  <a:lnTo>
                    <a:pt x="567412" y="73698"/>
                  </a:lnTo>
                  <a:lnTo>
                    <a:pt x="570981" y="73057"/>
                  </a:lnTo>
                  <a:lnTo>
                    <a:pt x="574549" y="72557"/>
                  </a:lnTo>
                  <a:lnTo>
                    <a:pt x="578118" y="71884"/>
                  </a:lnTo>
                  <a:lnTo>
                    <a:pt x="581686" y="70811"/>
                  </a:lnTo>
                  <a:lnTo>
                    <a:pt x="585255" y="70086"/>
                  </a:lnTo>
                  <a:lnTo>
                    <a:pt x="588824" y="69669"/>
                  </a:lnTo>
                  <a:lnTo>
                    <a:pt x="592392" y="68509"/>
                  </a:lnTo>
                  <a:lnTo>
                    <a:pt x="595961" y="67749"/>
                  </a:lnTo>
                  <a:lnTo>
                    <a:pt x="599530" y="67048"/>
                  </a:lnTo>
                  <a:lnTo>
                    <a:pt x="603098" y="65914"/>
                  </a:lnTo>
                  <a:lnTo>
                    <a:pt x="606667" y="64977"/>
                  </a:lnTo>
                  <a:lnTo>
                    <a:pt x="610236" y="64265"/>
                  </a:lnTo>
                  <a:lnTo>
                    <a:pt x="613804" y="63450"/>
                  </a:lnTo>
                  <a:lnTo>
                    <a:pt x="617373" y="62682"/>
                  </a:lnTo>
                  <a:lnTo>
                    <a:pt x="620941" y="61919"/>
                  </a:lnTo>
                  <a:lnTo>
                    <a:pt x="624510" y="61154"/>
                  </a:lnTo>
                  <a:lnTo>
                    <a:pt x="628079" y="60389"/>
                  </a:lnTo>
                  <a:lnTo>
                    <a:pt x="631647" y="59627"/>
                  </a:lnTo>
                  <a:lnTo>
                    <a:pt x="635216" y="58897"/>
                  </a:lnTo>
                  <a:lnTo>
                    <a:pt x="638785" y="57746"/>
                  </a:lnTo>
                  <a:lnTo>
                    <a:pt x="642353" y="56827"/>
                  </a:lnTo>
                  <a:lnTo>
                    <a:pt x="645922" y="56205"/>
                  </a:lnTo>
                  <a:lnTo>
                    <a:pt x="649490" y="55653"/>
                  </a:lnTo>
                  <a:lnTo>
                    <a:pt x="653059" y="55016"/>
                  </a:lnTo>
                  <a:lnTo>
                    <a:pt x="656628" y="54144"/>
                  </a:lnTo>
                  <a:lnTo>
                    <a:pt x="660196" y="53053"/>
                  </a:lnTo>
                  <a:lnTo>
                    <a:pt x="663765" y="52150"/>
                  </a:lnTo>
                  <a:lnTo>
                    <a:pt x="667334" y="51367"/>
                  </a:lnTo>
                  <a:lnTo>
                    <a:pt x="670902" y="50396"/>
                  </a:lnTo>
                  <a:lnTo>
                    <a:pt x="674471" y="49642"/>
                  </a:lnTo>
                  <a:lnTo>
                    <a:pt x="678040" y="48887"/>
                  </a:lnTo>
                  <a:lnTo>
                    <a:pt x="681608" y="48132"/>
                  </a:lnTo>
                  <a:lnTo>
                    <a:pt x="685177" y="47010"/>
                  </a:lnTo>
                  <a:lnTo>
                    <a:pt x="688745" y="46016"/>
                  </a:lnTo>
                  <a:lnTo>
                    <a:pt x="692314" y="45441"/>
                  </a:lnTo>
                  <a:lnTo>
                    <a:pt x="695883" y="44877"/>
                  </a:lnTo>
                  <a:lnTo>
                    <a:pt x="699451" y="44216"/>
                  </a:lnTo>
                  <a:lnTo>
                    <a:pt x="703020" y="43412"/>
                  </a:lnTo>
                  <a:lnTo>
                    <a:pt x="706589" y="42267"/>
                  </a:lnTo>
                  <a:lnTo>
                    <a:pt x="710157" y="41263"/>
                  </a:lnTo>
                  <a:lnTo>
                    <a:pt x="713726" y="40102"/>
                  </a:lnTo>
                  <a:lnTo>
                    <a:pt x="717294" y="38939"/>
                  </a:lnTo>
                  <a:lnTo>
                    <a:pt x="720863" y="37781"/>
                  </a:lnTo>
                  <a:lnTo>
                    <a:pt x="724432" y="36919"/>
                  </a:lnTo>
                  <a:lnTo>
                    <a:pt x="728000" y="35851"/>
                  </a:lnTo>
                  <a:lnTo>
                    <a:pt x="731569" y="35269"/>
                  </a:lnTo>
                  <a:lnTo>
                    <a:pt x="735138" y="34407"/>
                  </a:lnTo>
                  <a:lnTo>
                    <a:pt x="738706" y="33722"/>
                  </a:lnTo>
                  <a:lnTo>
                    <a:pt x="742275" y="32784"/>
                  </a:lnTo>
                  <a:lnTo>
                    <a:pt x="745844" y="32077"/>
                  </a:lnTo>
                  <a:lnTo>
                    <a:pt x="749412" y="30827"/>
                  </a:lnTo>
                  <a:lnTo>
                    <a:pt x="752981" y="29513"/>
                  </a:lnTo>
                  <a:lnTo>
                    <a:pt x="756549" y="28466"/>
                  </a:lnTo>
                  <a:lnTo>
                    <a:pt x="760118" y="27456"/>
                  </a:lnTo>
                  <a:lnTo>
                    <a:pt x="763687" y="26341"/>
                  </a:lnTo>
                  <a:lnTo>
                    <a:pt x="767255" y="25476"/>
                  </a:lnTo>
                  <a:lnTo>
                    <a:pt x="770824" y="24318"/>
                  </a:lnTo>
                  <a:lnTo>
                    <a:pt x="774393" y="22992"/>
                  </a:lnTo>
                  <a:lnTo>
                    <a:pt x="777961" y="22005"/>
                  </a:lnTo>
                  <a:lnTo>
                    <a:pt x="781530" y="21215"/>
                  </a:lnTo>
                  <a:lnTo>
                    <a:pt x="785098" y="20324"/>
                  </a:lnTo>
                  <a:lnTo>
                    <a:pt x="788667" y="19442"/>
                  </a:lnTo>
                  <a:lnTo>
                    <a:pt x="792236" y="18462"/>
                  </a:lnTo>
                  <a:lnTo>
                    <a:pt x="795804" y="17465"/>
                  </a:lnTo>
                  <a:lnTo>
                    <a:pt x="799373" y="16098"/>
                  </a:lnTo>
                  <a:lnTo>
                    <a:pt x="802942" y="14982"/>
                  </a:lnTo>
                  <a:lnTo>
                    <a:pt x="806510" y="13821"/>
                  </a:lnTo>
                  <a:lnTo>
                    <a:pt x="810079" y="12536"/>
                  </a:lnTo>
                  <a:lnTo>
                    <a:pt x="813648" y="11756"/>
                  </a:lnTo>
                  <a:lnTo>
                    <a:pt x="817216" y="10975"/>
                  </a:lnTo>
                  <a:lnTo>
                    <a:pt x="820785" y="10194"/>
                  </a:lnTo>
                  <a:lnTo>
                    <a:pt x="824353" y="9178"/>
                  </a:lnTo>
                  <a:lnTo>
                    <a:pt x="827922" y="8373"/>
                  </a:lnTo>
                  <a:lnTo>
                    <a:pt x="831491" y="7400"/>
                  </a:lnTo>
                  <a:lnTo>
                    <a:pt x="835059" y="6189"/>
                  </a:lnTo>
                  <a:lnTo>
                    <a:pt x="838628" y="4955"/>
                  </a:lnTo>
                  <a:lnTo>
                    <a:pt x="842197" y="3474"/>
                  </a:lnTo>
                  <a:lnTo>
                    <a:pt x="845765" y="2264"/>
                  </a:lnTo>
                  <a:lnTo>
                    <a:pt x="849334" y="1122"/>
                  </a:lnTo>
                  <a:lnTo>
                    <a:pt x="852902" y="0"/>
                  </a:lnTo>
                  <a:lnTo>
                    <a:pt x="852902" y="217540"/>
                  </a:lnTo>
                  <a:lnTo>
                    <a:pt x="849334" y="217386"/>
                  </a:lnTo>
                  <a:lnTo>
                    <a:pt x="845765" y="216962"/>
                  </a:lnTo>
                  <a:lnTo>
                    <a:pt x="842197" y="216439"/>
                  </a:lnTo>
                  <a:lnTo>
                    <a:pt x="838628" y="216013"/>
                  </a:lnTo>
                  <a:lnTo>
                    <a:pt x="835059" y="215837"/>
                  </a:lnTo>
                  <a:lnTo>
                    <a:pt x="831491" y="215768"/>
                  </a:lnTo>
                  <a:lnTo>
                    <a:pt x="827922" y="215618"/>
                  </a:lnTo>
                  <a:lnTo>
                    <a:pt x="824353" y="215392"/>
                  </a:lnTo>
                  <a:lnTo>
                    <a:pt x="820785" y="215047"/>
                  </a:lnTo>
                  <a:lnTo>
                    <a:pt x="817216" y="214906"/>
                  </a:lnTo>
                  <a:lnTo>
                    <a:pt x="813648" y="214943"/>
                  </a:lnTo>
                  <a:lnTo>
                    <a:pt x="810079" y="214686"/>
                  </a:lnTo>
                  <a:lnTo>
                    <a:pt x="806510" y="214356"/>
                  </a:lnTo>
                  <a:lnTo>
                    <a:pt x="802942" y="214022"/>
                  </a:lnTo>
                  <a:lnTo>
                    <a:pt x="799373" y="213820"/>
                  </a:lnTo>
                  <a:lnTo>
                    <a:pt x="795804" y="213664"/>
                  </a:lnTo>
                  <a:lnTo>
                    <a:pt x="792236" y="213507"/>
                  </a:lnTo>
                  <a:lnTo>
                    <a:pt x="788667" y="213351"/>
                  </a:lnTo>
                  <a:lnTo>
                    <a:pt x="785098" y="213194"/>
                  </a:lnTo>
                  <a:lnTo>
                    <a:pt x="781530" y="213038"/>
                  </a:lnTo>
                  <a:lnTo>
                    <a:pt x="777961" y="212779"/>
                  </a:lnTo>
                  <a:lnTo>
                    <a:pt x="774393" y="212371"/>
                  </a:lnTo>
                  <a:lnTo>
                    <a:pt x="770824" y="212075"/>
                  </a:lnTo>
                  <a:lnTo>
                    <a:pt x="767255" y="212030"/>
                  </a:lnTo>
                  <a:lnTo>
                    <a:pt x="763687" y="211732"/>
                  </a:lnTo>
                  <a:lnTo>
                    <a:pt x="760118" y="211650"/>
                  </a:lnTo>
                  <a:lnTo>
                    <a:pt x="756549" y="211442"/>
                  </a:lnTo>
                  <a:lnTo>
                    <a:pt x="752981" y="211155"/>
                  </a:lnTo>
                  <a:lnTo>
                    <a:pt x="749412" y="211296"/>
                  </a:lnTo>
                  <a:lnTo>
                    <a:pt x="745844" y="210981"/>
                  </a:lnTo>
                  <a:lnTo>
                    <a:pt x="742275" y="210720"/>
                  </a:lnTo>
                  <a:lnTo>
                    <a:pt x="738706" y="210741"/>
                  </a:lnTo>
                  <a:lnTo>
                    <a:pt x="735138" y="210464"/>
                  </a:lnTo>
                  <a:lnTo>
                    <a:pt x="731569" y="210338"/>
                  </a:lnTo>
                  <a:lnTo>
                    <a:pt x="728000" y="210080"/>
                  </a:lnTo>
                  <a:lnTo>
                    <a:pt x="724432" y="210263"/>
                  </a:lnTo>
                  <a:lnTo>
                    <a:pt x="720863" y="210061"/>
                  </a:lnTo>
                  <a:lnTo>
                    <a:pt x="717294" y="210135"/>
                  </a:lnTo>
                  <a:lnTo>
                    <a:pt x="713726" y="210055"/>
                  </a:lnTo>
                  <a:lnTo>
                    <a:pt x="710157" y="209753"/>
                  </a:lnTo>
                  <a:lnTo>
                    <a:pt x="706589" y="209520"/>
                  </a:lnTo>
                  <a:lnTo>
                    <a:pt x="703020" y="209515"/>
                  </a:lnTo>
                  <a:lnTo>
                    <a:pt x="699451" y="209401"/>
                  </a:lnTo>
                  <a:lnTo>
                    <a:pt x="695883" y="209123"/>
                  </a:lnTo>
                  <a:lnTo>
                    <a:pt x="692314" y="209095"/>
                  </a:lnTo>
                  <a:lnTo>
                    <a:pt x="688745" y="208995"/>
                  </a:lnTo>
                  <a:lnTo>
                    <a:pt x="685177" y="208838"/>
                  </a:lnTo>
                  <a:lnTo>
                    <a:pt x="681608" y="208604"/>
                  </a:lnTo>
                  <a:lnTo>
                    <a:pt x="678040" y="208525"/>
                  </a:lnTo>
                  <a:lnTo>
                    <a:pt x="674471" y="208373"/>
                  </a:lnTo>
                  <a:lnTo>
                    <a:pt x="670902" y="208220"/>
                  </a:lnTo>
                  <a:lnTo>
                    <a:pt x="667334" y="208134"/>
                  </a:lnTo>
                  <a:lnTo>
                    <a:pt x="663765" y="207900"/>
                  </a:lnTo>
                  <a:lnTo>
                    <a:pt x="660196" y="207832"/>
                  </a:lnTo>
                  <a:lnTo>
                    <a:pt x="656628" y="207802"/>
                  </a:lnTo>
                  <a:lnTo>
                    <a:pt x="653059" y="207883"/>
                  </a:lnTo>
                  <a:lnTo>
                    <a:pt x="649490" y="207888"/>
                  </a:lnTo>
                  <a:lnTo>
                    <a:pt x="645922" y="207645"/>
                  </a:lnTo>
                  <a:lnTo>
                    <a:pt x="642353" y="207725"/>
                  </a:lnTo>
                  <a:lnTo>
                    <a:pt x="638785" y="207805"/>
                  </a:lnTo>
                  <a:lnTo>
                    <a:pt x="635216" y="207882"/>
                  </a:lnTo>
                  <a:lnTo>
                    <a:pt x="631647" y="207856"/>
                  </a:lnTo>
                  <a:lnTo>
                    <a:pt x="628079" y="207685"/>
                  </a:lnTo>
                  <a:lnTo>
                    <a:pt x="624510" y="207508"/>
                  </a:lnTo>
                  <a:lnTo>
                    <a:pt x="620941" y="207347"/>
                  </a:lnTo>
                  <a:lnTo>
                    <a:pt x="617373" y="207129"/>
                  </a:lnTo>
                  <a:lnTo>
                    <a:pt x="613804" y="207062"/>
                  </a:lnTo>
                  <a:lnTo>
                    <a:pt x="610236" y="207152"/>
                  </a:lnTo>
                  <a:lnTo>
                    <a:pt x="606667" y="207328"/>
                  </a:lnTo>
                  <a:lnTo>
                    <a:pt x="603098" y="207233"/>
                  </a:lnTo>
                  <a:lnTo>
                    <a:pt x="599530" y="207186"/>
                  </a:lnTo>
                  <a:lnTo>
                    <a:pt x="595961" y="207315"/>
                  </a:lnTo>
                  <a:lnTo>
                    <a:pt x="592392" y="207257"/>
                  </a:lnTo>
                  <a:lnTo>
                    <a:pt x="588824" y="207114"/>
                  </a:lnTo>
                  <a:lnTo>
                    <a:pt x="585255" y="206794"/>
                  </a:lnTo>
                  <a:lnTo>
                    <a:pt x="581686" y="206789"/>
                  </a:lnTo>
                  <a:lnTo>
                    <a:pt x="578118" y="206937"/>
                  </a:lnTo>
                  <a:lnTo>
                    <a:pt x="574549" y="207077"/>
                  </a:lnTo>
                  <a:lnTo>
                    <a:pt x="570981" y="207262"/>
                  </a:lnTo>
                  <a:lnTo>
                    <a:pt x="567412" y="207439"/>
                  </a:lnTo>
                  <a:lnTo>
                    <a:pt x="563843" y="207559"/>
                  </a:lnTo>
                  <a:lnTo>
                    <a:pt x="560275" y="207600"/>
                  </a:lnTo>
                  <a:lnTo>
                    <a:pt x="556706" y="207463"/>
                  </a:lnTo>
                  <a:lnTo>
                    <a:pt x="553137" y="207344"/>
                  </a:lnTo>
                  <a:lnTo>
                    <a:pt x="549569" y="207281"/>
                  </a:lnTo>
                  <a:lnTo>
                    <a:pt x="546000" y="207517"/>
                  </a:lnTo>
                  <a:lnTo>
                    <a:pt x="542432" y="207750"/>
                  </a:lnTo>
                  <a:lnTo>
                    <a:pt x="538863" y="207984"/>
                  </a:lnTo>
                  <a:lnTo>
                    <a:pt x="535294" y="208043"/>
                  </a:lnTo>
                  <a:lnTo>
                    <a:pt x="531726" y="208195"/>
                  </a:lnTo>
                  <a:lnTo>
                    <a:pt x="528157" y="208597"/>
                  </a:lnTo>
                  <a:lnTo>
                    <a:pt x="524588" y="208755"/>
                  </a:lnTo>
                  <a:lnTo>
                    <a:pt x="521020" y="208714"/>
                  </a:lnTo>
                  <a:lnTo>
                    <a:pt x="517451" y="208779"/>
                  </a:lnTo>
                  <a:lnTo>
                    <a:pt x="513882" y="208560"/>
                  </a:lnTo>
                  <a:lnTo>
                    <a:pt x="510314" y="208541"/>
                  </a:lnTo>
                  <a:lnTo>
                    <a:pt x="506745" y="208481"/>
                  </a:lnTo>
                  <a:lnTo>
                    <a:pt x="503177" y="208716"/>
                  </a:lnTo>
                  <a:lnTo>
                    <a:pt x="499608" y="208769"/>
                  </a:lnTo>
                  <a:lnTo>
                    <a:pt x="496039" y="208714"/>
                  </a:lnTo>
                  <a:lnTo>
                    <a:pt x="492471" y="208744"/>
                  </a:lnTo>
                  <a:lnTo>
                    <a:pt x="488902" y="208982"/>
                  </a:lnTo>
                  <a:lnTo>
                    <a:pt x="485333" y="208991"/>
                  </a:lnTo>
                  <a:lnTo>
                    <a:pt x="481765" y="209139"/>
                  </a:lnTo>
                  <a:lnTo>
                    <a:pt x="478196" y="209370"/>
                  </a:lnTo>
                  <a:lnTo>
                    <a:pt x="474628" y="209281"/>
                  </a:lnTo>
                  <a:lnTo>
                    <a:pt x="471059" y="209685"/>
                  </a:lnTo>
                  <a:lnTo>
                    <a:pt x="467490" y="209948"/>
                  </a:lnTo>
                  <a:lnTo>
                    <a:pt x="463922" y="209944"/>
                  </a:lnTo>
                  <a:lnTo>
                    <a:pt x="460353" y="210146"/>
                  </a:lnTo>
                  <a:lnTo>
                    <a:pt x="456784" y="210527"/>
                  </a:lnTo>
                  <a:lnTo>
                    <a:pt x="453216" y="210719"/>
                  </a:lnTo>
                  <a:lnTo>
                    <a:pt x="449647" y="210928"/>
                  </a:lnTo>
                  <a:lnTo>
                    <a:pt x="446078" y="211322"/>
                  </a:lnTo>
                  <a:lnTo>
                    <a:pt x="442510" y="211380"/>
                  </a:lnTo>
                  <a:lnTo>
                    <a:pt x="438941" y="211444"/>
                  </a:lnTo>
                  <a:lnTo>
                    <a:pt x="435373" y="211607"/>
                  </a:lnTo>
                  <a:lnTo>
                    <a:pt x="431804" y="211870"/>
                  </a:lnTo>
                  <a:lnTo>
                    <a:pt x="428235" y="212061"/>
                  </a:lnTo>
                  <a:lnTo>
                    <a:pt x="424667" y="212431"/>
                  </a:lnTo>
                  <a:lnTo>
                    <a:pt x="421098" y="212670"/>
                  </a:lnTo>
                  <a:lnTo>
                    <a:pt x="417529" y="212752"/>
                  </a:lnTo>
                  <a:lnTo>
                    <a:pt x="413961" y="213056"/>
                  </a:lnTo>
                  <a:lnTo>
                    <a:pt x="410392" y="213089"/>
                  </a:lnTo>
                  <a:lnTo>
                    <a:pt x="406824" y="213365"/>
                  </a:lnTo>
                  <a:lnTo>
                    <a:pt x="403255" y="213669"/>
                  </a:lnTo>
                  <a:lnTo>
                    <a:pt x="399686" y="213713"/>
                  </a:lnTo>
                  <a:lnTo>
                    <a:pt x="396118" y="213778"/>
                  </a:lnTo>
                  <a:lnTo>
                    <a:pt x="392549" y="213968"/>
                  </a:lnTo>
                  <a:lnTo>
                    <a:pt x="388980" y="214211"/>
                  </a:lnTo>
                  <a:lnTo>
                    <a:pt x="385412" y="214410"/>
                  </a:lnTo>
                  <a:lnTo>
                    <a:pt x="381843" y="214670"/>
                  </a:lnTo>
                  <a:lnTo>
                    <a:pt x="378274" y="215056"/>
                  </a:lnTo>
                  <a:lnTo>
                    <a:pt x="374706" y="215397"/>
                  </a:lnTo>
                  <a:lnTo>
                    <a:pt x="371137" y="215627"/>
                  </a:lnTo>
                  <a:lnTo>
                    <a:pt x="367569" y="215717"/>
                  </a:lnTo>
                  <a:lnTo>
                    <a:pt x="364000" y="216050"/>
                  </a:lnTo>
                  <a:lnTo>
                    <a:pt x="360431" y="216414"/>
                  </a:lnTo>
                  <a:lnTo>
                    <a:pt x="356863" y="216741"/>
                  </a:lnTo>
                  <a:lnTo>
                    <a:pt x="353294" y="216948"/>
                  </a:lnTo>
                  <a:lnTo>
                    <a:pt x="349725" y="217330"/>
                  </a:lnTo>
                  <a:lnTo>
                    <a:pt x="346157" y="217810"/>
                  </a:lnTo>
                  <a:lnTo>
                    <a:pt x="342588" y="218066"/>
                  </a:lnTo>
                  <a:lnTo>
                    <a:pt x="339020" y="218469"/>
                  </a:lnTo>
                  <a:lnTo>
                    <a:pt x="335451" y="218862"/>
                  </a:lnTo>
                  <a:lnTo>
                    <a:pt x="331882" y="218911"/>
                  </a:lnTo>
                  <a:lnTo>
                    <a:pt x="328314" y="219255"/>
                  </a:lnTo>
                  <a:lnTo>
                    <a:pt x="324745" y="219524"/>
                  </a:lnTo>
                  <a:lnTo>
                    <a:pt x="321176" y="219866"/>
                  </a:lnTo>
                  <a:lnTo>
                    <a:pt x="317608" y="220097"/>
                  </a:lnTo>
                  <a:lnTo>
                    <a:pt x="314039" y="220319"/>
                  </a:lnTo>
                  <a:lnTo>
                    <a:pt x="310470" y="220639"/>
                  </a:lnTo>
                  <a:lnTo>
                    <a:pt x="306902" y="220939"/>
                  </a:lnTo>
                  <a:lnTo>
                    <a:pt x="303333" y="221310"/>
                  </a:lnTo>
                  <a:lnTo>
                    <a:pt x="299765" y="221716"/>
                  </a:lnTo>
                  <a:lnTo>
                    <a:pt x="296196" y="221922"/>
                  </a:lnTo>
                  <a:lnTo>
                    <a:pt x="292627" y="222261"/>
                  </a:lnTo>
                  <a:lnTo>
                    <a:pt x="289059" y="222678"/>
                  </a:lnTo>
                  <a:lnTo>
                    <a:pt x="285490" y="223278"/>
                  </a:lnTo>
                  <a:lnTo>
                    <a:pt x="281921" y="223633"/>
                  </a:lnTo>
                  <a:lnTo>
                    <a:pt x="278353" y="223869"/>
                  </a:lnTo>
                  <a:lnTo>
                    <a:pt x="274784" y="224293"/>
                  </a:lnTo>
                  <a:lnTo>
                    <a:pt x="271216" y="224551"/>
                  </a:lnTo>
                  <a:lnTo>
                    <a:pt x="267647" y="224910"/>
                  </a:lnTo>
                  <a:lnTo>
                    <a:pt x="264078" y="225235"/>
                  </a:lnTo>
                  <a:lnTo>
                    <a:pt x="260510" y="225512"/>
                  </a:lnTo>
                  <a:lnTo>
                    <a:pt x="256941" y="225827"/>
                  </a:lnTo>
                  <a:lnTo>
                    <a:pt x="253372" y="226166"/>
                  </a:lnTo>
                  <a:lnTo>
                    <a:pt x="249804" y="226835"/>
                  </a:lnTo>
                  <a:lnTo>
                    <a:pt x="246235" y="227233"/>
                  </a:lnTo>
                  <a:lnTo>
                    <a:pt x="242666" y="227636"/>
                  </a:lnTo>
                  <a:lnTo>
                    <a:pt x="239098" y="228131"/>
                  </a:lnTo>
                  <a:lnTo>
                    <a:pt x="235529" y="228674"/>
                  </a:lnTo>
                  <a:lnTo>
                    <a:pt x="231961" y="228995"/>
                  </a:lnTo>
                  <a:lnTo>
                    <a:pt x="228392" y="229745"/>
                  </a:lnTo>
                  <a:lnTo>
                    <a:pt x="224823" y="230100"/>
                  </a:lnTo>
                  <a:lnTo>
                    <a:pt x="221255" y="230675"/>
                  </a:lnTo>
                  <a:lnTo>
                    <a:pt x="217686" y="231305"/>
                  </a:lnTo>
                  <a:lnTo>
                    <a:pt x="214117" y="232045"/>
                  </a:lnTo>
                  <a:lnTo>
                    <a:pt x="210549" y="232553"/>
                  </a:lnTo>
                  <a:lnTo>
                    <a:pt x="206980" y="232979"/>
                  </a:lnTo>
                  <a:lnTo>
                    <a:pt x="203412" y="233660"/>
                  </a:lnTo>
                  <a:lnTo>
                    <a:pt x="199843" y="233992"/>
                  </a:lnTo>
                  <a:lnTo>
                    <a:pt x="196274" y="234380"/>
                  </a:lnTo>
                  <a:lnTo>
                    <a:pt x="192706" y="234965"/>
                  </a:lnTo>
                  <a:lnTo>
                    <a:pt x="189137" y="235401"/>
                  </a:lnTo>
                  <a:lnTo>
                    <a:pt x="185568" y="236296"/>
                  </a:lnTo>
                  <a:lnTo>
                    <a:pt x="182000" y="236865"/>
                  </a:lnTo>
                  <a:lnTo>
                    <a:pt x="178431" y="237297"/>
                  </a:lnTo>
                  <a:lnTo>
                    <a:pt x="174862" y="237727"/>
                  </a:lnTo>
                  <a:lnTo>
                    <a:pt x="171294" y="238265"/>
                  </a:lnTo>
                  <a:lnTo>
                    <a:pt x="167725" y="238675"/>
                  </a:lnTo>
                  <a:lnTo>
                    <a:pt x="164157" y="239010"/>
                  </a:lnTo>
                  <a:lnTo>
                    <a:pt x="160588" y="239716"/>
                  </a:lnTo>
                  <a:lnTo>
                    <a:pt x="157019" y="240105"/>
                  </a:lnTo>
                  <a:lnTo>
                    <a:pt x="153451" y="240617"/>
                  </a:lnTo>
                  <a:lnTo>
                    <a:pt x="149882" y="241192"/>
                  </a:lnTo>
                  <a:lnTo>
                    <a:pt x="146313" y="241916"/>
                  </a:lnTo>
                  <a:lnTo>
                    <a:pt x="142745" y="242396"/>
                  </a:lnTo>
                  <a:lnTo>
                    <a:pt x="139176" y="242988"/>
                  </a:lnTo>
                  <a:lnTo>
                    <a:pt x="135608" y="243396"/>
                  </a:lnTo>
                  <a:lnTo>
                    <a:pt x="132039" y="243841"/>
                  </a:lnTo>
                  <a:lnTo>
                    <a:pt x="128470" y="244169"/>
                  </a:lnTo>
                  <a:lnTo>
                    <a:pt x="124902" y="244551"/>
                  </a:lnTo>
                  <a:lnTo>
                    <a:pt x="121333" y="245157"/>
                  </a:lnTo>
                  <a:lnTo>
                    <a:pt x="117764" y="245801"/>
                  </a:lnTo>
                  <a:lnTo>
                    <a:pt x="114196" y="246371"/>
                  </a:lnTo>
                  <a:lnTo>
                    <a:pt x="110627" y="246977"/>
                  </a:lnTo>
                  <a:lnTo>
                    <a:pt x="107058" y="247582"/>
                  </a:lnTo>
                  <a:lnTo>
                    <a:pt x="103490" y="248271"/>
                  </a:lnTo>
                  <a:lnTo>
                    <a:pt x="99921" y="248914"/>
                  </a:lnTo>
                  <a:lnTo>
                    <a:pt x="96353" y="249589"/>
                  </a:lnTo>
                  <a:lnTo>
                    <a:pt x="92784" y="250172"/>
                  </a:lnTo>
                  <a:lnTo>
                    <a:pt x="89215" y="250750"/>
                  </a:lnTo>
                  <a:lnTo>
                    <a:pt x="85647" y="251329"/>
                  </a:lnTo>
                  <a:lnTo>
                    <a:pt x="82078" y="251947"/>
                  </a:lnTo>
                  <a:lnTo>
                    <a:pt x="78509" y="252530"/>
                  </a:lnTo>
                  <a:lnTo>
                    <a:pt x="74941" y="253057"/>
                  </a:lnTo>
                  <a:lnTo>
                    <a:pt x="71372" y="253733"/>
                  </a:lnTo>
                  <a:lnTo>
                    <a:pt x="67804" y="254292"/>
                  </a:lnTo>
                  <a:lnTo>
                    <a:pt x="64235" y="254878"/>
                  </a:lnTo>
                  <a:lnTo>
                    <a:pt x="60666" y="255520"/>
                  </a:lnTo>
                  <a:lnTo>
                    <a:pt x="57098" y="256165"/>
                  </a:lnTo>
                  <a:lnTo>
                    <a:pt x="53529" y="256807"/>
                  </a:lnTo>
                  <a:lnTo>
                    <a:pt x="49960" y="257381"/>
                  </a:lnTo>
                  <a:lnTo>
                    <a:pt x="46392" y="257739"/>
                  </a:lnTo>
                  <a:lnTo>
                    <a:pt x="42823" y="258193"/>
                  </a:lnTo>
                  <a:lnTo>
                    <a:pt x="39254" y="258732"/>
                  </a:lnTo>
                  <a:lnTo>
                    <a:pt x="35686" y="259301"/>
                  </a:lnTo>
                  <a:lnTo>
                    <a:pt x="32117" y="259869"/>
                  </a:lnTo>
                  <a:lnTo>
                    <a:pt x="28549" y="260433"/>
                  </a:lnTo>
                  <a:lnTo>
                    <a:pt x="24980" y="261008"/>
                  </a:lnTo>
                  <a:lnTo>
                    <a:pt x="21411" y="261655"/>
                  </a:lnTo>
                  <a:lnTo>
                    <a:pt x="17843" y="262117"/>
                  </a:lnTo>
                  <a:lnTo>
                    <a:pt x="14274" y="262673"/>
                  </a:lnTo>
                  <a:lnTo>
                    <a:pt x="10705" y="263169"/>
                  </a:lnTo>
                  <a:lnTo>
                    <a:pt x="7137" y="263639"/>
                  </a:lnTo>
                  <a:lnTo>
                    <a:pt x="3568" y="264152"/>
                  </a:lnTo>
                  <a:lnTo>
                    <a:pt x="0" y="264690"/>
                  </a:lnTo>
                  <a:close/>
                </a:path>
              </a:pathLst>
            </a:custGeom>
            <a:solidFill>
              <a:srgbClr val="D55E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554393" y="4024730"/>
              <a:ext cx="852902" cy="117695"/>
            </a:xfrm>
            <a:custGeom>
              <a:avLst/>
              <a:pathLst>
                <a:path w="852902" h="117695">
                  <a:moveTo>
                    <a:pt x="0" y="115404"/>
                  </a:moveTo>
                  <a:lnTo>
                    <a:pt x="3568" y="115331"/>
                  </a:lnTo>
                  <a:lnTo>
                    <a:pt x="7137" y="115501"/>
                  </a:lnTo>
                  <a:lnTo>
                    <a:pt x="10705" y="115375"/>
                  </a:lnTo>
                  <a:lnTo>
                    <a:pt x="14274" y="115534"/>
                  </a:lnTo>
                  <a:lnTo>
                    <a:pt x="17843" y="115754"/>
                  </a:lnTo>
                  <a:lnTo>
                    <a:pt x="21411" y="115983"/>
                  </a:lnTo>
                  <a:lnTo>
                    <a:pt x="24980" y="116019"/>
                  </a:lnTo>
                  <a:lnTo>
                    <a:pt x="28549" y="115922"/>
                  </a:lnTo>
                  <a:lnTo>
                    <a:pt x="32117" y="115895"/>
                  </a:lnTo>
                  <a:lnTo>
                    <a:pt x="35686" y="116069"/>
                  </a:lnTo>
                  <a:lnTo>
                    <a:pt x="39254" y="116181"/>
                  </a:lnTo>
                  <a:lnTo>
                    <a:pt x="42823" y="116479"/>
                  </a:lnTo>
                  <a:lnTo>
                    <a:pt x="46392" y="116776"/>
                  </a:lnTo>
                  <a:lnTo>
                    <a:pt x="49960" y="116781"/>
                  </a:lnTo>
                  <a:lnTo>
                    <a:pt x="53529" y="116774"/>
                  </a:lnTo>
                  <a:lnTo>
                    <a:pt x="57098" y="116703"/>
                  </a:lnTo>
                  <a:lnTo>
                    <a:pt x="60666" y="116790"/>
                  </a:lnTo>
                  <a:lnTo>
                    <a:pt x="64235" y="116788"/>
                  </a:lnTo>
                  <a:lnTo>
                    <a:pt x="67804" y="116869"/>
                  </a:lnTo>
                  <a:lnTo>
                    <a:pt x="71372" y="116989"/>
                  </a:lnTo>
                  <a:lnTo>
                    <a:pt x="74941" y="117065"/>
                  </a:lnTo>
                  <a:lnTo>
                    <a:pt x="78509" y="117153"/>
                  </a:lnTo>
                  <a:lnTo>
                    <a:pt x="82078" y="117415"/>
                  </a:lnTo>
                  <a:lnTo>
                    <a:pt x="85647" y="117411"/>
                  </a:lnTo>
                  <a:lnTo>
                    <a:pt x="89215" y="117534"/>
                  </a:lnTo>
                  <a:lnTo>
                    <a:pt x="92784" y="117438"/>
                  </a:lnTo>
                  <a:lnTo>
                    <a:pt x="96353" y="117695"/>
                  </a:lnTo>
                  <a:lnTo>
                    <a:pt x="99921" y="117549"/>
                  </a:lnTo>
                  <a:lnTo>
                    <a:pt x="103490" y="117588"/>
                  </a:lnTo>
                  <a:lnTo>
                    <a:pt x="107058" y="117324"/>
                  </a:lnTo>
                  <a:lnTo>
                    <a:pt x="110627" y="116993"/>
                  </a:lnTo>
                  <a:lnTo>
                    <a:pt x="114196" y="116888"/>
                  </a:lnTo>
                  <a:lnTo>
                    <a:pt x="117764" y="116831"/>
                  </a:lnTo>
                  <a:lnTo>
                    <a:pt x="121333" y="116773"/>
                  </a:lnTo>
                  <a:lnTo>
                    <a:pt x="124902" y="116750"/>
                  </a:lnTo>
                  <a:lnTo>
                    <a:pt x="128470" y="116747"/>
                  </a:lnTo>
                  <a:lnTo>
                    <a:pt x="132039" y="116949"/>
                  </a:lnTo>
                  <a:lnTo>
                    <a:pt x="135608" y="116892"/>
                  </a:lnTo>
                  <a:lnTo>
                    <a:pt x="139176" y="116840"/>
                  </a:lnTo>
                  <a:lnTo>
                    <a:pt x="142745" y="116803"/>
                  </a:lnTo>
                  <a:lnTo>
                    <a:pt x="146313" y="116735"/>
                  </a:lnTo>
                  <a:lnTo>
                    <a:pt x="149882" y="116735"/>
                  </a:lnTo>
                  <a:lnTo>
                    <a:pt x="153451" y="116730"/>
                  </a:lnTo>
                  <a:lnTo>
                    <a:pt x="157019" y="116648"/>
                  </a:lnTo>
                  <a:lnTo>
                    <a:pt x="160588" y="116721"/>
                  </a:lnTo>
                  <a:lnTo>
                    <a:pt x="164157" y="116812"/>
                  </a:lnTo>
                  <a:lnTo>
                    <a:pt x="167725" y="116614"/>
                  </a:lnTo>
                  <a:lnTo>
                    <a:pt x="171294" y="116717"/>
                  </a:lnTo>
                  <a:lnTo>
                    <a:pt x="174862" y="116472"/>
                  </a:lnTo>
                  <a:lnTo>
                    <a:pt x="178431" y="116611"/>
                  </a:lnTo>
                  <a:lnTo>
                    <a:pt x="182000" y="116557"/>
                  </a:lnTo>
                  <a:lnTo>
                    <a:pt x="185568" y="116863"/>
                  </a:lnTo>
                  <a:lnTo>
                    <a:pt x="189137" y="116903"/>
                  </a:lnTo>
                  <a:lnTo>
                    <a:pt x="192706" y="116754"/>
                  </a:lnTo>
                  <a:lnTo>
                    <a:pt x="196274" y="116699"/>
                  </a:lnTo>
                  <a:lnTo>
                    <a:pt x="199843" y="116490"/>
                  </a:lnTo>
                  <a:lnTo>
                    <a:pt x="203412" y="116686"/>
                  </a:lnTo>
                  <a:lnTo>
                    <a:pt x="206980" y="116683"/>
                  </a:lnTo>
                  <a:lnTo>
                    <a:pt x="210549" y="116684"/>
                  </a:lnTo>
                  <a:lnTo>
                    <a:pt x="214117" y="116585"/>
                  </a:lnTo>
                  <a:lnTo>
                    <a:pt x="217686" y="116622"/>
                  </a:lnTo>
                  <a:lnTo>
                    <a:pt x="221255" y="116510"/>
                  </a:lnTo>
                  <a:lnTo>
                    <a:pt x="224823" y="116564"/>
                  </a:lnTo>
                  <a:lnTo>
                    <a:pt x="228392" y="116385"/>
                  </a:lnTo>
                  <a:lnTo>
                    <a:pt x="231961" y="116450"/>
                  </a:lnTo>
                  <a:lnTo>
                    <a:pt x="235529" y="116420"/>
                  </a:lnTo>
                  <a:lnTo>
                    <a:pt x="239098" y="116087"/>
                  </a:lnTo>
                  <a:lnTo>
                    <a:pt x="242666" y="115868"/>
                  </a:lnTo>
                  <a:lnTo>
                    <a:pt x="246235" y="115364"/>
                  </a:lnTo>
                  <a:lnTo>
                    <a:pt x="249804" y="115242"/>
                  </a:lnTo>
                  <a:lnTo>
                    <a:pt x="253372" y="115087"/>
                  </a:lnTo>
                  <a:lnTo>
                    <a:pt x="256941" y="115064"/>
                  </a:lnTo>
                  <a:lnTo>
                    <a:pt x="260510" y="114908"/>
                  </a:lnTo>
                  <a:lnTo>
                    <a:pt x="264078" y="114960"/>
                  </a:lnTo>
                  <a:lnTo>
                    <a:pt x="267647" y="114923"/>
                  </a:lnTo>
                  <a:lnTo>
                    <a:pt x="271216" y="114852"/>
                  </a:lnTo>
                  <a:lnTo>
                    <a:pt x="274784" y="114836"/>
                  </a:lnTo>
                  <a:lnTo>
                    <a:pt x="278353" y="114725"/>
                  </a:lnTo>
                  <a:lnTo>
                    <a:pt x="281921" y="114604"/>
                  </a:lnTo>
                  <a:lnTo>
                    <a:pt x="285490" y="114107"/>
                  </a:lnTo>
                  <a:lnTo>
                    <a:pt x="289059" y="113679"/>
                  </a:lnTo>
                  <a:lnTo>
                    <a:pt x="292627" y="113171"/>
                  </a:lnTo>
                  <a:lnTo>
                    <a:pt x="296196" y="112884"/>
                  </a:lnTo>
                  <a:lnTo>
                    <a:pt x="299765" y="112564"/>
                  </a:lnTo>
                  <a:lnTo>
                    <a:pt x="303333" y="112402"/>
                  </a:lnTo>
                  <a:lnTo>
                    <a:pt x="306902" y="112181"/>
                  </a:lnTo>
                  <a:lnTo>
                    <a:pt x="310470" y="111758"/>
                  </a:lnTo>
                  <a:lnTo>
                    <a:pt x="314039" y="111706"/>
                  </a:lnTo>
                  <a:lnTo>
                    <a:pt x="317608" y="111549"/>
                  </a:lnTo>
                  <a:lnTo>
                    <a:pt x="321176" y="111199"/>
                  </a:lnTo>
                  <a:lnTo>
                    <a:pt x="324745" y="110815"/>
                  </a:lnTo>
                  <a:lnTo>
                    <a:pt x="328314" y="110439"/>
                  </a:lnTo>
                  <a:lnTo>
                    <a:pt x="331882" y="110151"/>
                  </a:lnTo>
                  <a:lnTo>
                    <a:pt x="335451" y="109941"/>
                  </a:lnTo>
                  <a:lnTo>
                    <a:pt x="339020" y="109389"/>
                  </a:lnTo>
                  <a:lnTo>
                    <a:pt x="342588" y="109053"/>
                  </a:lnTo>
                  <a:lnTo>
                    <a:pt x="346157" y="108777"/>
                  </a:lnTo>
                  <a:lnTo>
                    <a:pt x="349725" y="108636"/>
                  </a:lnTo>
                  <a:lnTo>
                    <a:pt x="353294" y="108426"/>
                  </a:lnTo>
                  <a:lnTo>
                    <a:pt x="356863" y="108255"/>
                  </a:lnTo>
                  <a:lnTo>
                    <a:pt x="360431" y="107938"/>
                  </a:lnTo>
                  <a:lnTo>
                    <a:pt x="364000" y="107914"/>
                  </a:lnTo>
                  <a:lnTo>
                    <a:pt x="367569" y="107663"/>
                  </a:lnTo>
                  <a:lnTo>
                    <a:pt x="371137" y="107048"/>
                  </a:lnTo>
                  <a:lnTo>
                    <a:pt x="374706" y="106843"/>
                  </a:lnTo>
                  <a:lnTo>
                    <a:pt x="378274" y="106399"/>
                  </a:lnTo>
                  <a:lnTo>
                    <a:pt x="381843" y="105939"/>
                  </a:lnTo>
                  <a:lnTo>
                    <a:pt x="385412" y="105361"/>
                  </a:lnTo>
                  <a:lnTo>
                    <a:pt x="388980" y="105088"/>
                  </a:lnTo>
                  <a:lnTo>
                    <a:pt x="392549" y="104483"/>
                  </a:lnTo>
                  <a:lnTo>
                    <a:pt x="396118" y="104226"/>
                  </a:lnTo>
                  <a:lnTo>
                    <a:pt x="399686" y="103763"/>
                  </a:lnTo>
                  <a:lnTo>
                    <a:pt x="403255" y="103435"/>
                  </a:lnTo>
                  <a:lnTo>
                    <a:pt x="406824" y="102976"/>
                  </a:lnTo>
                  <a:lnTo>
                    <a:pt x="410392" y="102530"/>
                  </a:lnTo>
                  <a:lnTo>
                    <a:pt x="413961" y="102060"/>
                  </a:lnTo>
                  <a:lnTo>
                    <a:pt x="417529" y="101368"/>
                  </a:lnTo>
                  <a:lnTo>
                    <a:pt x="421098" y="101041"/>
                  </a:lnTo>
                  <a:lnTo>
                    <a:pt x="424667" y="100396"/>
                  </a:lnTo>
                  <a:lnTo>
                    <a:pt x="428235" y="99803"/>
                  </a:lnTo>
                  <a:lnTo>
                    <a:pt x="431804" y="99755"/>
                  </a:lnTo>
                  <a:lnTo>
                    <a:pt x="435373" y="99372"/>
                  </a:lnTo>
                  <a:lnTo>
                    <a:pt x="438941" y="98924"/>
                  </a:lnTo>
                  <a:lnTo>
                    <a:pt x="442510" y="98236"/>
                  </a:lnTo>
                  <a:lnTo>
                    <a:pt x="446078" y="97712"/>
                  </a:lnTo>
                  <a:lnTo>
                    <a:pt x="449647" y="96764"/>
                  </a:lnTo>
                  <a:lnTo>
                    <a:pt x="453216" y="96662"/>
                  </a:lnTo>
                  <a:lnTo>
                    <a:pt x="456784" y="95618"/>
                  </a:lnTo>
                  <a:lnTo>
                    <a:pt x="460353" y="95233"/>
                  </a:lnTo>
                  <a:lnTo>
                    <a:pt x="463922" y="94619"/>
                  </a:lnTo>
                  <a:lnTo>
                    <a:pt x="467490" y="93841"/>
                  </a:lnTo>
                  <a:lnTo>
                    <a:pt x="471059" y="93155"/>
                  </a:lnTo>
                  <a:lnTo>
                    <a:pt x="474628" y="92248"/>
                  </a:lnTo>
                  <a:lnTo>
                    <a:pt x="478196" y="91684"/>
                  </a:lnTo>
                  <a:lnTo>
                    <a:pt x="481765" y="91083"/>
                  </a:lnTo>
                  <a:lnTo>
                    <a:pt x="485333" y="90529"/>
                  </a:lnTo>
                  <a:lnTo>
                    <a:pt x="488902" y="89971"/>
                  </a:lnTo>
                  <a:lnTo>
                    <a:pt x="492471" y="89305"/>
                  </a:lnTo>
                  <a:lnTo>
                    <a:pt x="496039" y="88733"/>
                  </a:lnTo>
                  <a:lnTo>
                    <a:pt x="499608" y="87812"/>
                  </a:lnTo>
                  <a:lnTo>
                    <a:pt x="503177" y="86956"/>
                  </a:lnTo>
                  <a:lnTo>
                    <a:pt x="506745" y="86089"/>
                  </a:lnTo>
                  <a:lnTo>
                    <a:pt x="510314" y="85228"/>
                  </a:lnTo>
                  <a:lnTo>
                    <a:pt x="513882" y="84693"/>
                  </a:lnTo>
                  <a:lnTo>
                    <a:pt x="517451" y="84282"/>
                  </a:lnTo>
                  <a:lnTo>
                    <a:pt x="521020" y="83415"/>
                  </a:lnTo>
                  <a:lnTo>
                    <a:pt x="524588" y="82711"/>
                  </a:lnTo>
                  <a:lnTo>
                    <a:pt x="528157" y="81768"/>
                  </a:lnTo>
                  <a:lnTo>
                    <a:pt x="531726" y="81115"/>
                  </a:lnTo>
                  <a:lnTo>
                    <a:pt x="535294" y="80929"/>
                  </a:lnTo>
                  <a:lnTo>
                    <a:pt x="538863" y="79777"/>
                  </a:lnTo>
                  <a:lnTo>
                    <a:pt x="542432" y="78809"/>
                  </a:lnTo>
                  <a:lnTo>
                    <a:pt x="546000" y="77841"/>
                  </a:lnTo>
                  <a:lnTo>
                    <a:pt x="549569" y="77249"/>
                  </a:lnTo>
                  <a:lnTo>
                    <a:pt x="553137" y="76820"/>
                  </a:lnTo>
                  <a:lnTo>
                    <a:pt x="556706" y="76196"/>
                  </a:lnTo>
                  <a:lnTo>
                    <a:pt x="560275" y="75755"/>
                  </a:lnTo>
                  <a:lnTo>
                    <a:pt x="563843" y="74748"/>
                  </a:lnTo>
                  <a:lnTo>
                    <a:pt x="567412" y="73698"/>
                  </a:lnTo>
                  <a:lnTo>
                    <a:pt x="570981" y="73057"/>
                  </a:lnTo>
                  <a:lnTo>
                    <a:pt x="574549" y="72557"/>
                  </a:lnTo>
                  <a:lnTo>
                    <a:pt x="578118" y="71884"/>
                  </a:lnTo>
                  <a:lnTo>
                    <a:pt x="581686" y="70811"/>
                  </a:lnTo>
                  <a:lnTo>
                    <a:pt x="585255" y="70086"/>
                  </a:lnTo>
                  <a:lnTo>
                    <a:pt x="588824" y="69669"/>
                  </a:lnTo>
                  <a:lnTo>
                    <a:pt x="592392" y="68509"/>
                  </a:lnTo>
                  <a:lnTo>
                    <a:pt x="595961" y="67749"/>
                  </a:lnTo>
                  <a:lnTo>
                    <a:pt x="599530" y="67048"/>
                  </a:lnTo>
                  <a:lnTo>
                    <a:pt x="603098" y="65914"/>
                  </a:lnTo>
                  <a:lnTo>
                    <a:pt x="606667" y="64977"/>
                  </a:lnTo>
                  <a:lnTo>
                    <a:pt x="610236" y="64265"/>
                  </a:lnTo>
                  <a:lnTo>
                    <a:pt x="613804" y="63450"/>
                  </a:lnTo>
                  <a:lnTo>
                    <a:pt x="617373" y="62682"/>
                  </a:lnTo>
                  <a:lnTo>
                    <a:pt x="620941" y="61919"/>
                  </a:lnTo>
                  <a:lnTo>
                    <a:pt x="624510" y="61154"/>
                  </a:lnTo>
                  <a:lnTo>
                    <a:pt x="628079" y="60389"/>
                  </a:lnTo>
                  <a:lnTo>
                    <a:pt x="631647" y="59627"/>
                  </a:lnTo>
                  <a:lnTo>
                    <a:pt x="635216" y="58897"/>
                  </a:lnTo>
                  <a:lnTo>
                    <a:pt x="638785" y="57746"/>
                  </a:lnTo>
                  <a:lnTo>
                    <a:pt x="642353" y="56827"/>
                  </a:lnTo>
                  <a:lnTo>
                    <a:pt x="645922" y="56205"/>
                  </a:lnTo>
                  <a:lnTo>
                    <a:pt x="649490" y="55653"/>
                  </a:lnTo>
                  <a:lnTo>
                    <a:pt x="653059" y="55016"/>
                  </a:lnTo>
                  <a:lnTo>
                    <a:pt x="656628" y="54144"/>
                  </a:lnTo>
                  <a:lnTo>
                    <a:pt x="660196" y="53053"/>
                  </a:lnTo>
                  <a:lnTo>
                    <a:pt x="663765" y="52150"/>
                  </a:lnTo>
                  <a:lnTo>
                    <a:pt x="667334" y="51367"/>
                  </a:lnTo>
                  <a:lnTo>
                    <a:pt x="670902" y="50396"/>
                  </a:lnTo>
                  <a:lnTo>
                    <a:pt x="674471" y="49642"/>
                  </a:lnTo>
                  <a:lnTo>
                    <a:pt x="678040" y="48887"/>
                  </a:lnTo>
                  <a:lnTo>
                    <a:pt x="681608" y="48132"/>
                  </a:lnTo>
                  <a:lnTo>
                    <a:pt x="685177" y="47010"/>
                  </a:lnTo>
                  <a:lnTo>
                    <a:pt x="688745" y="46016"/>
                  </a:lnTo>
                  <a:lnTo>
                    <a:pt x="692314" y="45441"/>
                  </a:lnTo>
                  <a:lnTo>
                    <a:pt x="695883" y="44877"/>
                  </a:lnTo>
                  <a:lnTo>
                    <a:pt x="699451" y="44216"/>
                  </a:lnTo>
                  <a:lnTo>
                    <a:pt x="703020" y="43412"/>
                  </a:lnTo>
                  <a:lnTo>
                    <a:pt x="706589" y="42267"/>
                  </a:lnTo>
                  <a:lnTo>
                    <a:pt x="710157" y="41263"/>
                  </a:lnTo>
                  <a:lnTo>
                    <a:pt x="713726" y="40102"/>
                  </a:lnTo>
                  <a:lnTo>
                    <a:pt x="717294" y="38939"/>
                  </a:lnTo>
                  <a:lnTo>
                    <a:pt x="720863" y="37781"/>
                  </a:lnTo>
                  <a:lnTo>
                    <a:pt x="724432" y="36919"/>
                  </a:lnTo>
                  <a:lnTo>
                    <a:pt x="728000" y="35851"/>
                  </a:lnTo>
                  <a:lnTo>
                    <a:pt x="731569" y="35269"/>
                  </a:lnTo>
                  <a:lnTo>
                    <a:pt x="735138" y="34407"/>
                  </a:lnTo>
                  <a:lnTo>
                    <a:pt x="738706" y="33722"/>
                  </a:lnTo>
                  <a:lnTo>
                    <a:pt x="742275" y="32784"/>
                  </a:lnTo>
                  <a:lnTo>
                    <a:pt x="745844" y="32077"/>
                  </a:lnTo>
                  <a:lnTo>
                    <a:pt x="749412" y="30827"/>
                  </a:lnTo>
                  <a:lnTo>
                    <a:pt x="752981" y="29513"/>
                  </a:lnTo>
                  <a:lnTo>
                    <a:pt x="756549" y="28466"/>
                  </a:lnTo>
                  <a:lnTo>
                    <a:pt x="760118" y="27456"/>
                  </a:lnTo>
                  <a:lnTo>
                    <a:pt x="763687" y="26341"/>
                  </a:lnTo>
                  <a:lnTo>
                    <a:pt x="767255" y="25476"/>
                  </a:lnTo>
                  <a:lnTo>
                    <a:pt x="770824" y="24318"/>
                  </a:lnTo>
                  <a:lnTo>
                    <a:pt x="774393" y="22992"/>
                  </a:lnTo>
                  <a:lnTo>
                    <a:pt x="777961" y="22005"/>
                  </a:lnTo>
                  <a:lnTo>
                    <a:pt x="781530" y="21215"/>
                  </a:lnTo>
                  <a:lnTo>
                    <a:pt x="785098" y="20324"/>
                  </a:lnTo>
                  <a:lnTo>
                    <a:pt x="788667" y="19442"/>
                  </a:lnTo>
                  <a:lnTo>
                    <a:pt x="792236" y="18462"/>
                  </a:lnTo>
                  <a:lnTo>
                    <a:pt x="795804" y="17465"/>
                  </a:lnTo>
                  <a:lnTo>
                    <a:pt x="799373" y="16098"/>
                  </a:lnTo>
                  <a:lnTo>
                    <a:pt x="802942" y="14982"/>
                  </a:lnTo>
                  <a:lnTo>
                    <a:pt x="806510" y="13821"/>
                  </a:lnTo>
                  <a:lnTo>
                    <a:pt x="810079" y="12536"/>
                  </a:lnTo>
                  <a:lnTo>
                    <a:pt x="813648" y="11756"/>
                  </a:lnTo>
                  <a:lnTo>
                    <a:pt x="817216" y="10975"/>
                  </a:lnTo>
                  <a:lnTo>
                    <a:pt x="820785" y="10194"/>
                  </a:lnTo>
                  <a:lnTo>
                    <a:pt x="824353" y="9178"/>
                  </a:lnTo>
                  <a:lnTo>
                    <a:pt x="827922" y="8373"/>
                  </a:lnTo>
                  <a:lnTo>
                    <a:pt x="831491" y="7400"/>
                  </a:lnTo>
                  <a:lnTo>
                    <a:pt x="835059" y="6189"/>
                  </a:lnTo>
                  <a:lnTo>
                    <a:pt x="838628" y="4955"/>
                  </a:lnTo>
                  <a:lnTo>
                    <a:pt x="842197" y="3474"/>
                  </a:lnTo>
                  <a:lnTo>
                    <a:pt x="845765" y="2264"/>
                  </a:lnTo>
                  <a:lnTo>
                    <a:pt x="849334" y="1122"/>
                  </a:lnTo>
                  <a:lnTo>
                    <a:pt x="85290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4554393" y="4231520"/>
              <a:ext cx="852902" cy="57900"/>
            </a:xfrm>
            <a:custGeom>
              <a:avLst/>
              <a:pathLst>
                <a:path w="852902" h="57900">
                  <a:moveTo>
                    <a:pt x="852902" y="10750"/>
                  </a:moveTo>
                  <a:lnTo>
                    <a:pt x="849334" y="10596"/>
                  </a:lnTo>
                  <a:lnTo>
                    <a:pt x="845765" y="10172"/>
                  </a:lnTo>
                  <a:lnTo>
                    <a:pt x="842197" y="9649"/>
                  </a:lnTo>
                  <a:lnTo>
                    <a:pt x="838628" y="9223"/>
                  </a:lnTo>
                  <a:lnTo>
                    <a:pt x="835059" y="9047"/>
                  </a:lnTo>
                  <a:lnTo>
                    <a:pt x="831491" y="8978"/>
                  </a:lnTo>
                  <a:lnTo>
                    <a:pt x="827922" y="8828"/>
                  </a:lnTo>
                  <a:lnTo>
                    <a:pt x="824353" y="8602"/>
                  </a:lnTo>
                  <a:lnTo>
                    <a:pt x="820785" y="8257"/>
                  </a:lnTo>
                  <a:lnTo>
                    <a:pt x="817216" y="8116"/>
                  </a:lnTo>
                  <a:lnTo>
                    <a:pt x="813648" y="8153"/>
                  </a:lnTo>
                  <a:lnTo>
                    <a:pt x="810079" y="7896"/>
                  </a:lnTo>
                  <a:lnTo>
                    <a:pt x="806510" y="7566"/>
                  </a:lnTo>
                  <a:lnTo>
                    <a:pt x="802942" y="7233"/>
                  </a:lnTo>
                  <a:lnTo>
                    <a:pt x="799373" y="7030"/>
                  </a:lnTo>
                  <a:lnTo>
                    <a:pt x="795804" y="6874"/>
                  </a:lnTo>
                  <a:lnTo>
                    <a:pt x="792236" y="6717"/>
                  </a:lnTo>
                  <a:lnTo>
                    <a:pt x="788667" y="6561"/>
                  </a:lnTo>
                  <a:lnTo>
                    <a:pt x="785098" y="6405"/>
                  </a:lnTo>
                  <a:lnTo>
                    <a:pt x="781530" y="6248"/>
                  </a:lnTo>
                  <a:lnTo>
                    <a:pt x="777961" y="5989"/>
                  </a:lnTo>
                  <a:lnTo>
                    <a:pt x="774393" y="5581"/>
                  </a:lnTo>
                  <a:lnTo>
                    <a:pt x="770824" y="5285"/>
                  </a:lnTo>
                  <a:lnTo>
                    <a:pt x="767255" y="5240"/>
                  </a:lnTo>
                  <a:lnTo>
                    <a:pt x="763687" y="4942"/>
                  </a:lnTo>
                  <a:lnTo>
                    <a:pt x="760118" y="4860"/>
                  </a:lnTo>
                  <a:lnTo>
                    <a:pt x="756549" y="4652"/>
                  </a:lnTo>
                  <a:lnTo>
                    <a:pt x="752981" y="4366"/>
                  </a:lnTo>
                  <a:lnTo>
                    <a:pt x="749412" y="4506"/>
                  </a:lnTo>
                  <a:lnTo>
                    <a:pt x="745844" y="4191"/>
                  </a:lnTo>
                  <a:lnTo>
                    <a:pt x="742275" y="3930"/>
                  </a:lnTo>
                  <a:lnTo>
                    <a:pt x="738706" y="3951"/>
                  </a:lnTo>
                  <a:lnTo>
                    <a:pt x="735138" y="3674"/>
                  </a:lnTo>
                  <a:lnTo>
                    <a:pt x="731569" y="3548"/>
                  </a:lnTo>
                  <a:lnTo>
                    <a:pt x="728000" y="3290"/>
                  </a:lnTo>
                  <a:lnTo>
                    <a:pt x="724432" y="3473"/>
                  </a:lnTo>
                  <a:lnTo>
                    <a:pt x="720863" y="3271"/>
                  </a:lnTo>
                  <a:lnTo>
                    <a:pt x="717294" y="3345"/>
                  </a:lnTo>
                  <a:lnTo>
                    <a:pt x="713726" y="3265"/>
                  </a:lnTo>
                  <a:lnTo>
                    <a:pt x="710157" y="2963"/>
                  </a:lnTo>
                  <a:lnTo>
                    <a:pt x="706589" y="2730"/>
                  </a:lnTo>
                  <a:lnTo>
                    <a:pt x="703020" y="2725"/>
                  </a:lnTo>
                  <a:lnTo>
                    <a:pt x="699451" y="2611"/>
                  </a:lnTo>
                  <a:lnTo>
                    <a:pt x="695883" y="2333"/>
                  </a:lnTo>
                  <a:lnTo>
                    <a:pt x="692314" y="2305"/>
                  </a:lnTo>
                  <a:lnTo>
                    <a:pt x="688745" y="2205"/>
                  </a:lnTo>
                  <a:lnTo>
                    <a:pt x="685177" y="2048"/>
                  </a:lnTo>
                  <a:lnTo>
                    <a:pt x="681608" y="1814"/>
                  </a:lnTo>
                  <a:lnTo>
                    <a:pt x="678040" y="1735"/>
                  </a:lnTo>
                  <a:lnTo>
                    <a:pt x="674471" y="1583"/>
                  </a:lnTo>
                  <a:lnTo>
                    <a:pt x="670902" y="1430"/>
                  </a:lnTo>
                  <a:lnTo>
                    <a:pt x="667334" y="1344"/>
                  </a:lnTo>
                  <a:lnTo>
                    <a:pt x="663765" y="1110"/>
                  </a:lnTo>
                  <a:lnTo>
                    <a:pt x="660196" y="1042"/>
                  </a:lnTo>
                  <a:lnTo>
                    <a:pt x="656628" y="1012"/>
                  </a:lnTo>
                  <a:lnTo>
                    <a:pt x="653059" y="1093"/>
                  </a:lnTo>
                  <a:lnTo>
                    <a:pt x="649490" y="1098"/>
                  </a:lnTo>
                  <a:lnTo>
                    <a:pt x="645922" y="855"/>
                  </a:lnTo>
                  <a:lnTo>
                    <a:pt x="642353" y="935"/>
                  </a:lnTo>
                  <a:lnTo>
                    <a:pt x="638785" y="1015"/>
                  </a:lnTo>
                  <a:lnTo>
                    <a:pt x="635216" y="1092"/>
                  </a:lnTo>
                  <a:lnTo>
                    <a:pt x="631647" y="1066"/>
                  </a:lnTo>
                  <a:lnTo>
                    <a:pt x="628079" y="895"/>
                  </a:lnTo>
                  <a:lnTo>
                    <a:pt x="624510" y="719"/>
                  </a:lnTo>
                  <a:lnTo>
                    <a:pt x="620941" y="557"/>
                  </a:lnTo>
                  <a:lnTo>
                    <a:pt x="617373" y="339"/>
                  </a:lnTo>
                  <a:lnTo>
                    <a:pt x="613804" y="273"/>
                  </a:lnTo>
                  <a:lnTo>
                    <a:pt x="610236" y="362"/>
                  </a:lnTo>
                  <a:lnTo>
                    <a:pt x="606667" y="538"/>
                  </a:lnTo>
                  <a:lnTo>
                    <a:pt x="603098" y="443"/>
                  </a:lnTo>
                  <a:lnTo>
                    <a:pt x="599530" y="396"/>
                  </a:lnTo>
                  <a:lnTo>
                    <a:pt x="595961" y="525"/>
                  </a:lnTo>
                  <a:lnTo>
                    <a:pt x="592392" y="467"/>
                  </a:lnTo>
                  <a:lnTo>
                    <a:pt x="588824" y="324"/>
                  </a:lnTo>
                  <a:lnTo>
                    <a:pt x="585255" y="4"/>
                  </a:lnTo>
                  <a:lnTo>
                    <a:pt x="581686" y="0"/>
                  </a:lnTo>
                  <a:lnTo>
                    <a:pt x="578118" y="147"/>
                  </a:lnTo>
                  <a:lnTo>
                    <a:pt x="574549" y="287"/>
                  </a:lnTo>
                  <a:lnTo>
                    <a:pt x="570981" y="472"/>
                  </a:lnTo>
                  <a:lnTo>
                    <a:pt x="567412" y="649"/>
                  </a:lnTo>
                  <a:lnTo>
                    <a:pt x="563843" y="769"/>
                  </a:lnTo>
                  <a:lnTo>
                    <a:pt x="560275" y="810"/>
                  </a:lnTo>
                  <a:lnTo>
                    <a:pt x="556706" y="673"/>
                  </a:lnTo>
                  <a:lnTo>
                    <a:pt x="553137" y="554"/>
                  </a:lnTo>
                  <a:lnTo>
                    <a:pt x="549569" y="491"/>
                  </a:lnTo>
                  <a:lnTo>
                    <a:pt x="546000" y="727"/>
                  </a:lnTo>
                  <a:lnTo>
                    <a:pt x="542432" y="960"/>
                  </a:lnTo>
                  <a:lnTo>
                    <a:pt x="538863" y="1194"/>
                  </a:lnTo>
                  <a:lnTo>
                    <a:pt x="535294" y="1253"/>
                  </a:lnTo>
                  <a:lnTo>
                    <a:pt x="531726" y="1405"/>
                  </a:lnTo>
                  <a:lnTo>
                    <a:pt x="528157" y="1807"/>
                  </a:lnTo>
                  <a:lnTo>
                    <a:pt x="524588" y="1965"/>
                  </a:lnTo>
                  <a:lnTo>
                    <a:pt x="521020" y="1924"/>
                  </a:lnTo>
                  <a:lnTo>
                    <a:pt x="517451" y="1989"/>
                  </a:lnTo>
                  <a:lnTo>
                    <a:pt x="513882" y="1770"/>
                  </a:lnTo>
                  <a:lnTo>
                    <a:pt x="510314" y="1751"/>
                  </a:lnTo>
                  <a:lnTo>
                    <a:pt x="506745" y="1691"/>
                  </a:lnTo>
                  <a:lnTo>
                    <a:pt x="503177" y="1926"/>
                  </a:lnTo>
                  <a:lnTo>
                    <a:pt x="499608" y="1979"/>
                  </a:lnTo>
                  <a:lnTo>
                    <a:pt x="496039" y="1924"/>
                  </a:lnTo>
                  <a:lnTo>
                    <a:pt x="492471" y="1954"/>
                  </a:lnTo>
                  <a:lnTo>
                    <a:pt x="488902" y="2192"/>
                  </a:lnTo>
                  <a:lnTo>
                    <a:pt x="485333" y="2201"/>
                  </a:lnTo>
                  <a:lnTo>
                    <a:pt x="481765" y="2350"/>
                  </a:lnTo>
                  <a:lnTo>
                    <a:pt x="478196" y="2580"/>
                  </a:lnTo>
                  <a:lnTo>
                    <a:pt x="474628" y="2491"/>
                  </a:lnTo>
                  <a:lnTo>
                    <a:pt x="471059" y="2895"/>
                  </a:lnTo>
                  <a:lnTo>
                    <a:pt x="467490" y="3158"/>
                  </a:lnTo>
                  <a:lnTo>
                    <a:pt x="463922" y="3154"/>
                  </a:lnTo>
                  <a:lnTo>
                    <a:pt x="460353" y="3356"/>
                  </a:lnTo>
                  <a:lnTo>
                    <a:pt x="456784" y="3737"/>
                  </a:lnTo>
                  <a:lnTo>
                    <a:pt x="453216" y="3929"/>
                  </a:lnTo>
                  <a:lnTo>
                    <a:pt x="449647" y="4138"/>
                  </a:lnTo>
                  <a:lnTo>
                    <a:pt x="446078" y="4532"/>
                  </a:lnTo>
                  <a:lnTo>
                    <a:pt x="442510" y="4590"/>
                  </a:lnTo>
                  <a:lnTo>
                    <a:pt x="438941" y="4654"/>
                  </a:lnTo>
                  <a:lnTo>
                    <a:pt x="435373" y="4817"/>
                  </a:lnTo>
                  <a:lnTo>
                    <a:pt x="431804" y="5080"/>
                  </a:lnTo>
                  <a:lnTo>
                    <a:pt x="428235" y="5271"/>
                  </a:lnTo>
                  <a:lnTo>
                    <a:pt x="424667" y="5641"/>
                  </a:lnTo>
                  <a:lnTo>
                    <a:pt x="421098" y="5880"/>
                  </a:lnTo>
                  <a:lnTo>
                    <a:pt x="417529" y="5963"/>
                  </a:lnTo>
                  <a:lnTo>
                    <a:pt x="413961" y="6267"/>
                  </a:lnTo>
                  <a:lnTo>
                    <a:pt x="410392" y="6299"/>
                  </a:lnTo>
                  <a:lnTo>
                    <a:pt x="406824" y="6575"/>
                  </a:lnTo>
                  <a:lnTo>
                    <a:pt x="403255" y="6879"/>
                  </a:lnTo>
                  <a:lnTo>
                    <a:pt x="399686" y="6923"/>
                  </a:lnTo>
                  <a:lnTo>
                    <a:pt x="396118" y="6988"/>
                  </a:lnTo>
                  <a:lnTo>
                    <a:pt x="392549" y="7178"/>
                  </a:lnTo>
                  <a:lnTo>
                    <a:pt x="388980" y="7421"/>
                  </a:lnTo>
                  <a:lnTo>
                    <a:pt x="385412" y="7620"/>
                  </a:lnTo>
                  <a:lnTo>
                    <a:pt x="381843" y="7880"/>
                  </a:lnTo>
                  <a:lnTo>
                    <a:pt x="378274" y="8266"/>
                  </a:lnTo>
                  <a:lnTo>
                    <a:pt x="374706" y="8607"/>
                  </a:lnTo>
                  <a:lnTo>
                    <a:pt x="371137" y="8837"/>
                  </a:lnTo>
                  <a:lnTo>
                    <a:pt x="367569" y="8927"/>
                  </a:lnTo>
                  <a:lnTo>
                    <a:pt x="364000" y="9260"/>
                  </a:lnTo>
                  <a:lnTo>
                    <a:pt x="360431" y="9624"/>
                  </a:lnTo>
                  <a:lnTo>
                    <a:pt x="356863" y="9951"/>
                  </a:lnTo>
                  <a:lnTo>
                    <a:pt x="353294" y="10158"/>
                  </a:lnTo>
                  <a:lnTo>
                    <a:pt x="349725" y="10540"/>
                  </a:lnTo>
                  <a:lnTo>
                    <a:pt x="346157" y="11020"/>
                  </a:lnTo>
                  <a:lnTo>
                    <a:pt x="342588" y="11276"/>
                  </a:lnTo>
                  <a:lnTo>
                    <a:pt x="339020" y="11679"/>
                  </a:lnTo>
                  <a:lnTo>
                    <a:pt x="335451" y="12072"/>
                  </a:lnTo>
                  <a:lnTo>
                    <a:pt x="331882" y="12121"/>
                  </a:lnTo>
                  <a:lnTo>
                    <a:pt x="328314" y="12465"/>
                  </a:lnTo>
                  <a:lnTo>
                    <a:pt x="324745" y="12734"/>
                  </a:lnTo>
                  <a:lnTo>
                    <a:pt x="321176" y="13076"/>
                  </a:lnTo>
                  <a:lnTo>
                    <a:pt x="317608" y="13307"/>
                  </a:lnTo>
                  <a:lnTo>
                    <a:pt x="314039" y="13529"/>
                  </a:lnTo>
                  <a:lnTo>
                    <a:pt x="310470" y="13849"/>
                  </a:lnTo>
                  <a:lnTo>
                    <a:pt x="306902" y="14149"/>
                  </a:lnTo>
                  <a:lnTo>
                    <a:pt x="303333" y="14520"/>
                  </a:lnTo>
                  <a:lnTo>
                    <a:pt x="299765" y="14926"/>
                  </a:lnTo>
                  <a:lnTo>
                    <a:pt x="296196" y="15132"/>
                  </a:lnTo>
                  <a:lnTo>
                    <a:pt x="292627" y="15471"/>
                  </a:lnTo>
                  <a:lnTo>
                    <a:pt x="289059" y="15888"/>
                  </a:lnTo>
                  <a:lnTo>
                    <a:pt x="285490" y="16488"/>
                  </a:lnTo>
                  <a:lnTo>
                    <a:pt x="281921" y="16843"/>
                  </a:lnTo>
                  <a:lnTo>
                    <a:pt x="278353" y="17079"/>
                  </a:lnTo>
                  <a:lnTo>
                    <a:pt x="274784" y="17503"/>
                  </a:lnTo>
                  <a:lnTo>
                    <a:pt x="271216" y="17761"/>
                  </a:lnTo>
                  <a:lnTo>
                    <a:pt x="267647" y="18120"/>
                  </a:lnTo>
                  <a:lnTo>
                    <a:pt x="264078" y="18445"/>
                  </a:lnTo>
                  <a:lnTo>
                    <a:pt x="260510" y="18722"/>
                  </a:lnTo>
                  <a:lnTo>
                    <a:pt x="256941" y="19037"/>
                  </a:lnTo>
                  <a:lnTo>
                    <a:pt x="253372" y="19376"/>
                  </a:lnTo>
                  <a:lnTo>
                    <a:pt x="249804" y="20045"/>
                  </a:lnTo>
                  <a:lnTo>
                    <a:pt x="246235" y="20443"/>
                  </a:lnTo>
                  <a:lnTo>
                    <a:pt x="242666" y="20847"/>
                  </a:lnTo>
                  <a:lnTo>
                    <a:pt x="239098" y="21341"/>
                  </a:lnTo>
                  <a:lnTo>
                    <a:pt x="235529" y="21884"/>
                  </a:lnTo>
                  <a:lnTo>
                    <a:pt x="231961" y="22205"/>
                  </a:lnTo>
                  <a:lnTo>
                    <a:pt x="228392" y="22955"/>
                  </a:lnTo>
                  <a:lnTo>
                    <a:pt x="224823" y="23310"/>
                  </a:lnTo>
                  <a:lnTo>
                    <a:pt x="221255" y="23885"/>
                  </a:lnTo>
                  <a:lnTo>
                    <a:pt x="217686" y="24515"/>
                  </a:lnTo>
                  <a:lnTo>
                    <a:pt x="214117" y="25256"/>
                  </a:lnTo>
                  <a:lnTo>
                    <a:pt x="210549" y="25764"/>
                  </a:lnTo>
                  <a:lnTo>
                    <a:pt x="206980" y="26189"/>
                  </a:lnTo>
                  <a:lnTo>
                    <a:pt x="203412" y="26870"/>
                  </a:lnTo>
                  <a:lnTo>
                    <a:pt x="199843" y="27202"/>
                  </a:lnTo>
                  <a:lnTo>
                    <a:pt x="196274" y="27590"/>
                  </a:lnTo>
                  <a:lnTo>
                    <a:pt x="192706" y="28175"/>
                  </a:lnTo>
                  <a:lnTo>
                    <a:pt x="189137" y="28611"/>
                  </a:lnTo>
                  <a:lnTo>
                    <a:pt x="185568" y="29506"/>
                  </a:lnTo>
                  <a:lnTo>
                    <a:pt x="182000" y="30075"/>
                  </a:lnTo>
                  <a:lnTo>
                    <a:pt x="178431" y="30507"/>
                  </a:lnTo>
                  <a:lnTo>
                    <a:pt x="174862" y="30937"/>
                  </a:lnTo>
                  <a:lnTo>
                    <a:pt x="171294" y="31475"/>
                  </a:lnTo>
                  <a:lnTo>
                    <a:pt x="167725" y="31885"/>
                  </a:lnTo>
                  <a:lnTo>
                    <a:pt x="164157" y="32221"/>
                  </a:lnTo>
                  <a:lnTo>
                    <a:pt x="160588" y="32926"/>
                  </a:lnTo>
                  <a:lnTo>
                    <a:pt x="157019" y="33315"/>
                  </a:lnTo>
                  <a:lnTo>
                    <a:pt x="153451" y="33827"/>
                  </a:lnTo>
                  <a:lnTo>
                    <a:pt x="149882" y="34402"/>
                  </a:lnTo>
                  <a:lnTo>
                    <a:pt x="146313" y="35126"/>
                  </a:lnTo>
                  <a:lnTo>
                    <a:pt x="142745" y="35606"/>
                  </a:lnTo>
                  <a:lnTo>
                    <a:pt x="139176" y="36198"/>
                  </a:lnTo>
                  <a:lnTo>
                    <a:pt x="135608" y="36606"/>
                  </a:lnTo>
                  <a:lnTo>
                    <a:pt x="132039" y="37051"/>
                  </a:lnTo>
                  <a:lnTo>
                    <a:pt x="128470" y="37379"/>
                  </a:lnTo>
                  <a:lnTo>
                    <a:pt x="124902" y="37761"/>
                  </a:lnTo>
                  <a:lnTo>
                    <a:pt x="121333" y="38367"/>
                  </a:lnTo>
                  <a:lnTo>
                    <a:pt x="117764" y="39011"/>
                  </a:lnTo>
                  <a:lnTo>
                    <a:pt x="114196" y="39581"/>
                  </a:lnTo>
                  <a:lnTo>
                    <a:pt x="110627" y="40187"/>
                  </a:lnTo>
                  <a:lnTo>
                    <a:pt x="107058" y="40793"/>
                  </a:lnTo>
                  <a:lnTo>
                    <a:pt x="103490" y="41481"/>
                  </a:lnTo>
                  <a:lnTo>
                    <a:pt x="99921" y="42124"/>
                  </a:lnTo>
                  <a:lnTo>
                    <a:pt x="96353" y="42799"/>
                  </a:lnTo>
                  <a:lnTo>
                    <a:pt x="92784" y="43382"/>
                  </a:lnTo>
                  <a:lnTo>
                    <a:pt x="89215" y="43960"/>
                  </a:lnTo>
                  <a:lnTo>
                    <a:pt x="85647" y="44539"/>
                  </a:lnTo>
                  <a:lnTo>
                    <a:pt x="82078" y="45157"/>
                  </a:lnTo>
                  <a:lnTo>
                    <a:pt x="78509" y="45740"/>
                  </a:lnTo>
                  <a:lnTo>
                    <a:pt x="74941" y="46267"/>
                  </a:lnTo>
                  <a:lnTo>
                    <a:pt x="71372" y="46944"/>
                  </a:lnTo>
                  <a:lnTo>
                    <a:pt x="67804" y="47502"/>
                  </a:lnTo>
                  <a:lnTo>
                    <a:pt x="64235" y="48088"/>
                  </a:lnTo>
                  <a:lnTo>
                    <a:pt x="60666" y="48730"/>
                  </a:lnTo>
                  <a:lnTo>
                    <a:pt x="57098" y="49375"/>
                  </a:lnTo>
                  <a:lnTo>
                    <a:pt x="53529" y="50017"/>
                  </a:lnTo>
                  <a:lnTo>
                    <a:pt x="49960" y="50591"/>
                  </a:lnTo>
                  <a:lnTo>
                    <a:pt x="46392" y="50949"/>
                  </a:lnTo>
                  <a:lnTo>
                    <a:pt x="42823" y="51403"/>
                  </a:lnTo>
                  <a:lnTo>
                    <a:pt x="39254" y="51942"/>
                  </a:lnTo>
                  <a:lnTo>
                    <a:pt x="35686" y="52511"/>
                  </a:lnTo>
                  <a:lnTo>
                    <a:pt x="32117" y="53079"/>
                  </a:lnTo>
                  <a:lnTo>
                    <a:pt x="28549" y="53643"/>
                  </a:lnTo>
                  <a:lnTo>
                    <a:pt x="24980" y="54218"/>
                  </a:lnTo>
                  <a:lnTo>
                    <a:pt x="21411" y="54865"/>
                  </a:lnTo>
                  <a:lnTo>
                    <a:pt x="17843" y="55327"/>
                  </a:lnTo>
                  <a:lnTo>
                    <a:pt x="14274" y="55884"/>
                  </a:lnTo>
                  <a:lnTo>
                    <a:pt x="10705" y="56379"/>
                  </a:lnTo>
                  <a:lnTo>
                    <a:pt x="7137" y="56849"/>
                  </a:lnTo>
                  <a:lnTo>
                    <a:pt x="3568" y="57362"/>
                  </a:lnTo>
                  <a:lnTo>
                    <a:pt x="0" y="579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554393" y="4138191"/>
              <a:ext cx="852902" cy="83475"/>
            </a:xfrm>
            <a:custGeom>
              <a:avLst/>
              <a:pathLst>
                <a:path w="852902" h="83475">
                  <a:moveTo>
                    <a:pt x="0" y="83475"/>
                  </a:moveTo>
                  <a:lnTo>
                    <a:pt x="3568" y="83193"/>
                  </a:lnTo>
                  <a:lnTo>
                    <a:pt x="7137" y="82910"/>
                  </a:lnTo>
                  <a:lnTo>
                    <a:pt x="10705" y="82627"/>
                  </a:lnTo>
                  <a:lnTo>
                    <a:pt x="14274" y="82343"/>
                  </a:lnTo>
                  <a:lnTo>
                    <a:pt x="17843" y="82058"/>
                  </a:lnTo>
                  <a:lnTo>
                    <a:pt x="21411" y="81773"/>
                  </a:lnTo>
                  <a:lnTo>
                    <a:pt x="24980" y="81488"/>
                  </a:lnTo>
                  <a:lnTo>
                    <a:pt x="28549" y="81202"/>
                  </a:lnTo>
                  <a:lnTo>
                    <a:pt x="32117" y="80915"/>
                  </a:lnTo>
                  <a:lnTo>
                    <a:pt x="35686" y="80627"/>
                  </a:lnTo>
                  <a:lnTo>
                    <a:pt x="39254" y="80340"/>
                  </a:lnTo>
                  <a:lnTo>
                    <a:pt x="42823" y="80051"/>
                  </a:lnTo>
                  <a:lnTo>
                    <a:pt x="46392" y="79762"/>
                  </a:lnTo>
                  <a:lnTo>
                    <a:pt x="49960" y="79472"/>
                  </a:lnTo>
                  <a:lnTo>
                    <a:pt x="53529" y="79182"/>
                  </a:lnTo>
                  <a:lnTo>
                    <a:pt x="57098" y="78891"/>
                  </a:lnTo>
                  <a:lnTo>
                    <a:pt x="60666" y="78600"/>
                  </a:lnTo>
                  <a:lnTo>
                    <a:pt x="64235" y="78308"/>
                  </a:lnTo>
                  <a:lnTo>
                    <a:pt x="67804" y="78016"/>
                  </a:lnTo>
                  <a:lnTo>
                    <a:pt x="71372" y="77723"/>
                  </a:lnTo>
                  <a:lnTo>
                    <a:pt x="74941" y="77429"/>
                  </a:lnTo>
                  <a:lnTo>
                    <a:pt x="78509" y="77135"/>
                  </a:lnTo>
                  <a:lnTo>
                    <a:pt x="82078" y="76840"/>
                  </a:lnTo>
                  <a:lnTo>
                    <a:pt x="85647" y="76545"/>
                  </a:lnTo>
                  <a:lnTo>
                    <a:pt x="89215" y="76249"/>
                  </a:lnTo>
                  <a:lnTo>
                    <a:pt x="92784" y="75952"/>
                  </a:lnTo>
                  <a:lnTo>
                    <a:pt x="96353" y="75655"/>
                  </a:lnTo>
                  <a:lnTo>
                    <a:pt x="99921" y="75357"/>
                  </a:lnTo>
                  <a:lnTo>
                    <a:pt x="103490" y="75059"/>
                  </a:lnTo>
                  <a:lnTo>
                    <a:pt x="107058" y="74760"/>
                  </a:lnTo>
                  <a:lnTo>
                    <a:pt x="110627" y="74461"/>
                  </a:lnTo>
                  <a:lnTo>
                    <a:pt x="114196" y="74161"/>
                  </a:lnTo>
                  <a:lnTo>
                    <a:pt x="117764" y="73860"/>
                  </a:lnTo>
                  <a:lnTo>
                    <a:pt x="121333" y="73559"/>
                  </a:lnTo>
                  <a:lnTo>
                    <a:pt x="124902" y="73257"/>
                  </a:lnTo>
                  <a:lnTo>
                    <a:pt x="128470" y="72955"/>
                  </a:lnTo>
                  <a:lnTo>
                    <a:pt x="132039" y="72652"/>
                  </a:lnTo>
                  <a:lnTo>
                    <a:pt x="135608" y="72349"/>
                  </a:lnTo>
                  <a:lnTo>
                    <a:pt x="139176" y="72044"/>
                  </a:lnTo>
                  <a:lnTo>
                    <a:pt x="142745" y="71740"/>
                  </a:lnTo>
                  <a:lnTo>
                    <a:pt x="146313" y="71435"/>
                  </a:lnTo>
                  <a:lnTo>
                    <a:pt x="149882" y="71129"/>
                  </a:lnTo>
                  <a:lnTo>
                    <a:pt x="153451" y="70822"/>
                  </a:lnTo>
                  <a:lnTo>
                    <a:pt x="157019" y="70516"/>
                  </a:lnTo>
                  <a:lnTo>
                    <a:pt x="160588" y="70208"/>
                  </a:lnTo>
                  <a:lnTo>
                    <a:pt x="164157" y="69900"/>
                  </a:lnTo>
                  <a:lnTo>
                    <a:pt x="167725" y="69591"/>
                  </a:lnTo>
                  <a:lnTo>
                    <a:pt x="171294" y="69282"/>
                  </a:lnTo>
                  <a:lnTo>
                    <a:pt x="174862" y="68972"/>
                  </a:lnTo>
                  <a:lnTo>
                    <a:pt x="178431" y="68662"/>
                  </a:lnTo>
                  <a:lnTo>
                    <a:pt x="182000" y="68351"/>
                  </a:lnTo>
                  <a:lnTo>
                    <a:pt x="185568" y="68039"/>
                  </a:lnTo>
                  <a:lnTo>
                    <a:pt x="189137" y="67727"/>
                  </a:lnTo>
                  <a:lnTo>
                    <a:pt x="192706" y="67414"/>
                  </a:lnTo>
                  <a:lnTo>
                    <a:pt x="196274" y="67101"/>
                  </a:lnTo>
                  <a:lnTo>
                    <a:pt x="199843" y="66787"/>
                  </a:lnTo>
                  <a:lnTo>
                    <a:pt x="203412" y="66472"/>
                  </a:lnTo>
                  <a:lnTo>
                    <a:pt x="206980" y="66157"/>
                  </a:lnTo>
                  <a:lnTo>
                    <a:pt x="210549" y="65842"/>
                  </a:lnTo>
                  <a:lnTo>
                    <a:pt x="214117" y="65525"/>
                  </a:lnTo>
                  <a:lnTo>
                    <a:pt x="217686" y="65209"/>
                  </a:lnTo>
                  <a:lnTo>
                    <a:pt x="221255" y="64891"/>
                  </a:lnTo>
                  <a:lnTo>
                    <a:pt x="224823" y="64573"/>
                  </a:lnTo>
                  <a:lnTo>
                    <a:pt x="228392" y="64255"/>
                  </a:lnTo>
                  <a:lnTo>
                    <a:pt x="231961" y="63936"/>
                  </a:lnTo>
                  <a:lnTo>
                    <a:pt x="235529" y="63616"/>
                  </a:lnTo>
                  <a:lnTo>
                    <a:pt x="239098" y="63296"/>
                  </a:lnTo>
                  <a:lnTo>
                    <a:pt x="242666" y="62975"/>
                  </a:lnTo>
                  <a:lnTo>
                    <a:pt x="246235" y="62653"/>
                  </a:lnTo>
                  <a:lnTo>
                    <a:pt x="249804" y="62331"/>
                  </a:lnTo>
                  <a:lnTo>
                    <a:pt x="253372" y="62009"/>
                  </a:lnTo>
                  <a:lnTo>
                    <a:pt x="256941" y="61685"/>
                  </a:lnTo>
                  <a:lnTo>
                    <a:pt x="260510" y="61362"/>
                  </a:lnTo>
                  <a:lnTo>
                    <a:pt x="264078" y="61037"/>
                  </a:lnTo>
                  <a:lnTo>
                    <a:pt x="267647" y="60712"/>
                  </a:lnTo>
                  <a:lnTo>
                    <a:pt x="271216" y="60387"/>
                  </a:lnTo>
                  <a:lnTo>
                    <a:pt x="274784" y="60061"/>
                  </a:lnTo>
                  <a:lnTo>
                    <a:pt x="278353" y="59734"/>
                  </a:lnTo>
                  <a:lnTo>
                    <a:pt x="281921" y="59407"/>
                  </a:lnTo>
                  <a:lnTo>
                    <a:pt x="285490" y="59079"/>
                  </a:lnTo>
                  <a:lnTo>
                    <a:pt x="289059" y="58751"/>
                  </a:lnTo>
                  <a:lnTo>
                    <a:pt x="292627" y="58422"/>
                  </a:lnTo>
                  <a:lnTo>
                    <a:pt x="296196" y="58092"/>
                  </a:lnTo>
                  <a:lnTo>
                    <a:pt x="299765" y="57762"/>
                  </a:lnTo>
                  <a:lnTo>
                    <a:pt x="303333" y="57431"/>
                  </a:lnTo>
                  <a:lnTo>
                    <a:pt x="306902" y="57100"/>
                  </a:lnTo>
                  <a:lnTo>
                    <a:pt x="310470" y="56768"/>
                  </a:lnTo>
                  <a:lnTo>
                    <a:pt x="314039" y="56436"/>
                  </a:lnTo>
                  <a:lnTo>
                    <a:pt x="317608" y="56103"/>
                  </a:lnTo>
                  <a:lnTo>
                    <a:pt x="321176" y="55769"/>
                  </a:lnTo>
                  <a:lnTo>
                    <a:pt x="324745" y="55435"/>
                  </a:lnTo>
                  <a:lnTo>
                    <a:pt x="328314" y="55100"/>
                  </a:lnTo>
                  <a:lnTo>
                    <a:pt x="331882" y="54765"/>
                  </a:lnTo>
                  <a:lnTo>
                    <a:pt x="335451" y="54429"/>
                  </a:lnTo>
                  <a:lnTo>
                    <a:pt x="339020" y="54092"/>
                  </a:lnTo>
                  <a:lnTo>
                    <a:pt x="342588" y="53755"/>
                  </a:lnTo>
                  <a:lnTo>
                    <a:pt x="346157" y="53418"/>
                  </a:lnTo>
                  <a:lnTo>
                    <a:pt x="349725" y="53079"/>
                  </a:lnTo>
                  <a:lnTo>
                    <a:pt x="353294" y="52741"/>
                  </a:lnTo>
                  <a:lnTo>
                    <a:pt x="356863" y="52401"/>
                  </a:lnTo>
                  <a:lnTo>
                    <a:pt x="360431" y="52061"/>
                  </a:lnTo>
                  <a:lnTo>
                    <a:pt x="364000" y="51721"/>
                  </a:lnTo>
                  <a:lnTo>
                    <a:pt x="367569" y="51380"/>
                  </a:lnTo>
                  <a:lnTo>
                    <a:pt x="371137" y="51038"/>
                  </a:lnTo>
                  <a:lnTo>
                    <a:pt x="374706" y="50696"/>
                  </a:lnTo>
                  <a:lnTo>
                    <a:pt x="378274" y="50353"/>
                  </a:lnTo>
                  <a:lnTo>
                    <a:pt x="381843" y="50010"/>
                  </a:lnTo>
                  <a:lnTo>
                    <a:pt x="385412" y="49666"/>
                  </a:lnTo>
                  <a:lnTo>
                    <a:pt x="388980" y="49322"/>
                  </a:lnTo>
                  <a:lnTo>
                    <a:pt x="392549" y="48977"/>
                  </a:lnTo>
                  <a:lnTo>
                    <a:pt x="396118" y="48631"/>
                  </a:lnTo>
                  <a:lnTo>
                    <a:pt x="399686" y="48285"/>
                  </a:lnTo>
                  <a:lnTo>
                    <a:pt x="403255" y="47938"/>
                  </a:lnTo>
                  <a:lnTo>
                    <a:pt x="406824" y="47591"/>
                  </a:lnTo>
                  <a:lnTo>
                    <a:pt x="410392" y="47243"/>
                  </a:lnTo>
                  <a:lnTo>
                    <a:pt x="413961" y="46894"/>
                  </a:lnTo>
                  <a:lnTo>
                    <a:pt x="417529" y="46545"/>
                  </a:lnTo>
                  <a:lnTo>
                    <a:pt x="421098" y="46196"/>
                  </a:lnTo>
                  <a:lnTo>
                    <a:pt x="424667" y="45846"/>
                  </a:lnTo>
                  <a:lnTo>
                    <a:pt x="428235" y="45495"/>
                  </a:lnTo>
                  <a:lnTo>
                    <a:pt x="431804" y="45144"/>
                  </a:lnTo>
                  <a:lnTo>
                    <a:pt x="435373" y="44792"/>
                  </a:lnTo>
                  <a:lnTo>
                    <a:pt x="438941" y="44440"/>
                  </a:lnTo>
                  <a:lnTo>
                    <a:pt x="442510" y="44087"/>
                  </a:lnTo>
                  <a:lnTo>
                    <a:pt x="446078" y="43733"/>
                  </a:lnTo>
                  <a:lnTo>
                    <a:pt x="449647" y="43379"/>
                  </a:lnTo>
                  <a:lnTo>
                    <a:pt x="453216" y="43024"/>
                  </a:lnTo>
                  <a:lnTo>
                    <a:pt x="456784" y="42669"/>
                  </a:lnTo>
                  <a:lnTo>
                    <a:pt x="460353" y="42314"/>
                  </a:lnTo>
                  <a:lnTo>
                    <a:pt x="463922" y="41957"/>
                  </a:lnTo>
                  <a:lnTo>
                    <a:pt x="467490" y="41600"/>
                  </a:lnTo>
                  <a:lnTo>
                    <a:pt x="471059" y="41243"/>
                  </a:lnTo>
                  <a:lnTo>
                    <a:pt x="474628" y="40885"/>
                  </a:lnTo>
                  <a:lnTo>
                    <a:pt x="478196" y="40527"/>
                  </a:lnTo>
                  <a:lnTo>
                    <a:pt x="481765" y="40167"/>
                  </a:lnTo>
                  <a:lnTo>
                    <a:pt x="485333" y="39808"/>
                  </a:lnTo>
                  <a:lnTo>
                    <a:pt x="488902" y="39448"/>
                  </a:lnTo>
                  <a:lnTo>
                    <a:pt x="492471" y="39087"/>
                  </a:lnTo>
                  <a:lnTo>
                    <a:pt x="496039" y="38726"/>
                  </a:lnTo>
                  <a:lnTo>
                    <a:pt x="499608" y="38364"/>
                  </a:lnTo>
                  <a:lnTo>
                    <a:pt x="503177" y="38002"/>
                  </a:lnTo>
                  <a:lnTo>
                    <a:pt x="506745" y="37639"/>
                  </a:lnTo>
                  <a:lnTo>
                    <a:pt x="510314" y="37275"/>
                  </a:lnTo>
                  <a:lnTo>
                    <a:pt x="513882" y="36911"/>
                  </a:lnTo>
                  <a:lnTo>
                    <a:pt x="517451" y="36547"/>
                  </a:lnTo>
                  <a:lnTo>
                    <a:pt x="521020" y="36181"/>
                  </a:lnTo>
                  <a:lnTo>
                    <a:pt x="524588" y="35816"/>
                  </a:lnTo>
                  <a:lnTo>
                    <a:pt x="528157" y="35450"/>
                  </a:lnTo>
                  <a:lnTo>
                    <a:pt x="531726" y="35083"/>
                  </a:lnTo>
                  <a:lnTo>
                    <a:pt x="535294" y="34716"/>
                  </a:lnTo>
                  <a:lnTo>
                    <a:pt x="538863" y="34348"/>
                  </a:lnTo>
                  <a:lnTo>
                    <a:pt x="542432" y="33980"/>
                  </a:lnTo>
                  <a:lnTo>
                    <a:pt x="546000" y="33611"/>
                  </a:lnTo>
                  <a:lnTo>
                    <a:pt x="549569" y="33241"/>
                  </a:lnTo>
                  <a:lnTo>
                    <a:pt x="553137" y="32871"/>
                  </a:lnTo>
                  <a:lnTo>
                    <a:pt x="556706" y="32501"/>
                  </a:lnTo>
                  <a:lnTo>
                    <a:pt x="560275" y="32130"/>
                  </a:lnTo>
                  <a:lnTo>
                    <a:pt x="563843" y="31758"/>
                  </a:lnTo>
                  <a:lnTo>
                    <a:pt x="567412" y="31386"/>
                  </a:lnTo>
                  <a:lnTo>
                    <a:pt x="570981" y="31013"/>
                  </a:lnTo>
                  <a:lnTo>
                    <a:pt x="574549" y="30640"/>
                  </a:lnTo>
                  <a:lnTo>
                    <a:pt x="578118" y="30267"/>
                  </a:lnTo>
                  <a:lnTo>
                    <a:pt x="581686" y="29892"/>
                  </a:lnTo>
                  <a:lnTo>
                    <a:pt x="585255" y="29518"/>
                  </a:lnTo>
                  <a:lnTo>
                    <a:pt x="588824" y="29142"/>
                  </a:lnTo>
                  <a:lnTo>
                    <a:pt x="592392" y="28767"/>
                  </a:lnTo>
                  <a:lnTo>
                    <a:pt x="595961" y="28390"/>
                  </a:lnTo>
                  <a:lnTo>
                    <a:pt x="599530" y="28013"/>
                  </a:lnTo>
                  <a:lnTo>
                    <a:pt x="603098" y="27636"/>
                  </a:lnTo>
                  <a:lnTo>
                    <a:pt x="606667" y="27258"/>
                  </a:lnTo>
                  <a:lnTo>
                    <a:pt x="610236" y="26880"/>
                  </a:lnTo>
                  <a:lnTo>
                    <a:pt x="613804" y="26501"/>
                  </a:lnTo>
                  <a:lnTo>
                    <a:pt x="617373" y="26121"/>
                  </a:lnTo>
                  <a:lnTo>
                    <a:pt x="620941" y="25742"/>
                  </a:lnTo>
                  <a:lnTo>
                    <a:pt x="624510" y="25361"/>
                  </a:lnTo>
                  <a:lnTo>
                    <a:pt x="628079" y="24980"/>
                  </a:lnTo>
                  <a:lnTo>
                    <a:pt x="631647" y="24599"/>
                  </a:lnTo>
                  <a:lnTo>
                    <a:pt x="635216" y="24217"/>
                  </a:lnTo>
                  <a:lnTo>
                    <a:pt x="638785" y="23834"/>
                  </a:lnTo>
                  <a:lnTo>
                    <a:pt x="642353" y="23451"/>
                  </a:lnTo>
                  <a:lnTo>
                    <a:pt x="645922" y="23067"/>
                  </a:lnTo>
                  <a:lnTo>
                    <a:pt x="649490" y="22683"/>
                  </a:lnTo>
                  <a:lnTo>
                    <a:pt x="653059" y="22299"/>
                  </a:lnTo>
                  <a:lnTo>
                    <a:pt x="656628" y="21914"/>
                  </a:lnTo>
                  <a:lnTo>
                    <a:pt x="660196" y="21528"/>
                  </a:lnTo>
                  <a:lnTo>
                    <a:pt x="663765" y="21142"/>
                  </a:lnTo>
                  <a:lnTo>
                    <a:pt x="667334" y="20756"/>
                  </a:lnTo>
                  <a:lnTo>
                    <a:pt x="670902" y="20369"/>
                  </a:lnTo>
                  <a:lnTo>
                    <a:pt x="674471" y="19981"/>
                  </a:lnTo>
                  <a:lnTo>
                    <a:pt x="678040" y="19593"/>
                  </a:lnTo>
                  <a:lnTo>
                    <a:pt x="681608" y="19204"/>
                  </a:lnTo>
                  <a:lnTo>
                    <a:pt x="685177" y="18815"/>
                  </a:lnTo>
                  <a:lnTo>
                    <a:pt x="688745" y="18426"/>
                  </a:lnTo>
                  <a:lnTo>
                    <a:pt x="692314" y="18036"/>
                  </a:lnTo>
                  <a:lnTo>
                    <a:pt x="695883" y="17645"/>
                  </a:lnTo>
                  <a:lnTo>
                    <a:pt x="699451" y="17254"/>
                  </a:lnTo>
                  <a:lnTo>
                    <a:pt x="703020" y="16863"/>
                  </a:lnTo>
                  <a:lnTo>
                    <a:pt x="706589" y="16471"/>
                  </a:lnTo>
                  <a:lnTo>
                    <a:pt x="710157" y="16078"/>
                  </a:lnTo>
                  <a:lnTo>
                    <a:pt x="713726" y="15685"/>
                  </a:lnTo>
                  <a:lnTo>
                    <a:pt x="717294" y="15292"/>
                  </a:lnTo>
                  <a:lnTo>
                    <a:pt x="720863" y="14898"/>
                  </a:lnTo>
                  <a:lnTo>
                    <a:pt x="724432" y="14504"/>
                  </a:lnTo>
                  <a:lnTo>
                    <a:pt x="728000" y="14109"/>
                  </a:lnTo>
                  <a:lnTo>
                    <a:pt x="731569" y="13713"/>
                  </a:lnTo>
                  <a:lnTo>
                    <a:pt x="735138" y="13318"/>
                  </a:lnTo>
                  <a:lnTo>
                    <a:pt x="738706" y="12921"/>
                  </a:lnTo>
                  <a:lnTo>
                    <a:pt x="742275" y="12525"/>
                  </a:lnTo>
                  <a:lnTo>
                    <a:pt x="745844" y="12127"/>
                  </a:lnTo>
                  <a:lnTo>
                    <a:pt x="749412" y="11730"/>
                  </a:lnTo>
                  <a:lnTo>
                    <a:pt x="752981" y="11331"/>
                  </a:lnTo>
                  <a:lnTo>
                    <a:pt x="756549" y="10933"/>
                  </a:lnTo>
                  <a:lnTo>
                    <a:pt x="760118" y="10534"/>
                  </a:lnTo>
                  <a:lnTo>
                    <a:pt x="763687" y="10134"/>
                  </a:lnTo>
                  <a:lnTo>
                    <a:pt x="767255" y="9734"/>
                  </a:lnTo>
                  <a:lnTo>
                    <a:pt x="770824" y="9334"/>
                  </a:lnTo>
                  <a:lnTo>
                    <a:pt x="774393" y="8933"/>
                  </a:lnTo>
                  <a:lnTo>
                    <a:pt x="777961" y="8531"/>
                  </a:lnTo>
                  <a:lnTo>
                    <a:pt x="781530" y="8129"/>
                  </a:lnTo>
                  <a:lnTo>
                    <a:pt x="785098" y="7727"/>
                  </a:lnTo>
                  <a:lnTo>
                    <a:pt x="788667" y="7324"/>
                  </a:lnTo>
                  <a:lnTo>
                    <a:pt x="792236" y="6921"/>
                  </a:lnTo>
                  <a:lnTo>
                    <a:pt x="795804" y="6518"/>
                  </a:lnTo>
                  <a:lnTo>
                    <a:pt x="799373" y="6113"/>
                  </a:lnTo>
                  <a:lnTo>
                    <a:pt x="802942" y="5709"/>
                  </a:lnTo>
                  <a:lnTo>
                    <a:pt x="806510" y="5304"/>
                  </a:lnTo>
                  <a:lnTo>
                    <a:pt x="810079" y="4898"/>
                  </a:lnTo>
                  <a:lnTo>
                    <a:pt x="813648" y="4493"/>
                  </a:lnTo>
                  <a:lnTo>
                    <a:pt x="817216" y="4086"/>
                  </a:lnTo>
                  <a:lnTo>
                    <a:pt x="820785" y="3680"/>
                  </a:lnTo>
                  <a:lnTo>
                    <a:pt x="824353" y="3272"/>
                  </a:lnTo>
                  <a:lnTo>
                    <a:pt x="827922" y="2865"/>
                  </a:lnTo>
                  <a:lnTo>
                    <a:pt x="831491" y="2457"/>
                  </a:lnTo>
                  <a:lnTo>
                    <a:pt x="835059" y="2048"/>
                  </a:lnTo>
                  <a:lnTo>
                    <a:pt x="838628" y="1639"/>
                  </a:lnTo>
                  <a:lnTo>
                    <a:pt x="842197" y="1230"/>
                  </a:lnTo>
                  <a:lnTo>
                    <a:pt x="845765" y="820"/>
                  </a:lnTo>
                  <a:lnTo>
                    <a:pt x="849334" y="410"/>
                  </a:lnTo>
                  <a:lnTo>
                    <a:pt x="852902" y="0"/>
                  </a:lnTo>
                </a:path>
              </a:pathLst>
            </a:custGeom>
            <a:ln w="28456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4511748" y="4632901"/>
              <a:ext cx="93819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4554393" y="5156073"/>
              <a:ext cx="852902" cy="160475"/>
            </a:xfrm>
            <a:custGeom>
              <a:avLst/>
              <a:pathLst>
                <a:path w="852902" h="160475">
                  <a:moveTo>
                    <a:pt x="0" y="29580"/>
                  </a:moveTo>
                  <a:lnTo>
                    <a:pt x="3568" y="29971"/>
                  </a:lnTo>
                  <a:lnTo>
                    <a:pt x="7137" y="30365"/>
                  </a:lnTo>
                  <a:lnTo>
                    <a:pt x="10705" y="30761"/>
                  </a:lnTo>
                  <a:lnTo>
                    <a:pt x="14274" y="31390"/>
                  </a:lnTo>
                  <a:lnTo>
                    <a:pt x="17843" y="31629"/>
                  </a:lnTo>
                  <a:lnTo>
                    <a:pt x="21411" y="32041"/>
                  </a:lnTo>
                  <a:lnTo>
                    <a:pt x="24980" y="32554"/>
                  </a:lnTo>
                  <a:lnTo>
                    <a:pt x="28549" y="32942"/>
                  </a:lnTo>
                  <a:lnTo>
                    <a:pt x="32117" y="33111"/>
                  </a:lnTo>
                  <a:lnTo>
                    <a:pt x="35686" y="33500"/>
                  </a:lnTo>
                  <a:lnTo>
                    <a:pt x="39254" y="33980"/>
                  </a:lnTo>
                  <a:lnTo>
                    <a:pt x="42823" y="34277"/>
                  </a:lnTo>
                  <a:lnTo>
                    <a:pt x="46392" y="34621"/>
                  </a:lnTo>
                  <a:lnTo>
                    <a:pt x="49960" y="34939"/>
                  </a:lnTo>
                  <a:lnTo>
                    <a:pt x="53529" y="35188"/>
                  </a:lnTo>
                  <a:lnTo>
                    <a:pt x="57098" y="35645"/>
                  </a:lnTo>
                  <a:lnTo>
                    <a:pt x="60666" y="35985"/>
                  </a:lnTo>
                  <a:lnTo>
                    <a:pt x="64235" y="36504"/>
                  </a:lnTo>
                  <a:lnTo>
                    <a:pt x="67804" y="36611"/>
                  </a:lnTo>
                  <a:lnTo>
                    <a:pt x="71372" y="36925"/>
                  </a:lnTo>
                  <a:lnTo>
                    <a:pt x="74941" y="37023"/>
                  </a:lnTo>
                  <a:lnTo>
                    <a:pt x="78509" y="37402"/>
                  </a:lnTo>
                  <a:lnTo>
                    <a:pt x="82078" y="37789"/>
                  </a:lnTo>
                  <a:lnTo>
                    <a:pt x="85647" y="38211"/>
                  </a:lnTo>
                  <a:lnTo>
                    <a:pt x="89215" y="38652"/>
                  </a:lnTo>
                  <a:lnTo>
                    <a:pt x="92784" y="38850"/>
                  </a:lnTo>
                  <a:lnTo>
                    <a:pt x="96353" y="39169"/>
                  </a:lnTo>
                  <a:lnTo>
                    <a:pt x="99921" y="39501"/>
                  </a:lnTo>
                  <a:lnTo>
                    <a:pt x="103490" y="39996"/>
                  </a:lnTo>
                  <a:lnTo>
                    <a:pt x="107058" y="40153"/>
                  </a:lnTo>
                  <a:lnTo>
                    <a:pt x="110627" y="40447"/>
                  </a:lnTo>
                  <a:lnTo>
                    <a:pt x="114196" y="40981"/>
                  </a:lnTo>
                  <a:lnTo>
                    <a:pt x="117764" y="41340"/>
                  </a:lnTo>
                  <a:lnTo>
                    <a:pt x="121333" y="41781"/>
                  </a:lnTo>
                  <a:lnTo>
                    <a:pt x="124902" y="42241"/>
                  </a:lnTo>
                  <a:lnTo>
                    <a:pt x="128470" y="42524"/>
                  </a:lnTo>
                  <a:lnTo>
                    <a:pt x="132039" y="42668"/>
                  </a:lnTo>
                  <a:lnTo>
                    <a:pt x="135608" y="43013"/>
                  </a:lnTo>
                  <a:lnTo>
                    <a:pt x="139176" y="43408"/>
                  </a:lnTo>
                  <a:lnTo>
                    <a:pt x="142745" y="43370"/>
                  </a:lnTo>
                  <a:lnTo>
                    <a:pt x="146313" y="43603"/>
                  </a:lnTo>
                  <a:lnTo>
                    <a:pt x="149882" y="43681"/>
                  </a:lnTo>
                  <a:lnTo>
                    <a:pt x="153451" y="44184"/>
                  </a:lnTo>
                  <a:lnTo>
                    <a:pt x="157019" y="44401"/>
                  </a:lnTo>
                  <a:lnTo>
                    <a:pt x="160588" y="44465"/>
                  </a:lnTo>
                  <a:lnTo>
                    <a:pt x="164157" y="44883"/>
                  </a:lnTo>
                  <a:lnTo>
                    <a:pt x="167725" y="45040"/>
                  </a:lnTo>
                  <a:lnTo>
                    <a:pt x="171294" y="45191"/>
                  </a:lnTo>
                  <a:lnTo>
                    <a:pt x="174862" y="45442"/>
                  </a:lnTo>
                  <a:lnTo>
                    <a:pt x="178431" y="45866"/>
                  </a:lnTo>
                  <a:lnTo>
                    <a:pt x="182000" y="46202"/>
                  </a:lnTo>
                  <a:lnTo>
                    <a:pt x="185568" y="46327"/>
                  </a:lnTo>
                  <a:lnTo>
                    <a:pt x="189137" y="46397"/>
                  </a:lnTo>
                  <a:lnTo>
                    <a:pt x="192706" y="46699"/>
                  </a:lnTo>
                  <a:lnTo>
                    <a:pt x="196274" y="46526"/>
                  </a:lnTo>
                  <a:lnTo>
                    <a:pt x="199843" y="46738"/>
                  </a:lnTo>
                  <a:lnTo>
                    <a:pt x="203412" y="47076"/>
                  </a:lnTo>
                  <a:lnTo>
                    <a:pt x="206980" y="47423"/>
                  </a:lnTo>
                  <a:lnTo>
                    <a:pt x="210549" y="47640"/>
                  </a:lnTo>
                  <a:lnTo>
                    <a:pt x="214117" y="47748"/>
                  </a:lnTo>
                  <a:lnTo>
                    <a:pt x="217686" y="48250"/>
                  </a:lnTo>
                  <a:lnTo>
                    <a:pt x="221255" y="48344"/>
                  </a:lnTo>
                  <a:lnTo>
                    <a:pt x="224823" y="48420"/>
                  </a:lnTo>
                  <a:lnTo>
                    <a:pt x="228392" y="48536"/>
                  </a:lnTo>
                  <a:lnTo>
                    <a:pt x="231961" y="48460"/>
                  </a:lnTo>
                  <a:lnTo>
                    <a:pt x="235529" y="48237"/>
                  </a:lnTo>
                  <a:lnTo>
                    <a:pt x="239098" y="48547"/>
                  </a:lnTo>
                  <a:lnTo>
                    <a:pt x="242666" y="49043"/>
                  </a:lnTo>
                  <a:lnTo>
                    <a:pt x="246235" y="49547"/>
                  </a:lnTo>
                  <a:lnTo>
                    <a:pt x="249804" y="50043"/>
                  </a:lnTo>
                  <a:lnTo>
                    <a:pt x="253372" y="50541"/>
                  </a:lnTo>
                  <a:lnTo>
                    <a:pt x="256941" y="51030"/>
                  </a:lnTo>
                  <a:lnTo>
                    <a:pt x="260510" y="51233"/>
                  </a:lnTo>
                  <a:lnTo>
                    <a:pt x="264078" y="51311"/>
                  </a:lnTo>
                  <a:lnTo>
                    <a:pt x="267647" y="51205"/>
                  </a:lnTo>
                  <a:lnTo>
                    <a:pt x="271216" y="51503"/>
                  </a:lnTo>
                  <a:lnTo>
                    <a:pt x="274784" y="51359"/>
                  </a:lnTo>
                  <a:lnTo>
                    <a:pt x="278353" y="51502"/>
                  </a:lnTo>
                  <a:lnTo>
                    <a:pt x="281921" y="51342"/>
                  </a:lnTo>
                  <a:lnTo>
                    <a:pt x="285490" y="51532"/>
                  </a:lnTo>
                  <a:lnTo>
                    <a:pt x="289059" y="51645"/>
                  </a:lnTo>
                  <a:lnTo>
                    <a:pt x="292627" y="51524"/>
                  </a:lnTo>
                  <a:lnTo>
                    <a:pt x="296196" y="51592"/>
                  </a:lnTo>
                  <a:lnTo>
                    <a:pt x="299765" y="51544"/>
                  </a:lnTo>
                  <a:lnTo>
                    <a:pt x="303333" y="51497"/>
                  </a:lnTo>
                  <a:lnTo>
                    <a:pt x="306902" y="51453"/>
                  </a:lnTo>
                  <a:lnTo>
                    <a:pt x="310470" y="51625"/>
                  </a:lnTo>
                  <a:lnTo>
                    <a:pt x="314039" y="51827"/>
                  </a:lnTo>
                  <a:lnTo>
                    <a:pt x="317608" y="52180"/>
                  </a:lnTo>
                  <a:lnTo>
                    <a:pt x="321176" y="52306"/>
                  </a:lnTo>
                  <a:lnTo>
                    <a:pt x="324745" y="52331"/>
                  </a:lnTo>
                  <a:lnTo>
                    <a:pt x="328314" y="52360"/>
                  </a:lnTo>
                  <a:lnTo>
                    <a:pt x="331882" y="52394"/>
                  </a:lnTo>
                  <a:lnTo>
                    <a:pt x="335451" y="52511"/>
                  </a:lnTo>
                  <a:lnTo>
                    <a:pt x="339020" y="52390"/>
                  </a:lnTo>
                  <a:lnTo>
                    <a:pt x="342588" y="52205"/>
                  </a:lnTo>
                  <a:lnTo>
                    <a:pt x="346157" y="52320"/>
                  </a:lnTo>
                  <a:lnTo>
                    <a:pt x="349725" y="52388"/>
                  </a:lnTo>
                  <a:lnTo>
                    <a:pt x="353294" y="52054"/>
                  </a:lnTo>
                  <a:lnTo>
                    <a:pt x="356863" y="51805"/>
                  </a:lnTo>
                  <a:lnTo>
                    <a:pt x="360431" y="51780"/>
                  </a:lnTo>
                  <a:lnTo>
                    <a:pt x="364000" y="51681"/>
                  </a:lnTo>
                  <a:lnTo>
                    <a:pt x="367569" y="51364"/>
                  </a:lnTo>
                  <a:lnTo>
                    <a:pt x="371137" y="51265"/>
                  </a:lnTo>
                  <a:lnTo>
                    <a:pt x="374706" y="51111"/>
                  </a:lnTo>
                  <a:lnTo>
                    <a:pt x="378274" y="51098"/>
                  </a:lnTo>
                  <a:lnTo>
                    <a:pt x="381843" y="51378"/>
                  </a:lnTo>
                  <a:lnTo>
                    <a:pt x="385412" y="51632"/>
                  </a:lnTo>
                  <a:lnTo>
                    <a:pt x="388980" y="51535"/>
                  </a:lnTo>
                  <a:lnTo>
                    <a:pt x="392549" y="51439"/>
                  </a:lnTo>
                  <a:lnTo>
                    <a:pt x="396118" y="51344"/>
                  </a:lnTo>
                  <a:lnTo>
                    <a:pt x="399686" y="51245"/>
                  </a:lnTo>
                  <a:lnTo>
                    <a:pt x="403255" y="51275"/>
                  </a:lnTo>
                  <a:lnTo>
                    <a:pt x="406824" y="51112"/>
                  </a:lnTo>
                  <a:lnTo>
                    <a:pt x="410392" y="50969"/>
                  </a:lnTo>
                  <a:lnTo>
                    <a:pt x="413961" y="50855"/>
                  </a:lnTo>
                  <a:lnTo>
                    <a:pt x="417529" y="50756"/>
                  </a:lnTo>
                  <a:lnTo>
                    <a:pt x="421098" y="50576"/>
                  </a:lnTo>
                  <a:lnTo>
                    <a:pt x="424667" y="50437"/>
                  </a:lnTo>
                  <a:lnTo>
                    <a:pt x="428235" y="50410"/>
                  </a:lnTo>
                  <a:lnTo>
                    <a:pt x="431804" y="50248"/>
                  </a:lnTo>
                  <a:lnTo>
                    <a:pt x="435373" y="50047"/>
                  </a:lnTo>
                  <a:lnTo>
                    <a:pt x="438941" y="49944"/>
                  </a:lnTo>
                  <a:lnTo>
                    <a:pt x="442510" y="49620"/>
                  </a:lnTo>
                  <a:lnTo>
                    <a:pt x="446078" y="49156"/>
                  </a:lnTo>
                  <a:lnTo>
                    <a:pt x="449647" y="48969"/>
                  </a:lnTo>
                  <a:lnTo>
                    <a:pt x="453216" y="48829"/>
                  </a:lnTo>
                  <a:lnTo>
                    <a:pt x="456784" y="48751"/>
                  </a:lnTo>
                  <a:lnTo>
                    <a:pt x="460353" y="48299"/>
                  </a:lnTo>
                  <a:lnTo>
                    <a:pt x="463922" y="48093"/>
                  </a:lnTo>
                  <a:lnTo>
                    <a:pt x="467490" y="47882"/>
                  </a:lnTo>
                  <a:lnTo>
                    <a:pt x="471059" y="47654"/>
                  </a:lnTo>
                  <a:lnTo>
                    <a:pt x="474628" y="47387"/>
                  </a:lnTo>
                  <a:lnTo>
                    <a:pt x="478196" y="47259"/>
                  </a:lnTo>
                  <a:lnTo>
                    <a:pt x="481765" y="47051"/>
                  </a:lnTo>
                  <a:lnTo>
                    <a:pt x="485333" y="46558"/>
                  </a:lnTo>
                  <a:lnTo>
                    <a:pt x="488902" y="46449"/>
                  </a:lnTo>
                  <a:lnTo>
                    <a:pt x="492471" y="46053"/>
                  </a:lnTo>
                  <a:lnTo>
                    <a:pt x="496039" y="46044"/>
                  </a:lnTo>
                  <a:lnTo>
                    <a:pt x="499608" y="46002"/>
                  </a:lnTo>
                  <a:lnTo>
                    <a:pt x="503177" y="45744"/>
                  </a:lnTo>
                  <a:lnTo>
                    <a:pt x="506745" y="45182"/>
                  </a:lnTo>
                  <a:lnTo>
                    <a:pt x="510314" y="44670"/>
                  </a:lnTo>
                  <a:lnTo>
                    <a:pt x="513882" y="44386"/>
                  </a:lnTo>
                  <a:lnTo>
                    <a:pt x="517451" y="43984"/>
                  </a:lnTo>
                  <a:lnTo>
                    <a:pt x="521020" y="43534"/>
                  </a:lnTo>
                  <a:lnTo>
                    <a:pt x="524588" y="43402"/>
                  </a:lnTo>
                  <a:lnTo>
                    <a:pt x="528157" y="43002"/>
                  </a:lnTo>
                  <a:lnTo>
                    <a:pt x="531726" y="42384"/>
                  </a:lnTo>
                  <a:lnTo>
                    <a:pt x="535294" y="41932"/>
                  </a:lnTo>
                  <a:lnTo>
                    <a:pt x="538863" y="41650"/>
                  </a:lnTo>
                  <a:lnTo>
                    <a:pt x="542432" y="41407"/>
                  </a:lnTo>
                  <a:lnTo>
                    <a:pt x="546000" y="41161"/>
                  </a:lnTo>
                  <a:lnTo>
                    <a:pt x="549569" y="40913"/>
                  </a:lnTo>
                  <a:lnTo>
                    <a:pt x="553137" y="40699"/>
                  </a:lnTo>
                  <a:lnTo>
                    <a:pt x="556706" y="40419"/>
                  </a:lnTo>
                  <a:lnTo>
                    <a:pt x="560275" y="39991"/>
                  </a:lnTo>
                  <a:lnTo>
                    <a:pt x="563843" y="39659"/>
                  </a:lnTo>
                  <a:lnTo>
                    <a:pt x="567412" y="39276"/>
                  </a:lnTo>
                  <a:lnTo>
                    <a:pt x="570981" y="38904"/>
                  </a:lnTo>
                  <a:lnTo>
                    <a:pt x="574549" y="38498"/>
                  </a:lnTo>
                  <a:lnTo>
                    <a:pt x="578118" y="38325"/>
                  </a:lnTo>
                  <a:lnTo>
                    <a:pt x="581686" y="38154"/>
                  </a:lnTo>
                  <a:lnTo>
                    <a:pt x="585255" y="37942"/>
                  </a:lnTo>
                  <a:lnTo>
                    <a:pt x="588824" y="37448"/>
                  </a:lnTo>
                  <a:lnTo>
                    <a:pt x="592392" y="37181"/>
                  </a:lnTo>
                  <a:lnTo>
                    <a:pt x="595961" y="37125"/>
                  </a:lnTo>
                  <a:lnTo>
                    <a:pt x="599530" y="36787"/>
                  </a:lnTo>
                  <a:lnTo>
                    <a:pt x="603098" y="36389"/>
                  </a:lnTo>
                  <a:lnTo>
                    <a:pt x="606667" y="36010"/>
                  </a:lnTo>
                  <a:lnTo>
                    <a:pt x="610236" y="35580"/>
                  </a:lnTo>
                  <a:lnTo>
                    <a:pt x="613804" y="35167"/>
                  </a:lnTo>
                  <a:lnTo>
                    <a:pt x="617373" y="34760"/>
                  </a:lnTo>
                  <a:lnTo>
                    <a:pt x="620941" y="34161"/>
                  </a:lnTo>
                  <a:lnTo>
                    <a:pt x="624510" y="33500"/>
                  </a:lnTo>
                  <a:lnTo>
                    <a:pt x="628079" y="32928"/>
                  </a:lnTo>
                  <a:lnTo>
                    <a:pt x="631647" y="32557"/>
                  </a:lnTo>
                  <a:lnTo>
                    <a:pt x="635216" y="32144"/>
                  </a:lnTo>
                  <a:lnTo>
                    <a:pt x="638785" y="31763"/>
                  </a:lnTo>
                  <a:lnTo>
                    <a:pt x="642353" y="31623"/>
                  </a:lnTo>
                  <a:lnTo>
                    <a:pt x="645922" y="31196"/>
                  </a:lnTo>
                  <a:lnTo>
                    <a:pt x="649490" y="30748"/>
                  </a:lnTo>
                  <a:lnTo>
                    <a:pt x="653059" y="30435"/>
                  </a:lnTo>
                  <a:lnTo>
                    <a:pt x="656628" y="30122"/>
                  </a:lnTo>
                  <a:lnTo>
                    <a:pt x="660196" y="29849"/>
                  </a:lnTo>
                  <a:lnTo>
                    <a:pt x="663765" y="29452"/>
                  </a:lnTo>
                  <a:lnTo>
                    <a:pt x="667334" y="28844"/>
                  </a:lnTo>
                  <a:lnTo>
                    <a:pt x="670902" y="28142"/>
                  </a:lnTo>
                  <a:lnTo>
                    <a:pt x="674471" y="27540"/>
                  </a:lnTo>
                  <a:lnTo>
                    <a:pt x="678040" y="27125"/>
                  </a:lnTo>
                  <a:lnTo>
                    <a:pt x="681608" y="26705"/>
                  </a:lnTo>
                  <a:lnTo>
                    <a:pt x="685177" y="26228"/>
                  </a:lnTo>
                  <a:lnTo>
                    <a:pt x="688745" y="25859"/>
                  </a:lnTo>
                  <a:lnTo>
                    <a:pt x="692314" y="25429"/>
                  </a:lnTo>
                  <a:lnTo>
                    <a:pt x="695883" y="25001"/>
                  </a:lnTo>
                  <a:lnTo>
                    <a:pt x="699451" y="24574"/>
                  </a:lnTo>
                  <a:lnTo>
                    <a:pt x="703020" y="23850"/>
                  </a:lnTo>
                  <a:lnTo>
                    <a:pt x="706589" y="23076"/>
                  </a:lnTo>
                  <a:lnTo>
                    <a:pt x="710157" y="22334"/>
                  </a:lnTo>
                  <a:lnTo>
                    <a:pt x="713726" y="22072"/>
                  </a:lnTo>
                  <a:lnTo>
                    <a:pt x="717294" y="21106"/>
                  </a:lnTo>
                  <a:lnTo>
                    <a:pt x="720863" y="20102"/>
                  </a:lnTo>
                  <a:lnTo>
                    <a:pt x="724432" y="19449"/>
                  </a:lnTo>
                  <a:lnTo>
                    <a:pt x="728000" y="19280"/>
                  </a:lnTo>
                  <a:lnTo>
                    <a:pt x="731569" y="19112"/>
                  </a:lnTo>
                  <a:lnTo>
                    <a:pt x="735138" y="18397"/>
                  </a:lnTo>
                  <a:lnTo>
                    <a:pt x="738706" y="17942"/>
                  </a:lnTo>
                  <a:lnTo>
                    <a:pt x="742275" y="17377"/>
                  </a:lnTo>
                  <a:lnTo>
                    <a:pt x="745844" y="16651"/>
                  </a:lnTo>
                  <a:lnTo>
                    <a:pt x="749412" y="16273"/>
                  </a:lnTo>
                  <a:lnTo>
                    <a:pt x="752981" y="15575"/>
                  </a:lnTo>
                  <a:lnTo>
                    <a:pt x="756549" y="15140"/>
                  </a:lnTo>
                  <a:lnTo>
                    <a:pt x="760118" y="14654"/>
                  </a:lnTo>
                  <a:lnTo>
                    <a:pt x="763687" y="13842"/>
                  </a:lnTo>
                  <a:lnTo>
                    <a:pt x="767255" y="13342"/>
                  </a:lnTo>
                  <a:lnTo>
                    <a:pt x="770824" y="12855"/>
                  </a:lnTo>
                  <a:lnTo>
                    <a:pt x="774393" y="12373"/>
                  </a:lnTo>
                  <a:lnTo>
                    <a:pt x="777961" y="11749"/>
                  </a:lnTo>
                  <a:lnTo>
                    <a:pt x="781530" y="10969"/>
                  </a:lnTo>
                  <a:lnTo>
                    <a:pt x="785098" y="10176"/>
                  </a:lnTo>
                  <a:lnTo>
                    <a:pt x="788667" y="9534"/>
                  </a:lnTo>
                  <a:lnTo>
                    <a:pt x="792236" y="9101"/>
                  </a:lnTo>
                  <a:lnTo>
                    <a:pt x="795804" y="8440"/>
                  </a:lnTo>
                  <a:lnTo>
                    <a:pt x="799373" y="8005"/>
                  </a:lnTo>
                  <a:lnTo>
                    <a:pt x="802942" y="7750"/>
                  </a:lnTo>
                  <a:lnTo>
                    <a:pt x="806510" y="7307"/>
                  </a:lnTo>
                  <a:lnTo>
                    <a:pt x="810079" y="6716"/>
                  </a:lnTo>
                  <a:lnTo>
                    <a:pt x="813648" y="6140"/>
                  </a:lnTo>
                  <a:lnTo>
                    <a:pt x="817216" y="5713"/>
                  </a:lnTo>
                  <a:lnTo>
                    <a:pt x="820785" y="5286"/>
                  </a:lnTo>
                  <a:lnTo>
                    <a:pt x="824353" y="4591"/>
                  </a:lnTo>
                  <a:lnTo>
                    <a:pt x="827922" y="3805"/>
                  </a:lnTo>
                  <a:lnTo>
                    <a:pt x="831491" y="3122"/>
                  </a:lnTo>
                  <a:lnTo>
                    <a:pt x="835059" y="2527"/>
                  </a:lnTo>
                  <a:lnTo>
                    <a:pt x="838628" y="2022"/>
                  </a:lnTo>
                  <a:lnTo>
                    <a:pt x="842197" y="1518"/>
                  </a:lnTo>
                  <a:lnTo>
                    <a:pt x="845765" y="1012"/>
                  </a:lnTo>
                  <a:lnTo>
                    <a:pt x="849334" y="506"/>
                  </a:lnTo>
                  <a:lnTo>
                    <a:pt x="852902" y="0"/>
                  </a:lnTo>
                  <a:lnTo>
                    <a:pt x="852902" y="160475"/>
                  </a:lnTo>
                  <a:lnTo>
                    <a:pt x="849334" y="160207"/>
                  </a:lnTo>
                  <a:lnTo>
                    <a:pt x="845765" y="159895"/>
                  </a:lnTo>
                  <a:lnTo>
                    <a:pt x="842197" y="159703"/>
                  </a:lnTo>
                  <a:lnTo>
                    <a:pt x="838628" y="159490"/>
                  </a:lnTo>
                  <a:lnTo>
                    <a:pt x="835059" y="159196"/>
                  </a:lnTo>
                  <a:lnTo>
                    <a:pt x="831491" y="158878"/>
                  </a:lnTo>
                  <a:lnTo>
                    <a:pt x="827922" y="158534"/>
                  </a:lnTo>
                  <a:lnTo>
                    <a:pt x="824353" y="158165"/>
                  </a:lnTo>
                  <a:lnTo>
                    <a:pt x="820785" y="157847"/>
                  </a:lnTo>
                  <a:lnTo>
                    <a:pt x="817216" y="157503"/>
                  </a:lnTo>
                  <a:lnTo>
                    <a:pt x="813648" y="157166"/>
                  </a:lnTo>
                  <a:lnTo>
                    <a:pt x="810079" y="156830"/>
                  </a:lnTo>
                  <a:lnTo>
                    <a:pt x="806510" y="156492"/>
                  </a:lnTo>
                  <a:lnTo>
                    <a:pt x="802942" y="156406"/>
                  </a:lnTo>
                  <a:lnTo>
                    <a:pt x="799373" y="156059"/>
                  </a:lnTo>
                  <a:lnTo>
                    <a:pt x="795804" y="155681"/>
                  </a:lnTo>
                  <a:lnTo>
                    <a:pt x="792236" y="155364"/>
                  </a:lnTo>
                  <a:lnTo>
                    <a:pt x="788667" y="155017"/>
                  </a:lnTo>
                  <a:lnTo>
                    <a:pt x="785098" y="154667"/>
                  </a:lnTo>
                  <a:lnTo>
                    <a:pt x="781530" y="154496"/>
                  </a:lnTo>
                  <a:lnTo>
                    <a:pt x="777961" y="154348"/>
                  </a:lnTo>
                  <a:lnTo>
                    <a:pt x="774393" y="154203"/>
                  </a:lnTo>
                  <a:lnTo>
                    <a:pt x="770824" y="154058"/>
                  </a:lnTo>
                  <a:lnTo>
                    <a:pt x="767255" y="153945"/>
                  </a:lnTo>
                  <a:lnTo>
                    <a:pt x="763687" y="153847"/>
                  </a:lnTo>
                  <a:lnTo>
                    <a:pt x="760118" y="153621"/>
                  </a:lnTo>
                  <a:lnTo>
                    <a:pt x="756549" y="153452"/>
                  </a:lnTo>
                  <a:lnTo>
                    <a:pt x="752981" y="153188"/>
                  </a:lnTo>
                  <a:lnTo>
                    <a:pt x="749412" y="152964"/>
                  </a:lnTo>
                  <a:lnTo>
                    <a:pt x="745844" y="152697"/>
                  </a:lnTo>
                  <a:lnTo>
                    <a:pt x="742275" y="152434"/>
                  </a:lnTo>
                  <a:lnTo>
                    <a:pt x="738706" y="152165"/>
                  </a:lnTo>
                  <a:lnTo>
                    <a:pt x="735138" y="151982"/>
                  </a:lnTo>
                  <a:lnTo>
                    <a:pt x="731569" y="151654"/>
                  </a:lnTo>
                  <a:lnTo>
                    <a:pt x="728000" y="151350"/>
                  </a:lnTo>
                  <a:lnTo>
                    <a:pt x="724432" y="151091"/>
                  </a:lnTo>
                  <a:lnTo>
                    <a:pt x="720863" y="150824"/>
                  </a:lnTo>
                  <a:lnTo>
                    <a:pt x="717294" y="150574"/>
                  </a:lnTo>
                  <a:lnTo>
                    <a:pt x="713726" y="150385"/>
                  </a:lnTo>
                  <a:lnTo>
                    <a:pt x="710157" y="150259"/>
                  </a:lnTo>
                  <a:lnTo>
                    <a:pt x="706589" y="150043"/>
                  </a:lnTo>
                  <a:lnTo>
                    <a:pt x="703020" y="149856"/>
                  </a:lnTo>
                  <a:lnTo>
                    <a:pt x="699451" y="149708"/>
                  </a:lnTo>
                  <a:lnTo>
                    <a:pt x="695883" y="149402"/>
                  </a:lnTo>
                  <a:lnTo>
                    <a:pt x="692314" y="149061"/>
                  </a:lnTo>
                  <a:lnTo>
                    <a:pt x="688745" y="148937"/>
                  </a:lnTo>
                  <a:lnTo>
                    <a:pt x="685177" y="148595"/>
                  </a:lnTo>
                  <a:lnTo>
                    <a:pt x="681608" y="148412"/>
                  </a:lnTo>
                  <a:lnTo>
                    <a:pt x="678040" y="148251"/>
                  </a:lnTo>
                  <a:lnTo>
                    <a:pt x="674471" y="147807"/>
                  </a:lnTo>
                  <a:lnTo>
                    <a:pt x="670902" y="147762"/>
                  </a:lnTo>
                  <a:lnTo>
                    <a:pt x="667334" y="147653"/>
                  </a:lnTo>
                  <a:lnTo>
                    <a:pt x="663765" y="147324"/>
                  </a:lnTo>
                  <a:lnTo>
                    <a:pt x="660196" y="146995"/>
                  </a:lnTo>
                  <a:lnTo>
                    <a:pt x="656628" y="146864"/>
                  </a:lnTo>
                  <a:lnTo>
                    <a:pt x="653059" y="146914"/>
                  </a:lnTo>
                  <a:lnTo>
                    <a:pt x="649490" y="146458"/>
                  </a:lnTo>
                  <a:lnTo>
                    <a:pt x="645922" y="146228"/>
                  </a:lnTo>
                  <a:lnTo>
                    <a:pt x="642353" y="146089"/>
                  </a:lnTo>
                  <a:lnTo>
                    <a:pt x="638785" y="145953"/>
                  </a:lnTo>
                  <a:lnTo>
                    <a:pt x="635216" y="145780"/>
                  </a:lnTo>
                  <a:lnTo>
                    <a:pt x="631647" y="145676"/>
                  </a:lnTo>
                  <a:lnTo>
                    <a:pt x="628079" y="145397"/>
                  </a:lnTo>
                  <a:lnTo>
                    <a:pt x="624510" y="145151"/>
                  </a:lnTo>
                  <a:lnTo>
                    <a:pt x="620941" y="144884"/>
                  </a:lnTo>
                  <a:lnTo>
                    <a:pt x="617373" y="144657"/>
                  </a:lnTo>
                  <a:lnTo>
                    <a:pt x="613804" y="144508"/>
                  </a:lnTo>
                  <a:lnTo>
                    <a:pt x="610236" y="144455"/>
                  </a:lnTo>
                  <a:lnTo>
                    <a:pt x="606667" y="144397"/>
                  </a:lnTo>
                  <a:lnTo>
                    <a:pt x="603098" y="144218"/>
                  </a:lnTo>
                  <a:lnTo>
                    <a:pt x="599530" y="143814"/>
                  </a:lnTo>
                  <a:lnTo>
                    <a:pt x="595961" y="143391"/>
                  </a:lnTo>
                  <a:lnTo>
                    <a:pt x="592392" y="143326"/>
                  </a:lnTo>
                  <a:lnTo>
                    <a:pt x="588824" y="143074"/>
                  </a:lnTo>
                  <a:lnTo>
                    <a:pt x="585255" y="142730"/>
                  </a:lnTo>
                  <a:lnTo>
                    <a:pt x="581686" y="142488"/>
                  </a:lnTo>
                  <a:lnTo>
                    <a:pt x="578118" y="142214"/>
                  </a:lnTo>
                  <a:lnTo>
                    <a:pt x="574549" y="141885"/>
                  </a:lnTo>
                  <a:lnTo>
                    <a:pt x="570981" y="141602"/>
                  </a:lnTo>
                  <a:lnTo>
                    <a:pt x="567412" y="141549"/>
                  </a:lnTo>
                  <a:lnTo>
                    <a:pt x="563843" y="141471"/>
                  </a:lnTo>
                  <a:lnTo>
                    <a:pt x="560275" y="141246"/>
                  </a:lnTo>
                  <a:lnTo>
                    <a:pt x="556706" y="140971"/>
                  </a:lnTo>
                  <a:lnTo>
                    <a:pt x="553137" y="140682"/>
                  </a:lnTo>
                  <a:lnTo>
                    <a:pt x="549569" y="140491"/>
                  </a:lnTo>
                  <a:lnTo>
                    <a:pt x="546000" y="140242"/>
                  </a:lnTo>
                  <a:lnTo>
                    <a:pt x="542432" y="139987"/>
                  </a:lnTo>
                  <a:lnTo>
                    <a:pt x="538863" y="139733"/>
                  </a:lnTo>
                  <a:lnTo>
                    <a:pt x="535294" y="139488"/>
                  </a:lnTo>
                  <a:lnTo>
                    <a:pt x="531726" y="139420"/>
                  </a:lnTo>
                  <a:lnTo>
                    <a:pt x="528157" y="139295"/>
                  </a:lnTo>
                  <a:lnTo>
                    <a:pt x="524588" y="139034"/>
                  </a:lnTo>
                  <a:lnTo>
                    <a:pt x="521020" y="139006"/>
                  </a:lnTo>
                  <a:lnTo>
                    <a:pt x="517451" y="138800"/>
                  </a:lnTo>
                  <a:lnTo>
                    <a:pt x="513882" y="138594"/>
                  </a:lnTo>
                  <a:lnTo>
                    <a:pt x="510314" y="138384"/>
                  </a:lnTo>
                  <a:lnTo>
                    <a:pt x="506745" y="138287"/>
                  </a:lnTo>
                  <a:lnTo>
                    <a:pt x="503177" y="138296"/>
                  </a:lnTo>
                  <a:lnTo>
                    <a:pt x="499608" y="138204"/>
                  </a:lnTo>
                  <a:lnTo>
                    <a:pt x="496039" y="137979"/>
                  </a:lnTo>
                  <a:lnTo>
                    <a:pt x="492471" y="137923"/>
                  </a:lnTo>
                  <a:lnTo>
                    <a:pt x="488902" y="137812"/>
                  </a:lnTo>
                  <a:lnTo>
                    <a:pt x="485333" y="137750"/>
                  </a:lnTo>
                  <a:lnTo>
                    <a:pt x="481765" y="137647"/>
                  </a:lnTo>
                  <a:lnTo>
                    <a:pt x="478196" y="137468"/>
                  </a:lnTo>
                  <a:lnTo>
                    <a:pt x="474628" y="137196"/>
                  </a:lnTo>
                  <a:lnTo>
                    <a:pt x="471059" y="136989"/>
                  </a:lnTo>
                  <a:lnTo>
                    <a:pt x="467490" y="137094"/>
                  </a:lnTo>
                  <a:lnTo>
                    <a:pt x="463922" y="137059"/>
                  </a:lnTo>
                  <a:lnTo>
                    <a:pt x="460353" y="137107"/>
                  </a:lnTo>
                  <a:lnTo>
                    <a:pt x="456784" y="136933"/>
                  </a:lnTo>
                  <a:lnTo>
                    <a:pt x="453216" y="137072"/>
                  </a:lnTo>
                  <a:lnTo>
                    <a:pt x="449647" y="136821"/>
                  </a:lnTo>
                  <a:lnTo>
                    <a:pt x="446078" y="136563"/>
                  </a:lnTo>
                  <a:lnTo>
                    <a:pt x="442510" y="136503"/>
                  </a:lnTo>
                  <a:lnTo>
                    <a:pt x="438941" y="136377"/>
                  </a:lnTo>
                  <a:lnTo>
                    <a:pt x="435373" y="136236"/>
                  </a:lnTo>
                  <a:lnTo>
                    <a:pt x="431804" y="136088"/>
                  </a:lnTo>
                  <a:lnTo>
                    <a:pt x="428235" y="136026"/>
                  </a:lnTo>
                  <a:lnTo>
                    <a:pt x="424667" y="135927"/>
                  </a:lnTo>
                  <a:lnTo>
                    <a:pt x="421098" y="136037"/>
                  </a:lnTo>
                  <a:lnTo>
                    <a:pt x="417529" y="136089"/>
                  </a:lnTo>
                  <a:lnTo>
                    <a:pt x="413961" y="136132"/>
                  </a:lnTo>
                  <a:lnTo>
                    <a:pt x="410392" y="135967"/>
                  </a:lnTo>
                  <a:lnTo>
                    <a:pt x="406824" y="136001"/>
                  </a:lnTo>
                  <a:lnTo>
                    <a:pt x="403255" y="135996"/>
                  </a:lnTo>
                  <a:lnTo>
                    <a:pt x="399686" y="135896"/>
                  </a:lnTo>
                  <a:lnTo>
                    <a:pt x="396118" y="135860"/>
                  </a:lnTo>
                  <a:lnTo>
                    <a:pt x="392549" y="135688"/>
                  </a:lnTo>
                  <a:lnTo>
                    <a:pt x="388980" y="135798"/>
                  </a:lnTo>
                  <a:lnTo>
                    <a:pt x="385412" y="135819"/>
                  </a:lnTo>
                  <a:lnTo>
                    <a:pt x="381843" y="135763"/>
                  </a:lnTo>
                  <a:lnTo>
                    <a:pt x="378274" y="135668"/>
                  </a:lnTo>
                  <a:lnTo>
                    <a:pt x="374706" y="135570"/>
                  </a:lnTo>
                  <a:lnTo>
                    <a:pt x="371137" y="135477"/>
                  </a:lnTo>
                  <a:lnTo>
                    <a:pt x="367569" y="135573"/>
                  </a:lnTo>
                  <a:lnTo>
                    <a:pt x="364000" y="135670"/>
                  </a:lnTo>
                  <a:lnTo>
                    <a:pt x="360431" y="135778"/>
                  </a:lnTo>
                  <a:lnTo>
                    <a:pt x="356863" y="135958"/>
                  </a:lnTo>
                  <a:lnTo>
                    <a:pt x="353294" y="135890"/>
                  </a:lnTo>
                  <a:lnTo>
                    <a:pt x="349725" y="135910"/>
                  </a:lnTo>
                  <a:lnTo>
                    <a:pt x="346157" y="135694"/>
                  </a:lnTo>
                  <a:lnTo>
                    <a:pt x="342588" y="135886"/>
                  </a:lnTo>
                  <a:lnTo>
                    <a:pt x="339020" y="136017"/>
                  </a:lnTo>
                  <a:lnTo>
                    <a:pt x="335451" y="136079"/>
                  </a:lnTo>
                  <a:lnTo>
                    <a:pt x="331882" y="136378"/>
                  </a:lnTo>
                  <a:lnTo>
                    <a:pt x="328314" y="136332"/>
                  </a:lnTo>
                  <a:lnTo>
                    <a:pt x="324745" y="136460"/>
                  </a:lnTo>
                  <a:lnTo>
                    <a:pt x="321176" y="136653"/>
                  </a:lnTo>
                  <a:lnTo>
                    <a:pt x="317608" y="136643"/>
                  </a:lnTo>
                  <a:lnTo>
                    <a:pt x="314039" y="136705"/>
                  </a:lnTo>
                  <a:lnTo>
                    <a:pt x="310470" y="136956"/>
                  </a:lnTo>
                  <a:lnTo>
                    <a:pt x="306902" y="136925"/>
                  </a:lnTo>
                  <a:lnTo>
                    <a:pt x="303333" y="136866"/>
                  </a:lnTo>
                  <a:lnTo>
                    <a:pt x="299765" y="137062"/>
                  </a:lnTo>
                  <a:lnTo>
                    <a:pt x="296196" y="137016"/>
                  </a:lnTo>
                  <a:lnTo>
                    <a:pt x="292627" y="136985"/>
                  </a:lnTo>
                  <a:lnTo>
                    <a:pt x="289059" y="137145"/>
                  </a:lnTo>
                  <a:lnTo>
                    <a:pt x="285490" y="137135"/>
                  </a:lnTo>
                  <a:lnTo>
                    <a:pt x="281921" y="137369"/>
                  </a:lnTo>
                  <a:lnTo>
                    <a:pt x="278353" y="137642"/>
                  </a:lnTo>
                  <a:lnTo>
                    <a:pt x="274784" y="137820"/>
                  </a:lnTo>
                  <a:lnTo>
                    <a:pt x="271216" y="138031"/>
                  </a:lnTo>
                  <a:lnTo>
                    <a:pt x="267647" y="138263"/>
                  </a:lnTo>
                  <a:lnTo>
                    <a:pt x="264078" y="138615"/>
                  </a:lnTo>
                  <a:lnTo>
                    <a:pt x="260510" y="138749"/>
                  </a:lnTo>
                  <a:lnTo>
                    <a:pt x="256941" y="138958"/>
                  </a:lnTo>
                  <a:lnTo>
                    <a:pt x="253372" y="139040"/>
                  </a:lnTo>
                  <a:lnTo>
                    <a:pt x="249804" y="139006"/>
                  </a:lnTo>
                  <a:lnTo>
                    <a:pt x="246235" y="139253"/>
                  </a:lnTo>
                  <a:lnTo>
                    <a:pt x="242666" y="139362"/>
                  </a:lnTo>
                  <a:lnTo>
                    <a:pt x="239098" y="139367"/>
                  </a:lnTo>
                  <a:lnTo>
                    <a:pt x="235529" y="139549"/>
                  </a:lnTo>
                  <a:lnTo>
                    <a:pt x="231961" y="139758"/>
                  </a:lnTo>
                  <a:lnTo>
                    <a:pt x="228392" y="139829"/>
                  </a:lnTo>
                  <a:lnTo>
                    <a:pt x="224823" y="139853"/>
                  </a:lnTo>
                  <a:lnTo>
                    <a:pt x="221255" y="140235"/>
                  </a:lnTo>
                  <a:lnTo>
                    <a:pt x="217686" y="140411"/>
                  </a:lnTo>
                  <a:lnTo>
                    <a:pt x="214117" y="140433"/>
                  </a:lnTo>
                  <a:lnTo>
                    <a:pt x="210549" y="140662"/>
                  </a:lnTo>
                  <a:lnTo>
                    <a:pt x="206980" y="140718"/>
                  </a:lnTo>
                  <a:lnTo>
                    <a:pt x="203412" y="140883"/>
                  </a:lnTo>
                  <a:lnTo>
                    <a:pt x="199843" y="141092"/>
                  </a:lnTo>
                  <a:lnTo>
                    <a:pt x="196274" y="141315"/>
                  </a:lnTo>
                  <a:lnTo>
                    <a:pt x="192706" y="141497"/>
                  </a:lnTo>
                  <a:lnTo>
                    <a:pt x="189137" y="141741"/>
                  </a:lnTo>
                  <a:lnTo>
                    <a:pt x="185568" y="141977"/>
                  </a:lnTo>
                  <a:lnTo>
                    <a:pt x="182000" y="142244"/>
                  </a:lnTo>
                  <a:lnTo>
                    <a:pt x="178431" y="142407"/>
                  </a:lnTo>
                  <a:lnTo>
                    <a:pt x="174862" y="142655"/>
                  </a:lnTo>
                  <a:lnTo>
                    <a:pt x="171294" y="142885"/>
                  </a:lnTo>
                  <a:lnTo>
                    <a:pt x="167725" y="143115"/>
                  </a:lnTo>
                  <a:lnTo>
                    <a:pt x="164157" y="143349"/>
                  </a:lnTo>
                  <a:lnTo>
                    <a:pt x="160588" y="143574"/>
                  </a:lnTo>
                  <a:lnTo>
                    <a:pt x="157019" y="143803"/>
                  </a:lnTo>
                  <a:lnTo>
                    <a:pt x="153451" y="144032"/>
                  </a:lnTo>
                  <a:lnTo>
                    <a:pt x="149882" y="144260"/>
                  </a:lnTo>
                  <a:lnTo>
                    <a:pt x="146313" y="144489"/>
                  </a:lnTo>
                  <a:lnTo>
                    <a:pt x="142745" y="144719"/>
                  </a:lnTo>
                  <a:lnTo>
                    <a:pt x="139176" y="144978"/>
                  </a:lnTo>
                  <a:lnTo>
                    <a:pt x="135608" y="145281"/>
                  </a:lnTo>
                  <a:lnTo>
                    <a:pt x="132039" y="145565"/>
                  </a:lnTo>
                  <a:lnTo>
                    <a:pt x="128470" y="145840"/>
                  </a:lnTo>
                  <a:lnTo>
                    <a:pt x="124902" y="146008"/>
                  </a:lnTo>
                  <a:lnTo>
                    <a:pt x="121333" y="146254"/>
                  </a:lnTo>
                  <a:lnTo>
                    <a:pt x="117764" y="146379"/>
                  </a:lnTo>
                  <a:lnTo>
                    <a:pt x="114196" y="146727"/>
                  </a:lnTo>
                  <a:lnTo>
                    <a:pt x="110627" y="147124"/>
                  </a:lnTo>
                  <a:lnTo>
                    <a:pt x="107058" y="147442"/>
                  </a:lnTo>
                  <a:lnTo>
                    <a:pt x="103490" y="147717"/>
                  </a:lnTo>
                  <a:lnTo>
                    <a:pt x="99921" y="148141"/>
                  </a:lnTo>
                  <a:lnTo>
                    <a:pt x="96353" y="148427"/>
                  </a:lnTo>
                  <a:lnTo>
                    <a:pt x="92784" y="148710"/>
                  </a:lnTo>
                  <a:lnTo>
                    <a:pt x="89215" y="148909"/>
                  </a:lnTo>
                  <a:lnTo>
                    <a:pt x="85647" y="149137"/>
                  </a:lnTo>
                  <a:lnTo>
                    <a:pt x="82078" y="149422"/>
                  </a:lnTo>
                  <a:lnTo>
                    <a:pt x="78509" y="149705"/>
                  </a:lnTo>
                  <a:lnTo>
                    <a:pt x="74941" y="149836"/>
                  </a:lnTo>
                  <a:lnTo>
                    <a:pt x="71372" y="150156"/>
                  </a:lnTo>
                  <a:lnTo>
                    <a:pt x="67804" y="150539"/>
                  </a:lnTo>
                  <a:lnTo>
                    <a:pt x="64235" y="150737"/>
                  </a:lnTo>
                  <a:lnTo>
                    <a:pt x="60666" y="151044"/>
                  </a:lnTo>
                  <a:lnTo>
                    <a:pt x="57098" y="151292"/>
                  </a:lnTo>
                  <a:lnTo>
                    <a:pt x="53529" y="151642"/>
                  </a:lnTo>
                  <a:lnTo>
                    <a:pt x="49960" y="151913"/>
                  </a:lnTo>
                  <a:lnTo>
                    <a:pt x="46392" y="152155"/>
                  </a:lnTo>
                  <a:lnTo>
                    <a:pt x="42823" y="152369"/>
                  </a:lnTo>
                  <a:lnTo>
                    <a:pt x="39254" y="152662"/>
                  </a:lnTo>
                  <a:lnTo>
                    <a:pt x="35686" y="152879"/>
                  </a:lnTo>
                  <a:lnTo>
                    <a:pt x="32117" y="153239"/>
                  </a:lnTo>
                  <a:lnTo>
                    <a:pt x="28549" y="153600"/>
                  </a:lnTo>
                  <a:lnTo>
                    <a:pt x="24980" y="153920"/>
                  </a:lnTo>
                  <a:lnTo>
                    <a:pt x="21411" y="154283"/>
                  </a:lnTo>
                  <a:lnTo>
                    <a:pt x="17843" y="154655"/>
                  </a:lnTo>
                  <a:lnTo>
                    <a:pt x="14274" y="154818"/>
                  </a:lnTo>
                  <a:lnTo>
                    <a:pt x="10705" y="155089"/>
                  </a:lnTo>
                  <a:lnTo>
                    <a:pt x="7137" y="155298"/>
                  </a:lnTo>
                  <a:lnTo>
                    <a:pt x="3568" y="155627"/>
                  </a:lnTo>
                  <a:lnTo>
                    <a:pt x="0" y="155947"/>
                  </a:lnTo>
                  <a:close/>
                </a:path>
              </a:pathLst>
            </a:custGeom>
            <a:solidFill>
              <a:srgbClr val="D55E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554393" y="5156073"/>
              <a:ext cx="852902" cy="52511"/>
            </a:xfrm>
            <a:custGeom>
              <a:avLst/>
              <a:pathLst>
                <a:path w="852902" h="52511">
                  <a:moveTo>
                    <a:pt x="0" y="29580"/>
                  </a:moveTo>
                  <a:lnTo>
                    <a:pt x="3568" y="29971"/>
                  </a:lnTo>
                  <a:lnTo>
                    <a:pt x="7137" y="30365"/>
                  </a:lnTo>
                  <a:lnTo>
                    <a:pt x="10705" y="30761"/>
                  </a:lnTo>
                  <a:lnTo>
                    <a:pt x="14274" y="31390"/>
                  </a:lnTo>
                  <a:lnTo>
                    <a:pt x="17843" y="31629"/>
                  </a:lnTo>
                  <a:lnTo>
                    <a:pt x="21411" y="32041"/>
                  </a:lnTo>
                  <a:lnTo>
                    <a:pt x="24980" y="32554"/>
                  </a:lnTo>
                  <a:lnTo>
                    <a:pt x="28549" y="32942"/>
                  </a:lnTo>
                  <a:lnTo>
                    <a:pt x="32117" y="33111"/>
                  </a:lnTo>
                  <a:lnTo>
                    <a:pt x="35686" y="33500"/>
                  </a:lnTo>
                  <a:lnTo>
                    <a:pt x="39254" y="33980"/>
                  </a:lnTo>
                  <a:lnTo>
                    <a:pt x="42823" y="34277"/>
                  </a:lnTo>
                  <a:lnTo>
                    <a:pt x="46392" y="34621"/>
                  </a:lnTo>
                  <a:lnTo>
                    <a:pt x="49960" y="34939"/>
                  </a:lnTo>
                  <a:lnTo>
                    <a:pt x="53529" y="35188"/>
                  </a:lnTo>
                  <a:lnTo>
                    <a:pt x="57098" y="35645"/>
                  </a:lnTo>
                  <a:lnTo>
                    <a:pt x="60666" y="35985"/>
                  </a:lnTo>
                  <a:lnTo>
                    <a:pt x="64235" y="36504"/>
                  </a:lnTo>
                  <a:lnTo>
                    <a:pt x="67804" y="36611"/>
                  </a:lnTo>
                  <a:lnTo>
                    <a:pt x="71372" y="36925"/>
                  </a:lnTo>
                  <a:lnTo>
                    <a:pt x="74941" y="37023"/>
                  </a:lnTo>
                  <a:lnTo>
                    <a:pt x="78509" y="37402"/>
                  </a:lnTo>
                  <a:lnTo>
                    <a:pt x="82078" y="37789"/>
                  </a:lnTo>
                  <a:lnTo>
                    <a:pt x="85647" y="38211"/>
                  </a:lnTo>
                  <a:lnTo>
                    <a:pt x="89215" y="38652"/>
                  </a:lnTo>
                  <a:lnTo>
                    <a:pt x="92784" y="38850"/>
                  </a:lnTo>
                  <a:lnTo>
                    <a:pt x="96353" y="39169"/>
                  </a:lnTo>
                  <a:lnTo>
                    <a:pt x="99921" y="39501"/>
                  </a:lnTo>
                  <a:lnTo>
                    <a:pt x="103490" y="39996"/>
                  </a:lnTo>
                  <a:lnTo>
                    <a:pt x="107058" y="40153"/>
                  </a:lnTo>
                  <a:lnTo>
                    <a:pt x="110627" y="40447"/>
                  </a:lnTo>
                  <a:lnTo>
                    <a:pt x="114196" y="40981"/>
                  </a:lnTo>
                  <a:lnTo>
                    <a:pt x="117764" y="41340"/>
                  </a:lnTo>
                  <a:lnTo>
                    <a:pt x="121333" y="41781"/>
                  </a:lnTo>
                  <a:lnTo>
                    <a:pt x="124902" y="42241"/>
                  </a:lnTo>
                  <a:lnTo>
                    <a:pt x="128470" y="42524"/>
                  </a:lnTo>
                  <a:lnTo>
                    <a:pt x="132039" y="42668"/>
                  </a:lnTo>
                  <a:lnTo>
                    <a:pt x="135608" y="43013"/>
                  </a:lnTo>
                  <a:lnTo>
                    <a:pt x="139176" y="43408"/>
                  </a:lnTo>
                  <a:lnTo>
                    <a:pt x="142745" y="43370"/>
                  </a:lnTo>
                  <a:lnTo>
                    <a:pt x="146313" y="43603"/>
                  </a:lnTo>
                  <a:lnTo>
                    <a:pt x="149882" y="43681"/>
                  </a:lnTo>
                  <a:lnTo>
                    <a:pt x="153451" y="44184"/>
                  </a:lnTo>
                  <a:lnTo>
                    <a:pt x="157019" y="44401"/>
                  </a:lnTo>
                  <a:lnTo>
                    <a:pt x="160588" y="44465"/>
                  </a:lnTo>
                  <a:lnTo>
                    <a:pt x="164157" y="44883"/>
                  </a:lnTo>
                  <a:lnTo>
                    <a:pt x="167725" y="45040"/>
                  </a:lnTo>
                  <a:lnTo>
                    <a:pt x="171294" y="45191"/>
                  </a:lnTo>
                  <a:lnTo>
                    <a:pt x="174862" y="45442"/>
                  </a:lnTo>
                  <a:lnTo>
                    <a:pt x="178431" y="45866"/>
                  </a:lnTo>
                  <a:lnTo>
                    <a:pt x="182000" y="46202"/>
                  </a:lnTo>
                  <a:lnTo>
                    <a:pt x="185568" y="46327"/>
                  </a:lnTo>
                  <a:lnTo>
                    <a:pt x="189137" y="46397"/>
                  </a:lnTo>
                  <a:lnTo>
                    <a:pt x="192706" y="46699"/>
                  </a:lnTo>
                  <a:lnTo>
                    <a:pt x="196274" y="46526"/>
                  </a:lnTo>
                  <a:lnTo>
                    <a:pt x="199843" y="46738"/>
                  </a:lnTo>
                  <a:lnTo>
                    <a:pt x="203412" y="47076"/>
                  </a:lnTo>
                  <a:lnTo>
                    <a:pt x="206980" y="47423"/>
                  </a:lnTo>
                  <a:lnTo>
                    <a:pt x="210549" y="47640"/>
                  </a:lnTo>
                  <a:lnTo>
                    <a:pt x="214117" y="47748"/>
                  </a:lnTo>
                  <a:lnTo>
                    <a:pt x="217686" y="48250"/>
                  </a:lnTo>
                  <a:lnTo>
                    <a:pt x="221255" y="48344"/>
                  </a:lnTo>
                  <a:lnTo>
                    <a:pt x="224823" y="48420"/>
                  </a:lnTo>
                  <a:lnTo>
                    <a:pt x="228392" y="48536"/>
                  </a:lnTo>
                  <a:lnTo>
                    <a:pt x="231961" y="48460"/>
                  </a:lnTo>
                  <a:lnTo>
                    <a:pt x="235529" y="48237"/>
                  </a:lnTo>
                  <a:lnTo>
                    <a:pt x="239098" y="48547"/>
                  </a:lnTo>
                  <a:lnTo>
                    <a:pt x="242666" y="49043"/>
                  </a:lnTo>
                  <a:lnTo>
                    <a:pt x="246235" y="49547"/>
                  </a:lnTo>
                  <a:lnTo>
                    <a:pt x="249804" y="50043"/>
                  </a:lnTo>
                  <a:lnTo>
                    <a:pt x="253372" y="50541"/>
                  </a:lnTo>
                  <a:lnTo>
                    <a:pt x="256941" y="51030"/>
                  </a:lnTo>
                  <a:lnTo>
                    <a:pt x="260510" y="51233"/>
                  </a:lnTo>
                  <a:lnTo>
                    <a:pt x="264078" y="51311"/>
                  </a:lnTo>
                  <a:lnTo>
                    <a:pt x="267647" y="51205"/>
                  </a:lnTo>
                  <a:lnTo>
                    <a:pt x="271216" y="51503"/>
                  </a:lnTo>
                  <a:lnTo>
                    <a:pt x="274784" y="51359"/>
                  </a:lnTo>
                  <a:lnTo>
                    <a:pt x="278353" y="51502"/>
                  </a:lnTo>
                  <a:lnTo>
                    <a:pt x="281921" y="51342"/>
                  </a:lnTo>
                  <a:lnTo>
                    <a:pt x="285490" y="51532"/>
                  </a:lnTo>
                  <a:lnTo>
                    <a:pt x="289059" y="51645"/>
                  </a:lnTo>
                  <a:lnTo>
                    <a:pt x="292627" y="51524"/>
                  </a:lnTo>
                  <a:lnTo>
                    <a:pt x="296196" y="51592"/>
                  </a:lnTo>
                  <a:lnTo>
                    <a:pt x="299765" y="51544"/>
                  </a:lnTo>
                  <a:lnTo>
                    <a:pt x="303333" y="51497"/>
                  </a:lnTo>
                  <a:lnTo>
                    <a:pt x="306902" y="51453"/>
                  </a:lnTo>
                  <a:lnTo>
                    <a:pt x="310470" y="51625"/>
                  </a:lnTo>
                  <a:lnTo>
                    <a:pt x="314039" y="51827"/>
                  </a:lnTo>
                  <a:lnTo>
                    <a:pt x="317608" y="52180"/>
                  </a:lnTo>
                  <a:lnTo>
                    <a:pt x="321176" y="52306"/>
                  </a:lnTo>
                  <a:lnTo>
                    <a:pt x="324745" y="52331"/>
                  </a:lnTo>
                  <a:lnTo>
                    <a:pt x="328314" y="52360"/>
                  </a:lnTo>
                  <a:lnTo>
                    <a:pt x="331882" y="52394"/>
                  </a:lnTo>
                  <a:lnTo>
                    <a:pt x="335451" y="52511"/>
                  </a:lnTo>
                  <a:lnTo>
                    <a:pt x="339020" y="52390"/>
                  </a:lnTo>
                  <a:lnTo>
                    <a:pt x="342588" y="52205"/>
                  </a:lnTo>
                  <a:lnTo>
                    <a:pt x="346157" y="52320"/>
                  </a:lnTo>
                  <a:lnTo>
                    <a:pt x="349725" y="52388"/>
                  </a:lnTo>
                  <a:lnTo>
                    <a:pt x="353294" y="52054"/>
                  </a:lnTo>
                  <a:lnTo>
                    <a:pt x="356863" y="51805"/>
                  </a:lnTo>
                  <a:lnTo>
                    <a:pt x="360431" y="51780"/>
                  </a:lnTo>
                  <a:lnTo>
                    <a:pt x="364000" y="51681"/>
                  </a:lnTo>
                  <a:lnTo>
                    <a:pt x="367569" y="51364"/>
                  </a:lnTo>
                  <a:lnTo>
                    <a:pt x="371137" y="51265"/>
                  </a:lnTo>
                  <a:lnTo>
                    <a:pt x="374706" y="51111"/>
                  </a:lnTo>
                  <a:lnTo>
                    <a:pt x="378274" y="51098"/>
                  </a:lnTo>
                  <a:lnTo>
                    <a:pt x="381843" y="51378"/>
                  </a:lnTo>
                  <a:lnTo>
                    <a:pt x="385412" y="51632"/>
                  </a:lnTo>
                  <a:lnTo>
                    <a:pt x="388980" y="51535"/>
                  </a:lnTo>
                  <a:lnTo>
                    <a:pt x="392549" y="51439"/>
                  </a:lnTo>
                  <a:lnTo>
                    <a:pt x="396118" y="51344"/>
                  </a:lnTo>
                  <a:lnTo>
                    <a:pt x="399686" y="51245"/>
                  </a:lnTo>
                  <a:lnTo>
                    <a:pt x="403255" y="51275"/>
                  </a:lnTo>
                  <a:lnTo>
                    <a:pt x="406824" y="51112"/>
                  </a:lnTo>
                  <a:lnTo>
                    <a:pt x="410392" y="50969"/>
                  </a:lnTo>
                  <a:lnTo>
                    <a:pt x="413961" y="50855"/>
                  </a:lnTo>
                  <a:lnTo>
                    <a:pt x="417529" y="50756"/>
                  </a:lnTo>
                  <a:lnTo>
                    <a:pt x="421098" y="50576"/>
                  </a:lnTo>
                  <a:lnTo>
                    <a:pt x="424667" y="50437"/>
                  </a:lnTo>
                  <a:lnTo>
                    <a:pt x="428235" y="50410"/>
                  </a:lnTo>
                  <a:lnTo>
                    <a:pt x="431804" y="50248"/>
                  </a:lnTo>
                  <a:lnTo>
                    <a:pt x="435373" y="50047"/>
                  </a:lnTo>
                  <a:lnTo>
                    <a:pt x="438941" y="49944"/>
                  </a:lnTo>
                  <a:lnTo>
                    <a:pt x="442510" y="49620"/>
                  </a:lnTo>
                  <a:lnTo>
                    <a:pt x="446078" y="49156"/>
                  </a:lnTo>
                  <a:lnTo>
                    <a:pt x="449647" y="48969"/>
                  </a:lnTo>
                  <a:lnTo>
                    <a:pt x="453216" y="48829"/>
                  </a:lnTo>
                  <a:lnTo>
                    <a:pt x="456784" y="48751"/>
                  </a:lnTo>
                  <a:lnTo>
                    <a:pt x="460353" y="48299"/>
                  </a:lnTo>
                  <a:lnTo>
                    <a:pt x="463922" y="48093"/>
                  </a:lnTo>
                  <a:lnTo>
                    <a:pt x="467490" y="47882"/>
                  </a:lnTo>
                  <a:lnTo>
                    <a:pt x="471059" y="47654"/>
                  </a:lnTo>
                  <a:lnTo>
                    <a:pt x="474628" y="47387"/>
                  </a:lnTo>
                  <a:lnTo>
                    <a:pt x="478196" y="47259"/>
                  </a:lnTo>
                  <a:lnTo>
                    <a:pt x="481765" y="47051"/>
                  </a:lnTo>
                  <a:lnTo>
                    <a:pt x="485333" y="46558"/>
                  </a:lnTo>
                  <a:lnTo>
                    <a:pt x="488902" y="46449"/>
                  </a:lnTo>
                  <a:lnTo>
                    <a:pt x="492471" y="46053"/>
                  </a:lnTo>
                  <a:lnTo>
                    <a:pt x="496039" y="46044"/>
                  </a:lnTo>
                  <a:lnTo>
                    <a:pt x="499608" y="46002"/>
                  </a:lnTo>
                  <a:lnTo>
                    <a:pt x="503177" y="45744"/>
                  </a:lnTo>
                  <a:lnTo>
                    <a:pt x="506745" y="45182"/>
                  </a:lnTo>
                  <a:lnTo>
                    <a:pt x="510314" y="44670"/>
                  </a:lnTo>
                  <a:lnTo>
                    <a:pt x="513882" y="44386"/>
                  </a:lnTo>
                  <a:lnTo>
                    <a:pt x="517451" y="43984"/>
                  </a:lnTo>
                  <a:lnTo>
                    <a:pt x="521020" y="43534"/>
                  </a:lnTo>
                  <a:lnTo>
                    <a:pt x="524588" y="43402"/>
                  </a:lnTo>
                  <a:lnTo>
                    <a:pt x="528157" y="43002"/>
                  </a:lnTo>
                  <a:lnTo>
                    <a:pt x="531726" y="42384"/>
                  </a:lnTo>
                  <a:lnTo>
                    <a:pt x="535294" y="41932"/>
                  </a:lnTo>
                  <a:lnTo>
                    <a:pt x="538863" y="41650"/>
                  </a:lnTo>
                  <a:lnTo>
                    <a:pt x="542432" y="41407"/>
                  </a:lnTo>
                  <a:lnTo>
                    <a:pt x="546000" y="41161"/>
                  </a:lnTo>
                  <a:lnTo>
                    <a:pt x="549569" y="40913"/>
                  </a:lnTo>
                  <a:lnTo>
                    <a:pt x="553137" y="40699"/>
                  </a:lnTo>
                  <a:lnTo>
                    <a:pt x="556706" y="40419"/>
                  </a:lnTo>
                  <a:lnTo>
                    <a:pt x="560275" y="39991"/>
                  </a:lnTo>
                  <a:lnTo>
                    <a:pt x="563843" y="39659"/>
                  </a:lnTo>
                  <a:lnTo>
                    <a:pt x="567412" y="39276"/>
                  </a:lnTo>
                  <a:lnTo>
                    <a:pt x="570981" y="38904"/>
                  </a:lnTo>
                  <a:lnTo>
                    <a:pt x="574549" y="38498"/>
                  </a:lnTo>
                  <a:lnTo>
                    <a:pt x="578118" y="38325"/>
                  </a:lnTo>
                  <a:lnTo>
                    <a:pt x="581686" y="38154"/>
                  </a:lnTo>
                  <a:lnTo>
                    <a:pt x="585255" y="37942"/>
                  </a:lnTo>
                  <a:lnTo>
                    <a:pt x="588824" y="37448"/>
                  </a:lnTo>
                  <a:lnTo>
                    <a:pt x="592392" y="37181"/>
                  </a:lnTo>
                  <a:lnTo>
                    <a:pt x="595961" y="37125"/>
                  </a:lnTo>
                  <a:lnTo>
                    <a:pt x="599530" y="36787"/>
                  </a:lnTo>
                  <a:lnTo>
                    <a:pt x="603098" y="36389"/>
                  </a:lnTo>
                  <a:lnTo>
                    <a:pt x="606667" y="36010"/>
                  </a:lnTo>
                  <a:lnTo>
                    <a:pt x="610236" y="35580"/>
                  </a:lnTo>
                  <a:lnTo>
                    <a:pt x="613804" y="35167"/>
                  </a:lnTo>
                  <a:lnTo>
                    <a:pt x="617373" y="34760"/>
                  </a:lnTo>
                  <a:lnTo>
                    <a:pt x="620941" y="34161"/>
                  </a:lnTo>
                  <a:lnTo>
                    <a:pt x="624510" y="33500"/>
                  </a:lnTo>
                  <a:lnTo>
                    <a:pt x="628079" y="32928"/>
                  </a:lnTo>
                  <a:lnTo>
                    <a:pt x="631647" y="32557"/>
                  </a:lnTo>
                  <a:lnTo>
                    <a:pt x="635216" y="32144"/>
                  </a:lnTo>
                  <a:lnTo>
                    <a:pt x="638785" y="31763"/>
                  </a:lnTo>
                  <a:lnTo>
                    <a:pt x="642353" y="31623"/>
                  </a:lnTo>
                  <a:lnTo>
                    <a:pt x="645922" y="31196"/>
                  </a:lnTo>
                  <a:lnTo>
                    <a:pt x="649490" y="30748"/>
                  </a:lnTo>
                  <a:lnTo>
                    <a:pt x="653059" y="30435"/>
                  </a:lnTo>
                  <a:lnTo>
                    <a:pt x="656628" y="30122"/>
                  </a:lnTo>
                  <a:lnTo>
                    <a:pt x="660196" y="29849"/>
                  </a:lnTo>
                  <a:lnTo>
                    <a:pt x="663765" y="29452"/>
                  </a:lnTo>
                  <a:lnTo>
                    <a:pt x="667334" y="28844"/>
                  </a:lnTo>
                  <a:lnTo>
                    <a:pt x="670902" y="28142"/>
                  </a:lnTo>
                  <a:lnTo>
                    <a:pt x="674471" y="27540"/>
                  </a:lnTo>
                  <a:lnTo>
                    <a:pt x="678040" y="27125"/>
                  </a:lnTo>
                  <a:lnTo>
                    <a:pt x="681608" y="26705"/>
                  </a:lnTo>
                  <a:lnTo>
                    <a:pt x="685177" y="26228"/>
                  </a:lnTo>
                  <a:lnTo>
                    <a:pt x="688745" y="25859"/>
                  </a:lnTo>
                  <a:lnTo>
                    <a:pt x="692314" y="25429"/>
                  </a:lnTo>
                  <a:lnTo>
                    <a:pt x="695883" y="25001"/>
                  </a:lnTo>
                  <a:lnTo>
                    <a:pt x="699451" y="24574"/>
                  </a:lnTo>
                  <a:lnTo>
                    <a:pt x="703020" y="23850"/>
                  </a:lnTo>
                  <a:lnTo>
                    <a:pt x="706589" y="23076"/>
                  </a:lnTo>
                  <a:lnTo>
                    <a:pt x="710157" y="22334"/>
                  </a:lnTo>
                  <a:lnTo>
                    <a:pt x="713726" y="22072"/>
                  </a:lnTo>
                  <a:lnTo>
                    <a:pt x="717294" y="21106"/>
                  </a:lnTo>
                  <a:lnTo>
                    <a:pt x="720863" y="20102"/>
                  </a:lnTo>
                  <a:lnTo>
                    <a:pt x="724432" y="19449"/>
                  </a:lnTo>
                  <a:lnTo>
                    <a:pt x="728000" y="19280"/>
                  </a:lnTo>
                  <a:lnTo>
                    <a:pt x="731569" y="19112"/>
                  </a:lnTo>
                  <a:lnTo>
                    <a:pt x="735138" y="18397"/>
                  </a:lnTo>
                  <a:lnTo>
                    <a:pt x="738706" y="17942"/>
                  </a:lnTo>
                  <a:lnTo>
                    <a:pt x="742275" y="17377"/>
                  </a:lnTo>
                  <a:lnTo>
                    <a:pt x="745844" y="16651"/>
                  </a:lnTo>
                  <a:lnTo>
                    <a:pt x="749412" y="16273"/>
                  </a:lnTo>
                  <a:lnTo>
                    <a:pt x="752981" y="15575"/>
                  </a:lnTo>
                  <a:lnTo>
                    <a:pt x="756549" y="15140"/>
                  </a:lnTo>
                  <a:lnTo>
                    <a:pt x="760118" y="14654"/>
                  </a:lnTo>
                  <a:lnTo>
                    <a:pt x="763687" y="13842"/>
                  </a:lnTo>
                  <a:lnTo>
                    <a:pt x="767255" y="13342"/>
                  </a:lnTo>
                  <a:lnTo>
                    <a:pt x="770824" y="12855"/>
                  </a:lnTo>
                  <a:lnTo>
                    <a:pt x="774393" y="12373"/>
                  </a:lnTo>
                  <a:lnTo>
                    <a:pt x="777961" y="11749"/>
                  </a:lnTo>
                  <a:lnTo>
                    <a:pt x="781530" y="10969"/>
                  </a:lnTo>
                  <a:lnTo>
                    <a:pt x="785098" y="10176"/>
                  </a:lnTo>
                  <a:lnTo>
                    <a:pt x="788667" y="9534"/>
                  </a:lnTo>
                  <a:lnTo>
                    <a:pt x="792236" y="9101"/>
                  </a:lnTo>
                  <a:lnTo>
                    <a:pt x="795804" y="8440"/>
                  </a:lnTo>
                  <a:lnTo>
                    <a:pt x="799373" y="8005"/>
                  </a:lnTo>
                  <a:lnTo>
                    <a:pt x="802942" y="7750"/>
                  </a:lnTo>
                  <a:lnTo>
                    <a:pt x="806510" y="7307"/>
                  </a:lnTo>
                  <a:lnTo>
                    <a:pt x="810079" y="6716"/>
                  </a:lnTo>
                  <a:lnTo>
                    <a:pt x="813648" y="6140"/>
                  </a:lnTo>
                  <a:lnTo>
                    <a:pt x="817216" y="5713"/>
                  </a:lnTo>
                  <a:lnTo>
                    <a:pt x="820785" y="5286"/>
                  </a:lnTo>
                  <a:lnTo>
                    <a:pt x="824353" y="4591"/>
                  </a:lnTo>
                  <a:lnTo>
                    <a:pt x="827922" y="3805"/>
                  </a:lnTo>
                  <a:lnTo>
                    <a:pt x="831491" y="3122"/>
                  </a:lnTo>
                  <a:lnTo>
                    <a:pt x="835059" y="2527"/>
                  </a:lnTo>
                  <a:lnTo>
                    <a:pt x="838628" y="2022"/>
                  </a:lnTo>
                  <a:lnTo>
                    <a:pt x="842197" y="1518"/>
                  </a:lnTo>
                  <a:lnTo>
                    <a:pt x="845765" y="1012"/>
                  </a:lnTo>
                  <a:lnTo>
                    <a:pt x="849334" y="506"/>
                  </a:lnTo>
                  <a:lnTo>
                    <a:pt x="85290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554393" y="5291550"/>
              <a:ext cx="852902" cy="24998"/>
            </a:xfrm>
            <a:custGeom>
              <a:avLst/>
              <a:pathLst>
                <a:path w="852902" h="24998">
                  <a:moveTo>
                    <a:pt x="852902" y="24998"/>
                  </a:moveTo>
                  <a:lnTo>
                    <a:pt x="849334" y="24729"/>
                  </a:lnTo>
                  <a:lnTo>
                    <a:pt x="845765" y="24418"/>
                  </a:lnTo>
                  <a:lnTo>
                    <a:pt x="842197" y="24226"/>
                  </a:lnTo>
                  <a:lnTo>
                    <a:pt x="838628" y="24012"/>
                  </a:lnTo>
                  <a:lnTo>
                    <a:pt x="835059" y="23719"/>
                  </a:lnTo>
                  <a:lnTo>
                    <a:pt x="831491" y="23401"/>
                  </a:lnTo>
                  <a:lnTo>
                    <a:pt x="827922" y="23057"/>
                  </a:lnTo>
                  <a:lnTo>
                    <a:pt x="824353" y="22688"/>
                  </a:lnTo>
                  <a:lnTo>
                    <a:pt x="820785" y="22370"/>
                  </a:lnTo>
                  <a:lnTo>
                    <a:pt x="817216" y="22026"/>
                  </a:lnTo>
                  <a:lnTo>
                    <a:pt x="813648" y="21689"/>
                  </a:lnTo>
                  <a:lnTo>
                    <a:pt x="810079" y="21352"/>
                  </a:lnTo>
                  <a:lnTo>
                    <a:pt x="806510" y="21015"/>
                  </a:lnTo>
                  <a:lnTo>
                    <a:pt x="802942" y="20929"/>
                  </a:lnTo>
                  <a:lnTo>
                    <a:pt x="799373" y="20582"/>
                  </a:lnTo>
                  <a:lnTo>
                    <a:pt x="795804" y="20204"/>
                  </a:lnTo>
                  <a:lnTo>
                    <a:pt x="792236" y="19887"/>
                  </a:lnTo>
                  <a:lnTo>
                    <a:pt x="788667" y="19540"/>
                  </a:lnTo>
                  <a:lnTo>
                    <a:pt x="785098" y="19190"/>
                  </a:lnTo>
                  <a:lnTo>
                    <a:pt x="781530" y="19019"/>
                  </a:lnTo>
                  <a:lnTo>
                    <a:pt x="777961" y="18871"/>
                  </a:lnTo>
                  <a:lnTo>
                    <a:pt x="774393" y="18726"/>
                  </a:lnTo>
                  <a:lnTo>
                    <a:pt x="770824" y="18580"/>
                  </a:lnTo>
                  <a:lnTo>
                    <a:pt x="767255" y="18467"/>
                  </a:lnTo>
                  <a:lnTo>
                    <a:pt x="763687" y="18369"/>
                  </a:lnTo>
                  <a:lnTo>
                    <a:pt x="760118" y="18143"/>
                  </a:lnTo>
                  <a:lnTo>
                    <a:pt x="756549" y="17975"/>
                  </a:lnTo>
                  <a:lnTo>
                    <a:pt x="752981" y="17711"/>
                  </a:lnTo>
                  <a:lnTo>
                    <a:pt x="749412" y="17487"/>
                  </a:lnTo>
                  <a:lnTo>
                    <a:pt x="745844" y="17219"/>
                  </a:lnTo>
                  <a:lnTo>
                    <a:pt x="742275" y="16957"/>
                  </a:lnTo>
                  <a:lnTo>
                    <a:pt x="738706" y="16688"/>
                  </a:lnTo>
                  <a:lnTo>
                    <a:pt x="735138" y="16505"/>
                  </a:lnTo>
                  <a:lnTo>
                    <a:pt x="731569" y="16177"/>
                  </a:lnTo>
                  <a:lnTo>
                    <a:pt x="728000" y="15873"/>
                  </a:lnTo>
                  <a:lnTo>
                    <a:pt x="724432" y="15614"/>
                  </a:lnTo>
                  <a:lnTo>
                    <a:pt x="720863" y="15347"/>
                  </a:lnTo>
                  <a:lnTo>
                    <a:pt x="717294" y="15097"/>
                  </a:lnTo>
                  <a:lnTo>
                    <a:pt x="713726" y="14908"/>
                  </a:lnTo>
                  <a:lnTo>
                    <a:pt x="710157" y="14782"/>
                  </a:lnTo>
                  <a:lnTo>
                    <a:pt x="706589" y="14565"/>
                  </a:lnTo>
                  <a:lnTo>
                    <a:pt x="703020" y="14379"/>
                  </a:lnTo>
                  <a:lnTo>
                    <a:pt x="699451" y="14231"/>
                  </a:lnTo>
                  <a:lnTo>
                    <a:pt x="695883" y="13924"/>
                  </a:lnTo>
                  <a:lnTo>
                    <a:pt x="692314" y="13584"/>
                  </a:lnTo>
                  <a:lnTo>
                    <a:pt x="688745" y="13460"/>
                  </a:lnTo>
                  <a:lnTo>
                    <a:pt x="685177" y="13117"/>
                  </a:lnTo>
                  <a:lnTo>
                    <a:pt x="681608" y="12935"/>
                  </a:lnTo>
                  <a:lnTo>
                    <a:pt x="678040" y="12773"/>
                  </a:lnTo>
                  <a:lnTo>
                    <a:pt x="674471" y="12330"/>
                  </a:lnTo>
                  <a:lnTo>
                    <a:pt x="670902" y="12285"/>
                  </a:lnTo>
                  <a:lnTo>
                    <a:pt x="667334" y="12176"/>
                  </a:lnTo>
                  <a:lnTo>
                    <a:pt x="663765" y="11847"/>
                  </a:lnTo>
                  <a:lnTo>
                    <a:pt x="660196" y="11517"/>
                  </a:lnTo>
                  <a:lnTo>
                    <a:pt x="656628" y="11387"/>
                  </a:lnTo>
                  <a:lnTo>
                    <a:pt x="653059" y="11437"/>
                  </a:lnTo>
                  <a:lnTo>
                    <a:pt x="649490" y="10980"/>
                  </a:lnTo>
                  <a:lnTo>
                    <a:pt x="645922" y="10751"/>
                  </a:lnTo>
                  <a:lnTo>
                    <a:pt x="642353" y="10612"/>
                  </a:lnTo>
                  <a:lnTo>
                    <a:pt x="638785" y="10476"/>
                  </a:lnTo>
                  <a:lnTo>
                    <a:pt x="635216" y="10302"/>
                  </a:lnTo>
                  <a:lnTo>
                    <a:pt x="631647" y="10198"/>
                  </a:lnTo>
                  <a:lnTo>
                    <a:pt x="628079" y="9920"/>
                  </a:lnTo>
                  <a:lnTo>
                    <a:pt x="624510" y="9674"/>
                  </a:lnTo>
                  <a:lnTo>
                    <a:pt x="620941" y="9407"/>
                  </a:lnTo>
                  <a:lnTo>
                    <a:pt x="617373" y="9180"/>
                  </a:lnTo>
                  <a:lnTo>
                    <a:pt x="613804" y="9031"/>
                  </a:lnTo>
                  <a:lnTo>
                    <a:pt x="610236" y="8978"/>
                  </a:lnTo>
                  <a:lnTo>
                    <a:pt x="606667" y="8920"/>
                  </a:lnTo>
                  <a:lnTo>
                    <a:pt x="603098" y="8740"/>
                  </a:lnTo>
                  <a:lnTo>
                    <a:pt x="599530" y="8337"/>
                  </a:lnTo>
                  <a:lnTo>
                    <a:pt x="595961" y="7913"/>
                  </a:lnTo>
                  <a:lnTo>
                    <a:pt x="592392" y="7849"/>
                  </a:lnTo>
                  <a:lnTo>
                    <a:pt x="588824" y="7597"/>
                  </a:lnTo>
                  <a:lnTo>
                    <a:pt x="585255" y="7252"/>
                  </a:lnTo>
                  <a:lnTo>
                    <a:pt x="581686" y="7010"/>
                  </a:lnTo>
                  <a:lnTo>
                    <a:pt x="578118" y="6737"/>
                  </a:lnTo>
                  <a:lnTo>
                    <a:pt x="574549" y="6408"/>
                  </a:lnTo>
                  <a:lnTo>
                    <a:pt x="570981" y="6125"/>
                  </a:lnTo>
                  <a:lnTo>
                    <a:pt x="567412" y="6072"/>
                  </a:lnTo>
                  <a:lnTo>
                    <a:pt x="563843" y="5994"/>
                  </a:lnTo>
                  <a:lnTo>
                    <a:pt x="560275" y="5769"/>
                  </a:lnTo>
                  <a:lnTo>
                    <a:pt x="556706" y="5494"/>
                  </a:lnTo>
                  <a:lnTo>
                    <a:pt x="553137" y="5205"/>
                  </a:lnTo>
                  <a:lnTo>
                    <a:pt x="549569" y="5014"/>
                  </a:lnTo>
                  <a:lnTo>
                    <a:pt x="546000" y="4764"/>
                  </a:lnTo>
                  <a:lnTo>
                    <a:pt x="542432" y="4510"/>
                  </a:lnTo>
                  <a:lnTo>
                    <a:pt x="538863" y="4256"/>
                  </a:lnTo>
                  <a:lnTo>
                    <a:pt x="535294" y="4010"/>
                  </a:lnTo>
                  <a:lnTo>
                    <a:pt x="531726" y="3943"/>
                  </a:lnTo>
                  <a:lnTo>
                    <a:pt x="528157" y="3817"/>
                  </a:lnTo>
                  <a:lnTo>
                    <a:pt x="524588" y="3557"/>
                  </a:lnTo>
                  <a:lnTo>
                    <a:pt x="521020" y="3529"/>
                  </a:lnTo>
                  <a:lnTo>
                    <a:pt x="517451" y="3323"/>
                  </a:lnTo>
                  <a:lnTo>
                    <a:pt x="513882" y="3117"/>
                  </a:lnTo>
                  <a:lnTo>
                    <a:pt x="510314" y="2907"/>
                  </a:lnTo>
                  <a:lnTo>
                    <a:pt x="506745" y="2810"/>
                  </a:lnTo>
                  <a:lnTo>
                    <a:pt x="503177" y="2819"/>
                  </a:lnTo>
                  <a:lnTo>
                    <a:pt x="499608" y="2726"/>
                  </a:lnTo>
                  <a:lnTo>
                    <a:pt x="496039" y="2501"/>
                  </a:lnTo>
                  <a:lnTo>
                    <a:pt x="492471" y="2446"/>
                  </a:lnTo>
                  <a:lnTo>
                    <a:pt x="488902" y="2335"/>
                  </a:lnTo>
                  <a:lnTo>
                    <a:pt x="485333" y="2273"/>
                  </a:lnTo>
                  <a:lnTo>
                    <a:pt x="481765" y="2170"/>
                  </a:lnTo>
                  <a:lnTo>
                    <a:pt x="478196" y="1991"/>
                  </a:lnTo>
                  <a:lnTo>
                    <a:pt x="474628" y="1718"/>
                  </a:lnTo>
                  <a:lnTo>
                    <a:pt x="471059" y="1512"/>
                  </a:lnTo>
                  <a:lnTo>
                    <a:pt x="467490" y="1617"/>
                  </a:lnTo>
                  <a:lnTo>
                    <a:pt x="463922" y="1581"/>
                  </a:lnTo>
                  <a:lnTo>
                    <a:pt x="460353" y="1630"/>
                  </a:lnTo>
                  <a:lnTo>
                    <a:pt x="456784" y="1456"/>
                  </a:lnTo>
                  <a:lnTo>
                    <a:pt x="453216" y="1595"/>
                  </a:lnTo>
                  <a:lnTo>
                    <a:pt x="449647" y="1344"/>
                  </a:lnTo>
                  <a:lnTo>
                    <a:pt x="446078" y="1086"/>
                  </a:lnTo>
                  <a:lnTo>
                    <a:pt x="442510" y="1026"/>
                  </a:lnTo>
                  <a:lnTo>
                    <a:pt x="438941" y="900"/>
                  </a:lnTo>
                  <a:lnTo>
                    <a:pt x="435373" y="759"/>
                  </a:lnTo>
                  <a:lnTo>
                    <a:pt x="431804" y="611"/>
                  </a:lnTo>
                  <a:lnTo>
                    <a:pt x="428235" y="549"/>
                  </a:lnTo>
                  <a:lnTo>
                    <a:pt x="424667" y="450"/>
                  </a:lnTo>
                  <a:lnTo>
                    <a:pt x="421098" y="559"/>
                  </a:lnTo>
                  <a:lnTo>
                    <a:pt x="417529" y="612"/>
                  </a:lnTo>
                  <a:lnTo>
                    <a:pt x="413961" y="655"/>
                  </a:lnTo>
                  <a:lnTo>
                    <a:pt x="410392" y="490"/>
                  </a:lnTo>
                  <a:lnTo>
                    <a:pt x="406824" y="524"/>
                  </a:lnTo>
                  <a:lnTo>
                    <a:pt x="403255" y="519"/>
                  </a:lnTo>
                  <a:lnTo>
                    <a:pt x="399686" y="419"/>
                  </a:lnTo>
                  <a:lnTo>
                    <a:pt x="396118" y="383"/>
                  </a:lnTo>
                  <a:lnTo>
                    <a:pt x="392549" y="210"/>
                  </a:lnTo>
                  <a:lnTo>
                    <a:pt x="388980" y="321"/>
                  </a:lnTo>
                  <a:lnTo>
                    <a:pt x="385412" y="342"/>
                  </a:lnTo>
                  <a:lnTo>
                    <a:pt x="381843" y="286"/>
                  </a:lnTo>
                  <a:lnTo>
                    <a:pt x="378274" y="191"/>
                  </a:lnTo>
                  <a:lnTo>
                    <a:pt x="374706" y="92"/>
                  </a:lnTo>
                  <a:lnTo>
                    <a:pt x="371137" y="0"/>
                  </a:lnTo>
                  <a:lnTo>
                    <a:pt x="367569" y="96"/>
                  </a:lnTo>
                  <a:lnTo>
                    <a:pt x="364000" y="193"/>
                  </a:lnTo>
                  <a:lnTo>
                    <a:pt x="360431" y="301"/>
                  </a:lnTo>
                  <a:lnTo>
                    <a:pt x="356863" y="481"/>
                  </a:lnTo>
                  <a:lnTo>
                    <a:pt x="353294" y="413"/>
                  </a:lnTo>
                  <a:lnTo>
                    <a:pt x="349725" y="432"/>
                  </a:lnTo>
                  <a:lnTo>
                    <a:pt x="346157" y="217"/>
                  </a:lnTo>
                  <a:lnTo>
                    <a:pt x="342588" y="409"/>
                  </a:lnTo>
                  <a:lnTo>
                    <a:pt x="339020" y="540"/>
                  </a:lnTo>
                  <a:lnTo>
                    <a:pt x="335451" y="602"/>
                  </a:lnTo>
                  <a:lnTo>
                    <a:pt x="331882" y="901"/>
                  </a:lnTo>
                  <a:lnTo>
                    <a:pt x="328314" y="855"/>
                  </a:lnTo>
                  <a:lnTo>
                    <a:pt x="324745" y="983"/>
                  </a:lnTo>
                  <a:lnTo>
                    <a:pt x="321176" y="1176"/>
                  </a:lnTo>
                  <a:lnTo>
                    <a:pt x="317608" y="1165"/>
                  </a:lnTo>
                  <a:lnTo>
                    <a:pt x="314039" y="1227"/>
                  </a:lnTo>
                  <a:lnTo>
                    <a:pt x="310470" y="1479"/>
                  </a:lnTo>
                  <a:lnTo>
                    <a:pt x="306902" y="1447"/>
                  </a:lnTo>
                  <a:lnTo>
                    <a:pt x="303333" y="1389"/>
                  </a:lnTo>
                  <a:lnTo>
                    <a:pt x="299765" y="1584"/>
                  </a:lnTo>
                  <a:lnTo>
                    <a:pt x="296196" y="1538"/>
                  </a:lnTo>
                  <a:lnTo>
                    <a:pt x="292627" y="1507"/>
                  </a:lnTo>
                  <a:lnTo>
                    <a:pt x="289059" y="1668"/>
                  </a:lnTo>
                  <a:lnTo>
                    <a:pt x="285490" y="1657"/>
                  </a:lnTo>
                  <a:lnTo>
                    <a:pt x="281921" y="1891"/>
                  </a:lnTo>
                  <a:lnTo>
                    <a:pt x="278353" y="2165"/>
                  </a:lnTo>
                  <a:lnTo>
                    <a:pt x="274784" y="2343"/>
                  </a:lnTo>
                  <a:lnTo>
                    <a:pt x="271216" y="2553"/>
                  </a:lnTo>
                  <a:lnTo>
                    <a:pt x="267647" y="2785"/>
                  </a:lnTo>
                  <a:lnTo>
                    <a:pt x="264078" y="3137"/>
                  </a:lnTo>
                  <a:lnTo>
                    <a:pt x="260510" y="3272"/>
                  </a:lnTo>
                  <a:lnTo>
                    <a:pt x="256941" y="3480"/>
                  </a:lnTo>
                  <a:lnTo>
                    <a:pt x="253372" y="3563"/>
                  </a:lnTo>
                  <a:lnTo>
                    <a:pt x="249804" y="3529"/>
                  </a:lnTo>
                  <a:lnTo>
                    <a:pt x="246235" y="3776"/>
                  </a:lnTo>
                  <a:lnTo>
                    <a:pt x="242666" y="3885"/>
                  </a:lnTo>
                  <a:lnTo>
                    <a:pt x="239098" y="3890"/>
                  </a:lnTo>
                  <a:lnTo>
                    <a:pt x="235529" y="4072"/>
                  </a:lnTo>
                  <a:lnTo>
                    <a:pt x="231961" y="4281"/>
                  </a:lnTo>
                  <a:lnTo>
                    <a:pt x="228392" y="4352"/>
                  </a:lnTo>
                  <a:lnTo>
                    <a:pt x="224823" y="4375"/>
                  </a:lnTo>
                  <a:lnTo>
                    <a:pt x="221255" y="4758"/>
                  </a:lnTo>
                  <a:lnTo>
                    <a:pt x="217686" y="4934"/>
                  </a:lnTo>
                  <a:lnTo>
                    <a:pt x="214117" y="4956"/>
                  </a:lnTo>
                  <a:lnTo>
                    <a:pt x="210549" y="5185"/>
                  </a:lnTo>
                  <a:lnTo>
                    <a:pt x="206980" y="5241"/>
                  </a:lnTo>
                  <a:lnTo>
                    <a:pt x="203412" y="5406"/>
                  </a:lnTo>
                  <a:lnTo>
                    <a:pt x="199843" y="5614"/>
                  </a:lnTo>
                  <a:lnTo>
                    <a:pt x="196274" y="5838"/>
                  </a:lnTo>
                  <a:lnTo>
                    <a:pt x="192706" y="6020"/>
                  </a:lnTo>
                  <a:lnTo>
                    <a:pt x="189137" y="6264"/>
                  </a:lnTo>
                  <a:lnTo>
                    <a:pt x="185568" y="6500"/>
                  </a:lnTo>
                  <a:lnTo>
                    <a:pt x="182000" y="6766"/>
                  </a:lnTo>
                  <a:lnTo>
                    <a:pt x="178431" y="6930"/>
                  </a:lnTo>
                  <a:lnTo>
                    <a:pt x="174862" y="7178"/>
                  </a:lnTo>
                  <a:lnTo>
                    <a:pt x="171294" y="7408"/>
                  </a:lnTo>
                  <a:lnTo>
                    <a:pt x="167725" y="7638"/>
                  </a:lnTo>
                  <a:lnTo>
                    <a:pt x="164157" y="7871"/>
                  </a:lnTo>
                  <a:lnTo>
                    <a:pt x="160588" y="8097"/>
                  </a:lnTo>
                  <a:lnTo>
                    <a:pt x="157019" y="8326"/>
                  </a:lnTo>
                  <a:lnTo>
                    <a:pt x="153451" y="8555"/>
                  </a:lnTo>
                  <a:lnTo>
                    <a:pt x="149882" y="8783"/>
                  </a:lnTo>
                  <a:lnTo>
                    <a:pt x="146313" y="9012"/>
                  </a:lnTo>
                  <a:lnTo>
                    <a:pt x="142745" y="9241"/>
                  </a:lnTo>
                  <a:lnTo>
                    <a:pt x="139176" y="9501"/>
                  </a:lnTo>
                  <a:lnTo>
                    <a:pt x="135608" y="9804"/>
                  </a:lnTo>
                  <a:lnTo>
                    <a:pt x="132039" y="10088"/>
                  </a:lnTo>
                  <a:lnTo>
                    <a:pt x="128470" y="10362"/>
                  </a:lnTo>
                  <a:lnTo>
                    <a:pt x="124902" y="10531"/>
                  </a:lnTo>
                  <a:lnTo>
                    <a:pt x="121333" y="10777"/>
                  </a:lnTo>
                  <a:lnTo>
                    <a:pt x="117764" y="10902"/>
                  </a:lnTo>
                  <a:lnTo>
                    <a:pt x="114196" y="11250"/>
                  </a:lnTo>
                  <a:lnTo>
                    <a:pt x="110627" y="11647"/>
                  </a:lnTo>
                  <a:lnTo>
                    <a:pt x="107058" y="11965"/>
                  </a:lnTo>
                  <a:lnTo>
                    <a:pt x="103490" y="12240"/>
                  </a:lnTo>
                  <a:lnTo>
                    <a:pt x="99921" y="12664"/>
                  </a:lnTo>
                  <a:lnTo>
                    <a:pt x="96353" y="12950"/>
                  </a:lnTo>
                  <a:lnTo>
                    <a:pt x="92784" y="13233"/>
                  </a:lnTo>
                  <a:lnTo>
                    <a:pt x="89215" y="13431"/>
                  </a:lnTo>
                  <a:lnTo>
                    <a:pt x="85647" y="13660"/>
                  </a:lnTo>
                  <a:lnTo>
                    <a:pt x="82078" y="13945"/>
                  </a:lnTo>
                  <a:lnTo>
                    <a:pt x="78509" y="14227"/>
                  </a:lnTo>
                  <a:lnTo>
                    <a:pt x="74941" y="14359"/>
                  </a:lnTo>
                  <a:lnTo>
                    <a:pt x="71372" y="14679"/>
                  </a:lnTo>
                  <a:lnTo>
                    <a:pt x="67804" y="15062"/>
                  </a:lnTo>
                  <a:lnTo>
                    <a:pt x="64235" y="15260"/>
                  </a:lnTo>
                  <a:lnTo>
                    <a:pt x="60666" y="15567"/>
                  </a:lnTo>
                  <a:lnTo>
                    <a:pt x="57098" y="15815"/>
                  </a:lnTo>
                  <a:lnTo>
                    <a:pt x="53529" y="16165"/>
                  </a:lnTo>
                  <a:lnTo>
                    <a:pt x="49960" y="16436"/>
                  </a:lnTo>
                  <a:lnTo>
                    <a:pt x="46392" y="16678"/>
                  </a:lnTo>
                  <a:lnTo>
                    <a:pt x="42823" y="16892"/>
                  </a:lnTo>
                  <a:lnTo>
                    <a:pt x="39254" y="17184"/>
                  </a:lnTo>
                  <a:lnTo>
                    <a:pt x="35686" y="17402"/>
                  </a:lnTo>
                  <a:lnTo>
                    <a:pt x="32117" y="17762"/>
                  </a:lnTo>
                  <a:lnTo>
                    <a:pt x="28549" y="18123"/>
                  </a:lnTo>
                  <a:lnTo>
                    <a:pt x="24980" y="18442"/>
                  </a:lnTo>
                  <a:lnTo>
                    <a:pt x="21411" y="18805"/>
                  </a:lnTo>
                  <a:lnTo>
                    <a:pt x="17843" y="19177"/>
                  </a:lnTo>
                  <a:lnTo>
                    <a:pt x="14274" y="19341"/>
                  </a:lnTo>
                  <a:lnTo>
                    <a:pt x="10705" y="19611"/>
                  </a:lnTo>
                  <a:lnTo>
                    <a:pt x="7137" y="19821"/>
                  </a:lnTo>
                  <a:lnTo>
                    <a:pt x="3568" y="20149"/>
                  </a:lnTo>
                  <a:lnTo>
                    <a:pt x="0" y="2047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554393" y="5244967"/>
              <a:ext cx="852902" cy="10602"/>
            </a:xfrm>
            <a:custGeom>
              <a:avLst/>
              <a:pathLst>
                <a:path w="852902" h="10602">
                  <a:moveTo>
                    <a:pt x="0" y="10602"/>
                  </a:moveTo>
                  <a:lnTo>
                    <a:pt x="3568" y="10589"/>
                  </a:lnTo>
                  <a:lnTo>
                    <a:pt x="7137" y="10575"/>
                  </a:lnTo>
                  <a:lnTo>
                    <a:pt x="10705" y="10561"/>
                  </a:lnTo>
                  <a:lnTo>
                    <a:pt x="14274" y="10547"/>
                  </a:lnTo>
                  <a:lnTo>
                    <a:pt x="17843" y="10532"/>
                  </a:lnTo>
                  <a:lnTo>
                    <a:pt x="21411" y="10518"/>
                  </a:lnTo>
                  <a:lnTo>
                    <a:pt x="24980" y="10503"/>
                  </a:lnTo>
                  <a:lnTo>
                    <a:pt x="28549" y="10487"/>
                  </a:lnTo>
                  <a:lnTo>
                    <a:pt x="32117" y="10472"/>
                  </a:lnTo>
                  <a:lnTo>
                    <a:pt x="35686" y="10456"/>
                  </a:lnTo>
                  <a:lnTo>
                    <a:pt x="39254" y="10440"/>
                  </a:lnTo>
                  <a:lnTo>
                    <a:pt x="42823" y="10424"/>
                  </a:lnTo>
                  <a:lnTo>
                    <a:pt x="46392" y="10407"/>
                  </a:lnTo>
                  <a:lnTo>
                    <a:pt x="49960" y="10391"/>
                  </a:lnTo>
                  <a:lnTo>
                    <a:pt x="53529" y="10373"/>
                  </a:lnTo>
                  <a:lnTo>
                    <a:pt x="57098" y="10356"/>
                  </a:lnTo>
                  <a:lnTo>
                    <a:pt x="60666" y="10339"/>
                  </a:lnTo>
                  <a:lnTo>
                    <a:pt x="64235" y="10321"/>
                  </a:lnTo>
                  <a:lnTo>
                    <a:pt x="67804" y="10303"/>
                  </a:lnTo>
                  <a:lnTo>
                    <a:pt x="71372" y="10285"/>
                  </a:lnTo>
                  <a:lnTo>
                    <a:pt x="74941" y="10266"/>
                  </a:lnTo>
                  <a:lnTo>
                    <a:pt x="78509" y="10247"/>
                  </a:lnTo>
                  <a:lnTo>
                    <a:pt x="82078" y="10228"/>
                  </a:lnTo>
                  <a:lnTo>
                    <a:pt x="85647" y="10209"/>
                  </a:lnTo>
                  <a:lnTo>
                    <a:pt x="89215" y="10189"/>
                  </a:lnTo>
                  <a:lnTo>
                    <a:pt x="92784" y="10169"/>
                  </a:lnTo>
                  <a:lnTo>
                    <a:pt x="96353" y="10149"/>
                  </a:lnTo>
                  <a:lnTo>
                    <a:pt x="99921" y="10129"/>
                  </a:lnTo>
                  <a:lnTo>
                    <a:pt x="103490" y="10108"/>
                  </a:lnTo>
                  <a:lnTo>
                    <a:pt x="107058" y="10088"/>
                  </a:lnTo>
                  <a:lnTo>
                    <a:pt x="110627" y="10067"/>
                  </a:lnTo>
                  <a:lnTo>
                    <a:pt x="114196" y="10045"/>
                  </a:lnTo>
                  <a:lnTo>
                    <a:pt x="117764" y="10024"/>
                  </a:lnTo>
                  <a:lnTo>
                    <a:pt x="121333" y="10002"/>
                  </a:lnTo>
                  <a:lnTo>
                    <a:pt x="124902" y="9980"/>
                  </a:lnTo>
                  <a:lnTo>
                    <a:pt x="128470" y="9957"/>
                  </a:lnTo>
                  <a:lnTo>
                    <a:pt x="132039" y="9935"/>
                  </a:lnTo>
                  <a:lnTo>
                    <a:pt x="135608" y="9912"/>
                  </a:lnTo>
                  <a:lnTo>
                    <a:pt x="139176" y="9888"/>
                  </a:lnTo>
                  <a:lnTo>
                    <a:pt x="142745" y="9865"/>
                  </a:lnTo>
                  <a:lnTo>
                    <a:pt x="146313" y="9841"/>
                  </a:lnTo>
                  <a:lnTo>
                    <a:pt x="149882" y="9817"/>
                  </a:lnTo>
                  <a:lnTo>
                    <a:pt x="153451" y="9793"/>
                  </a:lnTo>
                  <a:lnTo>
                    <a:pt x="157019" y="9769"/>
                  </a:lnTo>
                  <a:lnTo>
                    <a:pt x="160588" y="9744"/>
                  </a:lnTo>
                  <a:lnTo>
                    <a:pt x="164157" y="9719"/>
                  </a:lnTo>
                  <a:lnTo>
                    <a:pt x="167725" y="9694"/>
                  </a:lnTo>
                  <a:lnTo>
                    <a:pt x="171294" y="9668"/>
                  </a:lnTo>
                  <a:lnTo>
                    <a:pt x="174862" y="9643"/>
                  </a:lnTo>
                  <a:lnTo>
                    <a:pt x="178431" y="9617"/>
                  </a:lnTo>
                  <a:lnTo>
                    <a:pt x="182000" y="9590"/>
                  </a:lnTo>
                  <a:lnTo>
                    <a:pt x="185568" y="9564"/>
                  </a:lnTo>
                  <a:lnTo>
                    <a:pt x="189137" y="9537"/>
                  </a:lnTo>
                  <a:lnTo>
                    <a:pt x="192706" y="9510"/>
                  </a:lnTo>
                  <a:lnTo>
                    <a:pt x="196274" y="9483"/>
                  </a:lnTo>
                  <a:lnTo>
                    <a:pt x="199843" y="9455"/>
                  </a:lnTo>
                  <a:lnTo>
                    <a:pt x="203412" y="9427"/>
                  </a:lnTo>
                  <a:lnTo>
                    <a:pt x="206980" y="9399"/>
                  </a:lnTo>
                  <a:lnTo>
                    <a:pt x="210549" y="9371"/>
                  </a:lnTo>
                  <a:lnTo>
                    <a:pt x="214117" y="9342"/>
                  </a:lnTo>
                  <a:lnTo>
                    <a:pt x="217686" y="9314"/>
                  </a:lnTo>
                  <a:lnTo>
                    <a:pt x="221255" y="9284"/>
                  </a:lnTo>
                  <a:lnTo>
                    <a:pt x="224823" y="9255"/>
                  </a:lnTo>
                  <a:lnTo>
                    <a:pt x="228392" y="9225"/>
                  </a:lnTo>
                  <a:lnTo>
                    <a:pt x="231961" y="9196"/>
                  </a:lnTo>
                  <a:lnTo>
                    <a:pt x="235529" y="9165"/>
                  </a:lnTo>
                  <a:lnTo>
                    <a:pt x="239098" y="9135"/>
                  </a:lnTo>
                  <a:lnTo>
                    <a:pt x="242666" y="9104"/>
                  </a:lnTo>
                  <a:lnTo>
                    <a:pt x="246235" y="9073"/>
                  </a:lnTo>
                  <a:lnTo>
                    <a:pt x="249804" y="9042"/>
                  </a:lnTo>
                  <a:lnTo>
                    <a:pt x="253372" y="9011"/>
                  </a:lnTo>
                  <a:lnTo>
                    <a:pt x="256941" y="8979"/>
                  </a:lnTo>
                  <a:lnTo>
                    <a:pt x="260510" y="8947"/>
                  </a:lnTo>
                  <a:lnTo>
                    <a:pt x="264078" y="8915"/>
                  </a:lnTo>
                  <a:lnTo>
                    <a:pt x="267647" y="8882"/>
                  </a:lnTo>
                  <a:lnTo>
                    <a:pt x="271216" y="8849"/>
                  </a:lnTo>
                  <a:lnTo>
                    <a:pt x="274784" y="8816"/>
                  </a:lnTo>
                  <a:lnTo>
                    <a:pt x="278353" y="8783"/>
                  </a:lnTo>
                  <a:lnTo>
                    <a:pt x="281921" y="8750"/>
                  </a:lnTo>
                  <a:lnTo>
                    <a:pt x="285490" y="8716"/>
                  </a:lnTo>
                  <a:lnTo>
                    <a:pt x="289059" y="8682"/>
                  </a:lnTo>
                  <a:lnTo>
                    <a:pt x="292627" y="8647"/>
                  </a:lnTo>
                  <a:lnTo>
                    <a:pt x="296196" y="8613"/>
                  </a:lnTo>
                  <a:lnTo>
                    <a:pt x="299765" y="8578"/>
                  </a:lnTo>
                  <a:lnTo>
                    <a:pt x="303333" y="8543"/>
                  </a:lnTo>
                  <a:lnTo>
                    <a:pt x="306902" y="8507"/>
                  </a:lnTo>
                  <a:lnTo>
                    <a:pt x="310470" y="8472"/>
                  </a:lnTo>
                  <a:lnTo>
                    <a:pt x="314039" y="8436"/>
                  </a:lnTo>
                  <a:lnTo>
                    <a:pt x="317608" y="8400"/>
                  </a:lnTo>
                  <a:lnTo>
                    <a:pt x="321176" y="8363"/>
                  </a:lnTo>
                  <a:lnTo>
                    <a:pt x="324745" y="8326"/>
                  </a:lnTo>
                  <a:lnTo>
                    <a:pt x="328314" y="8289"/>
                  </a:lnTo>
                  <a:lnTo>
                    <a:pt x="331882" y="8252"/>
                  </a:lnTo>
                  <a:lnTo>
                    <a:pt x="335451" y="8215"/>
                  </a:lnTo>
                  <a:lnTo>
                    <a:pt x="339020" y="8177"/>
                  </a:lnTo>
                  <a:lnTo>
                    <a:pt x="342588" y="8139"/>
                  </a:lnTo>
                  <a:lnTo>
                    <a:pt x="346157" y="8101"/>
                  </a:lnTo>
                  <a:lnTo>
                    <a:pt x="349725" y="8062"/>
                  </a:lnTo>
                  <a:lnTo>
                    <a:pt x="353294" y="8023"/>
                  </a:lnTo>
                  <a:lnTo>
                    <a:pt x="356863" y="7984"/>
                  </a:lnTo>
                  <a:lnTo>
                    <a:pt x="360431" y="7945"/>
                  </a:lnTo>
                  <a:lnTo>
                    <a:pt x="364000" y="7905"/>
                  </a:lnTo>
                  <a:lnTo>
                    <a:pt x="367569" y="7865"/>
                  </a:lnTo>
                  <a:lnTo>
                    <a:pt x="371137" y="7825"/>
                  </a:lnTo>
                  <a:lnTo>
                    <a:pt x="374706" y="7785"/>
                  </a:lnTo>
                  <a:lnTo>
                    <a:pt x="378274" y="7744"/>
                  </a:lnTo>
                  <a:lnTo>
                    <a:pt x="381843" y="7703"/>
                  </a:lnTo>
                  <a:lnTo>
                    <a:pt x="385412" y="7662"/>
                  </a:lnTo>
                  <a:lnTo>
                    <a:pt x="388980" y="7621"/>
                  </a:lnTo>
                  <a:lnTo>
                    <a:pt x="392549" y="7579"/>
                  </a:lnTo>
                  <a:lnTo>
                    <a:pt x="396118" y="7537"/>
                  </a:lnTo>
                  <a:lnTo>
                    <a:pt x="399686" y="7495"/>
                  </a:lnTo>
                  <a:lnTo>
                    <a:pt x="403255" y="7452"/>
                  </a:lnTo>
                  <a:lnTo>
                    <a:pt x="406824" y="7409"/>
                  </a:lnTo>
                  <a:lnTo>
                    <a:pt x="410392" y="7366"/>
                  </a:lnTo>
                  <a:lnTo>
                    <a:pt x="413961" y="7323"/>
                  </a:lnTo>
                  <a:lnTo>
                    <a:pt x="417529" y="7280"/>
                  </a:lnTo>
                  <a:lnTo>
                    <a:pt x="421098" y="7236"/>
                  </a:lnTo>
                  <a:lnTo>
                    <a:pt x="424667" y="7192"/>
                  </a:lnTo>
                  <a:lnTo>
                    <a:pt x="428235" y="7147"/>
                  </a:lnTo>
                  <a:lnTo>
                    <a:pt x="431804" y="7103"/>
                  </a:lnTo>
                  <a:lnTo>
                    <a:pt x="435373" y="7058"/>
                  </a:lnTo>
                  <a:lnTo>
                    <a:pt x="438941" y="7013"/>
                  </a:lnTo>
                  <a:lnTo>
                    <a:pt x="442510" y="6967"/>
                  </a:lnTo>
                  <a:lnTo>
                    <a:pt x="446078" y="6922"/>
                  </a:lnTo>
                  <a:lnTo>
                    <a:pt x="449647" y="6876"/>
                  </a:lnTo>
                  <a:lnTo>
                    <a:pt x="453216" y="6830"/>
                  </a:lnTo>
                  <a:lnTo>
                    <a:pt x="456784" y="6783"/>
                  </a:lnTo>
                  <a:lnTo>
                    <a:pt x="460353" y="6736"/>
                  </a:lnTo>
                  <a:lnTo>
                    <a:pt x="463922" y="6689"/>
                  </a:lnTo>
                  <a:lnTo>
                    <a:pt x="467490" y="6642"/>
                  </a:lnTo>
                  <a:lnTo>
                    <a:pt x="471059" y="6595"/>
                  </a:lnTo>
                  <a:lnTo>
                    <a:pt x="474628" y="6547"/>
                  </a:lnTo>
                  <a:lnTo>
                    <a:pt x="478196" y="6499"/>
                  </a:lnTo>
                  <a:lnTo>
                    <a:pt x="481765" y="6450"/>
                  </a:lnTo>
                  <a:lnTo>
                    <a:pt x="485333" y="6402"/>
                  </a:lnTo>
                  <a:lnTo>
                    <a:pt x="488902" y="6353"/>
                  </a:lnTo>
                  <a:lnTo>
                    <a:pt x="492471" y="6304"/>
                  </a:lnTo>
                  <a:lnTo>
                    <a:pt x="496039" y="6255"/>
                  </a:lnTo>
                  <a:lnTo>
                    <a:pt x="499608" y="6205"/>
                  </a:lnTo>
                  <a:lnTo>
                    <a:pt x="503177" y="6155"/>
                  </a:lnTo>
                  <a:lnTo>
                    <a:pt x="506745" y="6105"/>
                  </a:lnTo>
                  <a:lnTo>
                    <a:pt x="510314" y="6055"/>
                  </a:lnTo>
                  <a:lnTo>
                    <a:pt x="513882" y="6004"/>
                  </a:lnTo>
                  <a:lnTo>
                    <a:pt x="517451" y="5953"/>
                  </a:lnTo>
                  <a:lnTo>
                    <a:pt x="521020" y="5902"/>
                  </a:lnTo>
                  <a:lnTo>
                    <a:pt x="524588" y="5850"/>
                  </a:lnTo>
                  <a:lnTo>
                    <a:pt x="528157" y="5799"/>
                  </a:lnTo>
                  <a:lnTo>
                    <a:pt x="531726" y="5747"/>
                  </a:lnTo>
                  <a:lnTo>
                    <a:pt x="535294" y="5694"/>
                  </a:lnTo>
                  <a:lnTo>
                    <a:pt x="538863" y="5642"/>
                  </a:lnTo>
                  <a:lnTo>
                    <a:pt x="542432" y="5589"/>
                  </a:lnTo>
                  <a:lnTo>
                    <a:pt x="546000" y="5536"/>
                  </a:lnTo>
                  <a:lnTo>
                    <a:pt x="549569" y="5483"/>
                  </a:lnTo>
                  <a:lnTo>
                    <a:pt x="553137" y="5429"/>
                  </a:lnTo>
                  <a:lnTo>
                    <a:pt x="556706" y="5375"/>
                  </a:lnTo>
                  <a:lnTo>
                    <a:pt x="560275" y="5321"/>
                  </a:lnTo>
                  <a:lnTo>
                    <a:pt x="563843" y="5267"/>
                  </a:lnTo>
                  <a:lnTo>
                    <a:pt x="567412" y="5212"/>
                  </a:lnTo>
                  <a:lnTo>
                    <a:pt x="570981" y="5157"/>
                  </a:lnTo>
                  <a:lnTo>
                    <a:pt x="574549" y="5102"/>
                  </a:lnTo>
                  <a:lnTo>
                    <a:pt x="578118" y="5047"/>
                  </a:lnTo>
                  <a:lnTo>
                    <a:pt x="581686" y="4991"/>
                  </a:lnTo>
                  <a:lnTo>
                    <a:pt x="585255" y="4935"/>
                  </a:lnTo>
                  <a:lnTo>
                    <a:pt x="588824" y="4879"/>
                  </a:lnTo>
                  <a:lnTo>
                    <a:pt x="592392" y="4822"/>
                  </a:lnTo>
                  <a:lnTo>
                    <a:pt x="595961" y="4766"/>
                  </a:lnTo>
                  <a:lnTo>
                    <a:pt x="599530" y="4709"/>
                  </a:lnTo>
                  <a:lnTo>
                    <a:pt x="603098" y="4651"/>
                  </a:lnTo>
                  <a:lnTo>
                    <a:pt x="606667" y="4594"/>
                  </a:lnTo>
                  <a:lnTo>
                    <a:pt x="610236" y="4536"/>
                  </a:lnTo>
                  <a:lnTo>
                    <a:pt x="613804" y="4478"/>
                  </a:lnTo>
                  <a:lnTo>
                    <a:pt x="617373" y="4420"/>
                  </a:lnTo>
                  <a:lnTo>
                    <a:pt x="620941" y="4361"/>
                  </a:lnTo>
                  <a:lnTo>
                    <a:pt x="624510" y="4302"/>
                  </a:lnTo>
                  <a:lnTo>
                    <a:pt x="628079" y="4243"/>
                  </a:lnTo>
                  <a:lnTo>
                    <a:pt x="631647" y="4184"/>
                  </a:lnTo>
                  <a:lnTo>
                    <a:pt x="635216" y="4124"/>
                  </a:lnTo>
                  <a:lnTo>
                    <a:pt x="638785" y="4065"/>
                  </a:lnTo>
                  <a:lnTo>
                    <a:pt x="642353" y="4004"/>
                  </a:lnTo>
                  <a:lnTo>
                    <a:pt x="645922" y="3944"/>
                  </a:lnTo>
                  <a:lnTo>
                    <a:pt x="649490" y="3883"/>
                  </a:lnTo>
                  <a:lnTo>
                    <a:pt x="653059" y="3822"/>
                  </a:lnTo>
                  <a:lnTo>
                    <a:pt x="656628" y="3761"/>
                  </a:lnTo>
                  <a:lnTo>
                    <a:pt x="660196" y="3700"/>
                  </a:lnTo>
                  <a:lnTo>
                    <a:pt x="663765" y="3638"/>
                  </a:lnTo>
                  <a:lnTo>
                    <a:pt x="667334" y="3576"/>
                  </a:lnTo>
                  <a:lnTo>
                    <a:pt x="670902" y="3514"/>
                  </a:lnTo>
                  <a:lnTo>
                    <a:pt x="674471" y="3452"/>
                  </a:lnTo>
                  <a:lnTo>
                    <a:pt x="678040" y="3389"/>
                  </a:lnTo>
                  <a:lnTo>
                    <a:pt x="681608" y="3326"/>
                  </a:lnTo>
                  <a:lnTo>
                    <a:pt x="685177" y="3263"/>
                  </a:lnTo>
                  <a:lnTo>
                    <a:pt x="688745" y="3199"/>
                  </a:lnTo>
                  <a:lnTo>
                    <a:pt x="692314" y="3135"/>
                  </a:lnTo>
                  <a:lnTo>
                    <a:pt x="695883" y="3071"/>
                  </a:lnTo>
                  <a:lnTo>
                    <a:pt x="699451" y="3007"/>
                  </a:lnTo>
                  <a:lnTo>
                    <a:pt x="703020" y="2942"/>
                  </a:lnTo>
                  <a:lnTo>
                    <a:pt x="706589" y="2878"/>
                  </a:lnTo>
                  <a:lnTo>
                    <a:pt x="710157" y="2813"/>
                  </a:lnTo>
                  <a:lnTo>
                    <a:pt x="713726" y="2747"/>
                  </a:lnTo>
                  <a:lnTo>
                    <a:pt x="717294" y="2682"/>
                  </a:lnTo>
                  <a:lnTo>
                    <a:pt x="720863" y="2616"/>
                  </a:lnTo>
                  <a:lnTo>
                    <a:pt x="724432" y="2550"/>
                  </a:lnTo>
                  <a:lnTo>
                    <a:pt x="728000" y="2483"/>
                  </a:lnTo>
                  <a:lnTo>
                    <a:pt x="731569" y="2417"/>
                  </a:lnTo>
                  <a:lnTo>
                    <a:pt x="735138" y="2350"/>
                  </a:lnTo>
                  <a:lnTo>
                    <a:pt x="738706" y="2283"/>
                  </a:lnTo>
                  <a:lnTo>
                    <a:pt x="742275" y="2215"/>
                  </a:lnTo>
                  <a:lnTo>
                    <a:pt x="745844" y="2148"/>
                  </a:lnTo>
                  <a:lnTo>
                    <a:pt x="749412" y="2080"/>
                  </a:lnTo>
                  <a:lnTo>
                    <a:pt x="752981" y="2012"/>
                  </a:lnTo>
                  <a:lnTo>
                    <a:pt x="756549" y="1943"/>
                  </a:lnTo>
                  <a:lnTo>
                    <a:pt x="760118" y="1875"/>
                  </a:lnTo>
                  <a:lnTo>
                    <a:pt x="763687" y="1806"/>
                  </a:lnTo>
                  <a:lnTo>
                    <a:pt x="767255" y="1736"/>
                  </a:lnTo>
                  <a:lnTo>
                    <a:pt x="770824" y="1667"/>
                  </a:lnTo>
                  <a:lnTo>
                    <a:pt x="774393" y="1597"/>
                  </a:lnTo>
                  <a:lnTo>
                    <a:pt x="777961" y="1527"/>
                  </a:lnTo>
                  <a:lnTo>
                    <a:pt x="781530" y="1457"/>
                  </a:lnTo>
                  <a:lnTo>
                    <a:pt x="785098" y="1387"/>
                  </a:lnTo>
                  <a:lnTo>
                    <a:pt x="788667" y="1316"/>
                  </a:lnTo>
                  <a:lnTo>
                    <a:pt x="792236" y="1245"/>
                  </a:lnTo>
                  <a:lnTo>
                    <a:pt x="795804" y="1174"/>
                  </a:lnTo>
                  <a:lnTo>
                    <a:pt x="799373" y="1102"/>
                  </a:lnTo>
                  <a:lnTo>
                    <a:pt x="802942" y="1031"/>
                  </a:lnTo>
                  <a:lnTo>
                    <a:pt x="806510" y="959"/>
                  </a:lnTo>
                  <a:lnTo>
                    <a:pt x="810079" y="886"/>
                  </a:lnTo>
                  <a:lnTo>
                    <a:pt x="813648" y="814"/>
                  </a:lnTo>
                  <a:lnTo>
                    <a:pt x="817216" y="741"/>
                  </a:lnTo>
                  <a:lnTo>
                    <a:pt x="820785" y="668"/>
                  </a:lnTo>
                  <a:lnTo>
                    <a:pt x="824353" y="595"/>
                  </a:lnTo>
                  <a:lnTo>
                    <a:pt x="827922" y="521"/>
                  </a:lnTo>
                  <a:lnTo>
                    <a:pt x="831491" y="447"/>
                  </a:lnTo>
                  <a:lnTo>
                    <a:pt x="835059" y="373"/>
                  </a:lnTo>
                  <a:lnTo>
                    <a:pt x="838628" y="299"/>
                  </a:lnTo>
                  <a:lnTo>
                    <a:pt x="842197" y="225"/>
                  </a:lnTo>
                  <a:lnTo>
                    <a:pt x="845765" y="150"/>
                  </a:lnTo>
                  <a:lnTo>
                    <a:pt x="849334" y="75"/>
                  </a:lnTo>
                  <a:lnTo>
                    <a:pt x="852902" y="0"/>
                  </a:lnTo>
                </a:path>
              </a:pathLst>
            </a:custGeom>
            <a:ln w="28456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5632821" y="2645185"/>
              <a:ext cx="93819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5675466" y="3075681"/>
              <a:ext cx="852902" cy="291255"/>
            </a:xfrm>
            <a:custGeom>
              <a:avLst/>
              <a:pathLst>
                <a:path w="852902" h="291255">
                  <a:moveTo>
                    <a:pt x="0" y="0"/>
                  </a:moveTo>
                  <a:lnTo>
                    <a:pt x="3568" y="1601"/>
                  </a:lnTo>
                  <a:lnTo>
                    <a:pt x="7137" y="3271"/>
                  </a:lnTo>
                  <a:lnTo>
                    <a:pt x="10705" y="5042"/>
                  </a:lnTo>
                  <a:lnTo>
                    <a:pt x="14274" y="6482"/>
                  </a:lnTo>
                  <a:lnTo>
                    <a:pt x="17843" y="7795"/>
                  </a:lnTo>
                  <a:lnTo>
                    <a:pt x="21411" y="8890"/>
                  </a:lnTo>
                  <a:lnTo>
                    <a:pt x="24980" y="10099"/>
                  </a:lnTo>
                  <a:lnTo>
                    <a:pt x="28549" y="11811"/>
                  </a:lnTo>
                  <a:lnTo>
                    <a:pt x="32117" y="13273"/>
                  </a:lnTo>
                  <a:lnTo>
                    <a:pt x="35686" y="14643"/>
                  </a:lnTo>
                  <a:lnTo>
                    <a:pt x="39254" y="16191"/>
                  </a:lnTo>
                  <a:lnTo>
                    <a:pt x="42823" y="17663"/>
                  </a:lnTo>
                  <a:lnTo>
                    <a:pt x="46392" y="19151"/>
                  </a:lnTo>
                  <a:lnTo>
                    <a:pt x="49960" y="20474"/>
                  </a:lnTo>
                  <a:lnTo>
                    <a:pt x="53529" y="21473"/>
                  </a:lnTo>
                  <a:lnTo>
                    <a:pt x="57098" y="23046"/>
                  </a:lnTo>
                  <a:lnTo>
                    <a:pt x="60666" y="24618"/>
                  </a:lnTo>
                  <a:lnTo>
                    <a:pt x="64235" y="25964"/>
                  </a:lnTo>
                  <a:lnTo>
                    <a:pt x="67804" y="27124"/>
                  </a:lnTo>
                  <a:lnTo>
                    <a:pt x="71372" y="28497"/>
                  </a:lnTo>
                  <a:lnTo>
                    <a:pt x="74941" y="29815"/>
                  </a:lnTo>
                  <a:lnTo>
                    <a:pt x="78509" y="31064"/>
                  </a:lnTo>
                  <a:lnTo>
                    <a:pt x="82078" y="32279"/>
                  </a:lnTo>
                  <a:lnTo>
                    <a:pt x="85647" y="33396"/>
                  </a:lnTo>
                  <a:lnTo>
                    <a:pt x="89215" y="34523"/>
                  </a:lnTo>
                  <a:lnTo>
                    <a:pt x="92784" y="35830"/>
                  </a:lnTo>
                  <a:lnTo>
                    <a:pt x="96353" y="36804"/>
                  </a:lnTo>
                  <a:lnTo>
                    <a:pt x="99921" y="38016"/>
                  </a:lnTo>
                  <a:lnTo>
                    <a:pt x="103490" y="39223"/>
                  </a:lnTo>
                  <a:lnTo>
                    <a:pt x="107058" y="40416"/>
                  </a:lnTo>
                  <a:lnTo>
                    <a:pt x="110627" y="41569"/>
                  </a:lnTo>
                  <a:lnTo>
                    <a:pt x="114196" y="42834"/>
                  </a:lnTo>
                  <a:lnTo>
                    <a:pt x="117764" y="43903"/>
                  </a:lnTo>
                  <a:lnTo>
                    <a:pt x="121333" y="45062"/>
                  </a:lnTo>
                  <a:lnTo>
                    <a:pt x="124902" y="46223"/>
                  </a:lnTo>
                  <a:lnTo>
                    <a:pt x="128470" y="47382"/>
                  </a:lnTo>
                  <a:lnTo>
                    <a:pt x="132039" y="48795"/>
                  </a:lnTo>
                  <a:lnTo>
                    <a:pt x="135608" y="50246"/>
                  </a:lnTo>
                  <a:lnTo>
                    <a:pt x="139176" y="51680"/>
                  </a:lnTo>
                  <a:lnTo>
                    <a:pt x="142745" y="53157"/>
                  </a:lnTo>
                  <a:lnTo>
                    <a:pt x="146313" y="54075"/>
                  </a:lnTo>
                  <a:lnTo>
                    <a:pt x="149882" y="54901"/>
                  </a:lnTo>
                  <a:lnTo>
                    <a:pt x="153451" y="56477"/>
                  </a:lnTo>
                  <a:lnTo>
                    <a:pt x="157019" y="57571"/>
                  </a:lnTo>
                  <a:lnTo>
                    <a:pt x="160588" y="58717"/>
                  </a:lnTo>
                  <a:lnTo>
                    <a:pt x="164157" y="59895"/>
                  </a:lnTo>
                  <a:lnTo>
                    <a:pt x="167725" y="60977"/>
                  </a:lnTo>
                  <a:lnTo>
                    <a:pt x="171294" y="61779"/>
                  </a:lnTo>
                  <a:lnTo>
                    <a:pt x="174862" y="62929"/>
                  </a:lnTo>
                  <a:lnTo>
                    <a:pt x="178431" y="64215"/>
                  </a:lnTo>
                  <a:lnTo>
                    <a:pt x="182000" y="65235"/>
                  </a:lnTo>
                  <a:lnTo>
                    <a:pt x="185568" y="66083"/>
                  </a:lnTo>
                  <a:lnTo>
                    <a:pt x="189137" y="66845"/>
                  </a:lnTo>
                  <a:lnTo>
                    <a:pt x="192706" y="67819"/>
                  </a:lnTo>
                  <a:lnTo>
                    <a:pt x="196274" y="68580"/>
                  </a:lnTo>
                  <a:lnTo>
                    <a:pt x="199843" y="69701"/>
                  </a:lnTo>
                  <a:lnTo>
                    <a:pt x="203412" y="70654"/>
                  </a:lnTo>
                  <a:lnTo>
                    <a:pt x="206980" y="71473"/>
                  </a:lnTo>
                  <a:lnTo>
                    <a:pt x="210549" y="72383"/>
                  </a:lnTo>
                  <a:lnTo>
                    <a:pt x="214117" y="73209"/>
                  </a:lnTo>
                  <a:lnTo>
                    <a:pt x="217686" y="74074"/>
                  </a:lnTo>
                  <a:lnTo>
                    <a:pt x="221255" y="74625"/>
                  </a:lnTo>
                  <a:lnTo>
                    <a:pt x="224823" y="75531"/>
                  </a:lnTo>
                  <a:lnTo>
                    <a:pt x="228392" y="76717"/>
                  </a:lnTo>
                  <a:lnTo>
                    <a:pt x="231961" y="77498"/>
                  </a:lnTo>
                  <a:lnTo>
                    <a:pt x="235529" y="78527"/>
                  </a:lnTo>
                  <a:lnTo>
                    <a:pt x="239098" y="79489"/>
                  </a:lnTo>
                  <a:lnTo>
                    <a:pt x="242666" y="80483"/>
                  </a:lnTo>
                  <a:lnTo>
                    <a:pt x="246235" y="81591"/>
                  </a:lnTo>
                  <a:lnTo>
                    <a:pt x="249804" y="82450"/>
                  </a:lnTo>
                  <a:lnTo>
                    <a:pt x="253372" y="83351"/>
                  </a:lnTo>
                  <a:lnTo>
                    <a:pt x="256941" y="83991"/>
                  </a:lnTo>
                  <a:lnTo>
                    <a:pt x="260510" y="84979"/>
                  </a:lnTo>
                  <a:lnTo>
                    <a:pt x="264078" y="85963"/>
                  </a:lnTo>
                  <a:lnTo>
                    <a:pt x="267647" y="86552"/>
                  </a:lnTo>
                  <a:lnTo>
                    <a:pt x="271216" y="86998"/>
                  </a:lnTo>
                  <a:lnTo>
                    <a:pt x="274784" y="87587"/>
                  </a:lnTo>
                  <a:lnTo>
                    <a:pt x="278353" y="88304"/>
                  </a:lnTo>
                  <a:lnTo>
                    <a:pt x="281921" y="89037"/>
                  </a:lnTo>
                  <a:lnTo>
                    <a:pt x="285490" y="89904"/>
                  </a:lnTo>
                  <a:lnTo>
                    <a:pt x="289059" y="90668"/>
                  </a:lnTo>
                  <a:lnTo>
                    <a:pt x="292627" y="91375"/>
                  </a:lnTo>
                  <a:lnTo>
                    <a:pt x="296196" y="92039"/>
                  </a:lnTo>
                  <a:lnTo>
                    <a:pt x="299765" y="92528"/>
                  </a:lnTo>
                  <a:lnTo>
                    <a:pt x="303333" y="92964"/>
                  </a:lnTo>
                  <a:lnTo>
                    <a:pt x="306902" y="93239"/>
                  </a:lnTo>
                  <a:lnTo>
                    <a:pt x="310470" y="93664"/>
                  </a:lnTo>
                  <a:lnTo>
                    <a:pt x="314039" y="93966"/>
                  </a:lnTo>
                  <a:lnTo>
                    <a:pt x="317608" y="94076"/>
                  </a:lnTo>
                  <a:lnTo>
                    <a:pt x="321176" y="94254"/>
                  </a:lnTo>
                  <a:lnTo>
                    <a:pt x="324745" y="94360"/>
                  </a:lnTo>
                  <a:lnTo>
                    <a:pt x="328314" y="94887"/>
                  </a:lnTo>
                  <a:lnTo>
                    <a:pt x="331882" y="95269"/>
                  </a:lnTo>
                  <a:lnTo>
                    <a:pt x="335451" y="95439"/>
                  </a:lnTo>
                  <a:lnTo>
                    <a:pt x="339020" y="96062"/>
                  </a:lnTo>
                  <a:lnTo>
                    <a:pt x="342588" y="96259"/>
                  </a:lnTo>
                  <a:lnTo>
                    <a:pt x="346157" y="96548"/>
                  </a:lnTo>
                  <a:lnTo>
                    <a:pt x="349725" y="97140"/>
                  </a:lnTo>
                  <a:lnTo>
                    <a:pt x="353294" y="97263"/>
                  </a:lnTo>
                  <a:lnTo>
                    <a:pt x="356863" y="97397"/>
                  </a:lnTo>
                  <a:lnTo>
                    <a:pt x="360431" y="97871"/>
                  </a:lnTo>
                  <a:lnTo>
                    <a:pt x="364000" y="98320"/>
                  </a:lnTo>
                  <a:lnTo>
                    <a:pt x="367569" y="98497"/>
                  </a:lnTo>
                  <a:lnTo>
                    <a:pt x="371137" y="98776"/>
                  </a:lnTo>
                  <a:lnTo>
                    <a:pt x="374706" y="98730"/>
                  </a:lnTo>
                  <a:lnTo>
                    <a:pt x="378274" y="98956"/>
                  </a:lnTo>
                  <a:lnTo>
                    <a:pt x="381843" y="98993"/>
                  </a:lnTo>
                  <a:lnTo>
                    <a:pt x="385412" y="99360"/>
                  </a:lnTo>
                  <a:lnTo>
                    <a:pt x="388980" y="99360"/>
                  </a:lnTo>
                  <a:lnTo>
                    <a:pt x="392549" y="99365"/>
                  </a:lnTo>
                  <a:lnTo>
                    <a:pt x="396118" y="99373"/>
                  </a:lnTo>
                  <a:lnTo>
                    <a:pt x="399686" y="99389"/>
                  </a:lnTo>
                  <a:lnTo>
                    <a:pt x="403255" y="99471"/>
                  </a:lnTo>
                  <a:lnTo>
                    <a:pt x="406824" y="99807"/>
                  </a:lnTo>
                  <a:lnTo>
                    <a:pt x="410392" y="99947"/>
                  </a:lnTo>
                  <a:lnTo>
                    <a:pt x="413961" y="100293"/>
                  </a:lnTo>
                  <a:lnTo>
                    <a:pt x="417529" y="100534"/>
                  </a:lnTo>
                  <a:lnTo>
                    <a:pt x="421098" y="101014"/>
                  </a:lnTo>
                  <a:lnTo>
                    <a:pt x="424667" y="101211"/>
                  </a:lnTo>
                  <a:lnTo>
                    <a:pt x="428235" y="101250"/>
                  </a:lnTo>
                  <a:lnTo>
                    <a:pt x="431804" y="101308"/>
                  </a:lnTo>
                  <a:lnTo>
                    <a:pt x="435373" y="101422"/>
                  </a:lnTo>
                  <a:lnTo>
                    <a:pt x="438941" y="101257"/>
                  </a:lnTo>
                  <a:lnTo>
                    <a:pt x="442510" y="101112"/>
                  </a:lnTo>
                  <a:lnTo>
                    <a:pt x="446078" y="101020"/>
                  </a:lnTo>
                  <a:lnTo>
                    <a:pt x="449647" y="101355"/>
                  </a:lnTo>
                  <a:lnTo>
                    <a:pt x="453216" y="101789"/>
                  </a:lnTo>
                  <a:lnTo>
                    <a:pt x="456784" y="102034"/>
                  </a:lnTo>
                  <a:lnTo>
                    <a:pt x="460353" y="102123"/>
                  </a:lnTo>
                  <a:lnTo>
                    <a:pt x="463922" y="101945"/>
                  </a:lnTo>
                  <a:lnTo>
                    <a:pt x="467490" y="101959"/>
                  </a:lnTo>
                  <a:lnTo>
                    <a:pt x="471059" y="101789"/>
                  </a:lnTo>
                  <a:lnTo>
                    <a:pt x="474628" y="101732"/>
                  </a:lnTo>
                  <a:lnTo>
                    <a:pt x="478196" y="101893"/>
                  </a:lnTo>
                  <a:lnTo>
                    <a:pt x="481765" y="102221"/>
                  </a:lnTo>
                  <a:lnTo>
                    <a:pt x="485333" y="102337"/>
                  </a:lnTo>
                  <a:lnTo>
                    <a:pt x="488902" y="102229"/>
                  </a:lnTo>
                  <a:lnTo>
                    <a:pt x="492471" y="102080"/>
                  </a:lnTo>
                  <a:lnTo>
                    <a:pt x="496039" y="101846"/>
                  </a:lnTo>
                  <a:lnTo>
                    <a:pt x="499608" y="101613"/>
                  </a:lnTo>
                  <a:lnTo>
                    <a:pt x="503177" y="101459"/>
                  </a:lnTo>
                  <a:lnTo>
                    <a:pt x="506745" y="101584"/>
                  </a:lnTo>
                  <a:lnTo>
                    <a:pt x="510314" y="101849"/>
                  </a:lnTo>
                  <a:lnTo>
                    <a:pt x="513882" y="101641"/>
                  </a:lnTo>
                  <a:lnTo>
                    <a:pt x="517451" y="101605"/>
                  </a:lnTo>
                  <a:lnTo>
                    <a:pt x="521020" y="101442"/>
                  </a:lnTo>
                  <a:lnTo>
                    <a:pt x="524588" y="101183"/>
                  </a:lnTo>
                  <a:lnTo>
                    <a:pt x="528157" y="101031"/>
                  </a:lnTo>
                  <a:lnTo>
                    <a:pt x="531726" y="100923"/>
                  </a:lnTo>
                  <a:lnTo>
                    <a:pt x="535294" y="100798"/>
                  </a:lnTo>
                  <a:lnTo>
                    <a:pt x="538863" y="100634"/>
                  </a:lnTo>
                  <a:lnTo>
                    <a:pt x="542432" y="100732"/>
                  </a:lnTo>
                  <a:lnTo>
                    <a:pt x="546000" y="100609"/>
                  </a:lnTo>
                  <a:lnTo>
                    <a:pt x="549569" y="100576"/>
                  </a:lnTo>
                  <a:lnTo>
                    <a:pt x="553137" y="100346"/>
                  </a:lnTo>
                  <a:lnTo>
                    <a:pt x="556706" y="100030"/>
                  </a:lnTo>
                  <a:lnTo>
                    <a:pt x="560275" y="99981"/>
                  </a:lnTo>
                  <a:lnTo>
                    <a:pt x="563843" y="100107"/>
                  </a:lnTo>
                  <a:lnTo>
                    <a:pt x="567412" y="100234"/>
                  </a:lnTo>
                  <a:lnTo>
                    <a:pt x="570981" y="100036"/>
                  </a:lnTo>
                  <a:lnTo>
                    <a:pt x="574549" y="100019"/>
                  </a:lnTo>
                  <a:lnTo>
                    <a:pt x="578118" y="99813"/>
                  </a:lnTo>
                  <a:lnTo>
                    <a:pt x="581686" y="99329"/>
                  </a:lnTo>
                  <a:lnTo>
                    <a:pt x="585255" y="98729"/>
                  </a:lnTo>
                  <a:lnTo>
                    <a:pt x="588824" y="98750"/>
                  </a:lnTo>
                  <a:lnTo>
                    <a:pt x="592392" y="98646"/>
                  </a:lnTo>
                  <a:lnTo>
                    <a:pt x="595961" y="98235"/>
                  </a:lnTo>
                  <a:lnTo>
                    <a:pt x="599530" y="97839"/>
                  </a:lnTo>
                  <a:lnTo>
                    <a:pt x="603098" y="97667"/>
                  </a:lnTo>
                  <a:lnTo>
                    <a:pt x="606667" y="97496"/>
                  </a:lnTo>
                  <a:lnTo>
                    <a:pt x="610236" y="97335"/>
                  </a:lnTo>
                  <a:lnTo>
                    <a:pt x="613804" y="97175"/>
                  </a:lnTo>
                  <a:lnTo>
                    <a:pt x="617373" y="97084"/>
                  </a:lnTo>
                  <a:lnTo>
                    <a:pt x="620941" y="97123"/>
                  </a:lnTo>
                  <a:lnTo>
                    <a:pt x="624510" y="97006"/>
                  </a:lnTo>
                  <a:lnTo>
                    <a:pt x="628079" y="96689"/>
                  </a:lnTo>
                  <a:lnTo>
                    <a:pt x="631647" y="96350"/>
                  </a:lnTo>
                  <a:lnTo>
                    <a:pt x="635216" y="95900"/>
                  </a:lnTo>
                  <a:lnTo>
                    <a:pt x="638785" y="95504"/>
                  </a:lnTo>
                  <a:lnTo>
                    <a:pt x="642353" y="95114"/>
                  </a:lnTo>
                  <a:lnTo>
                    <a:pt x="645922" y="94925"/>
                  </a:lnTo>
                  <a:lnTo>
                    <a:pt x="649490" y="94853"/>
                  </a:lnTo>
                  <a:lnTo>
                    <a:pt x="653059" y="94390"/>
                  </a:lnTo>
                  <a:lnTo>
                    <a:pt x="656628" y="94283"/>
                  </a:lnTo>
                  <a:lnTo>
                    <a:pt x="660196" y="94388"/>
                  </a:lnTo>
                  <a:lnTo>
                    <a:pt x="663765" y="94423"/>
                  </a:lnTo>
                  <a:lnTo>
                    <a:pt x="667334" y="94213"/>
                  </a:lnTo>
                  <a:lnTo>
                    <a:pt x="670902" y="93742"/>
                  </a:lnTo>
                  <a:lnTo>
                    <a:pt x="674471" y="93707"/>
                  </a:lnTo>
                  <a:lnTo>
                    <a:pt x="678040" y="93674"/>
                  </a:lnTo>
                  <a:lnTo>
                    <a:pt x="681608" y="93598"/>
                  </a:lnTo>
                  <a:lnTo>
                    <a:pt x="685177" y="93585"/>
                  </a:lnTo>
                  <a:lnTo>
                    <a:pt x="688745" y="93550"/>
                  </a:lnTo>
                  <a:lnTo>
                    <a:pt x="692314" y="93527"/>
                  </a:lnTo>
                  <a:lnTo>
                    <a:pt x="695883" y="93351"/>
                  </a:lnTo>
                  <a:lnTo>
                    <a:pt x="699451" y="93175"/>
                  </a:lnTo>
                  <a:lnTo>
                    <a:pt x="703020" y="93006"/>
                  </a:lnTo>
                  <a:lnTo>
                    <a:pt x="706589" y="92838"/>
                  </a:lnTo>
                  <a:lnTo>
                    <a:pt x="710157" y="92613"/>
                  </a:lnTo>
                  <a:lnTo>
                    <a:pt x="713726" y="92235"/>
                  </a:lnTo>
                  <a:lnTo>
                    <a:pt x="717294" y="91856"/>
                  </a:lnTo>
                  <a:lnTo>
                    <a:pt x="720863" y="91478"/>
                  </a:lnTo>
                  <a:lnTo>
                    <a:pt x="724432" y="91119"/>
                  </a:lnTo>
                  <a:lnTo>
                    <a:pt x="728000" y="90814"/>
                  </a:lnTo>
                  <a:lnTo>
                    <a:pt x="731569" y="90644"/>
                  </a:lnTo>
                  <a:lnTo>
                    <a:pt x="735138" y="90702"/>
                  </a:lnTo>
                  <a:lnTo>
                    <a:pt x="738706" y="90042"/>
                  </a:lnTo>
                  <a:lnTo>
                    <a:pt x="742275" y="89653"/>
                  </a:lnTo>
                  <a:lnTo>
                    <a:pt x="745844" y="89128"/>
                  </a:lnTo>
                  <a:lnTo>
                    <a:pt x="749412" y="88603"/>
                  </a:lnTo>
                  <a:lnTo>
                    <a:pt x="752981" y="88090"/>
                  </a:lnTo>
                  <a:lnTo>
                    <a:pt x="756549" y="87698"/>
                  </a:lnTo>
                  <a:lnTo>
                    <a:pt x="760118" y="87307"/>
                  </a:lnTo>
                  <a:lnTo>
                    <a:pt x="763687" y="86996"/>
                  </a:lnTo>
                  <a:lnTo>
                    <a:pt x="767255" y="86851"/>
                  </a:lnTo>
                  <a:lnTo>
                    <a:pt x="770824" y="86214"/>
                  </a:lnTo>
                  <a:lnTo>
                    <a:pt x="774393" y="85740"/>
                  </a:lnTo>
                  <a:lnTo>
                    <a:pt x="777961" y="85347"/>
                  </a:lnTo>
                  <a:lnTo>
                    <a:pt x="781530" y="85142"/>
                  </a:lnTo>
                  <a:lnTo>
                    <a:pt x="785098" y="85366"/>
                  </a:lnTo>
                  <a:lnTo>
                    <a:pt x="788667" y="85427"/>
                  </a:lnTo>
                  <a:lnTo>
                    <a:pt x="792236" y="84875"/>
                  </a:lnTo>
                  <a:lnTo>
                    <a:pt x="795804" y="84467"/>
                  </a:lnTo>
                  <a:lnTo>
                    <a:pt x="799373" y="84145"/>
                  </a:lnTo>
                  <a:lnTo>
                    <a:pt x="802942" y="83565"/>
                  </a:lnTo>
                  <a:lnTo>
                    <a:pt x="806510" y="83040"/>
                  </a:lnTo>
                  <a:lnTo>
                    <a:pt x="810079" y="82856"/>
                  </a:lnTo>
                  <a:lnTo>
                    <a:pt x="813648" y="82485"/>
                  </a:lnTo>
                  <a:lnTo>
                    <a:pt x="817216" y="82030"/>
                  </a:lnTo>
                  <a:lnTo>
                    <a:pt x="820785" y="81347"/>
                  </a:lnTo>
                  <a:lnTo>
                    <a:pt x="824353" y="80777"/>
                  </a:lnTo>
                  <a:lnTo>
                    <a:pt x="827922" y="80555"/>
                  </a:lnTo>
                  <a:lnTo>
                    <a:pt x="831491" y="79888"/>
                  </a:lnTo>
                  <a:lnTo>
                    <a:pt x="835059" y="79467"/>
                  </a:lnTo>
                  <a:lnTo>
                    <a:pt x="838628" y="79334"/>
                  </a:lnTo>
                  <a:lnTo>
                    <a:pt x="842197" y="78887"/>
                  </a:lnTo>
                  <a:lnTo>
                    <a:pt x="845765" y="78433"/>
                  </a:lnTo>
                  <a:lnTo>
                    <a:pt x="849334" y="77974"/>
                  </a:lnTo>
                  <a:lnTo>
                    <a:pt x="852902" y="77527"/>
                  </a:lnTo>
                  <a:lnTo>
                    <a:pt x="852902" y="291255"/>
                  </a:lnTo>
                  <a:lnTo>
                    <a:pt x="849334" y="290766"/>
                  </a:lnTo>
                  <a:lnTo>
                    <a:pt x="845765" y="290432"/>
                  </a:lnTo>
                  <a:lnTo>
                    <a:pt x="842197" y="289937"/>
                  </a:lnTo>
                  <a:lnTo>
                    <a:pt x="838628" y="289418"/>
                  </a:lnTo>
                  <a:lnTo>
                    <a:pt x="835059" y="288894"/>
                  </a:lnTo>
                  <a:lnTo>
                    <a:pt x="831491" y="288477"/>
                  </a:lnTo>
                  <a:lnTo>
                    <a:pt x="827922" y="288070"/>
                  </a:lnTo>
                  <a:lnTo>
                    <a:pt x="824353" y="287616"/>
                  </a:lnTo>
                  <a:lnTo>
                    <a:pt x="820785" y="287137"/>
                  </a:lnTo>
                  <a:lnTo>
                    <a:pt x="817216" y="286702"/>
                  </a:lnTo>
                  <a:lnTo>
                    <a:pt x="813648" y="286244"/>
                  </a:lnTo>
                  <a:lnTo>
                    <a:pt x="810079" y="285659"/>
                  </a:lnTo>
                  <a:lnTo>
                    <a:pt x="806510" y="285135"/>
                  </a:lnTo>
                  <a:lnTo>
                    <a:pt x="802942" y="284678"/>
                  </a:lnTo>
                  <a:lnTo>
                    <a:pt x="799373" y="284166"/>
                  </a:lnTo>
                  <a:lnTo>
                    <a:pt x="795804" y="283633"/>
                  </a:lnTo>
                  <a:lnTo>
                    <a:pt x="792236" y="283095"/>
                  </a:lnTo>
                  <a:lnTo>
                    <a:pt x="788667" y="282518"/>
                  </a:lnTo>
                  <a:lnTo>
                    <a:pt x="785098" y="281937"/>
                  </a:lnTo>
                  <a:lnTo>
                    <a:pt x="781530" y="281352"/>
                  </a:lnTo>
                  <a:lnTo>
                    <a:pt x="777961" y="280764"/>
                  </a:lnTo>
                  <a:lnTo>
                    <a:pt x="774393" y="280172"/>
                  </a:lnTo>
                  <a:lnTo>
                    <a:pt x="770824" y="279697"/>
                  </a:lnTo>
                  <a:lnTo>
                    <a:pt x="767255" y="279259"/>
                  </a:lnTo>
                  <a:lnTo>
                    <a:pt x="763687" y="278701"/>
                  </a:lnTo>
                  <a:lnTo>
                    <a:pt x="760118" y="278139"/>
                  </a:lnTo>
                  <a:lnTo>
                    <a:pt x="756549" y="277571"/>
                  </a:lnTo>
                  <a:lnTo>
                    <a:pt x="752981" y="277094"/>
                  </a:lnTo>
                  <a:lnTo>
                    <a:pt x="749412" y="276424"/>
                  </a:lnTo>
                  <a:lnTo>
                    <a:pt x="745844" y="275845"/>
                  </a:lnTo>
                  <a:lnTo>
                    <a:pt x="742275" y="275263"/>
                  </a:lnTo>
                  <a:lnTo>
                    <a:pt x="738706" y="274724"/>
                  </a:lnTo>
                  <a:lnTo>
                    <a:pt x="735138" y="274153"/>
                  </a:lnTo>
                  <a:lnTo>
                    <a:pt x="731569" y="273536"/>
                  </a:lnTo>
                  <a:lnTo>
                    <a:pt x="728000" y="272929"/>
                  </a:lnTo>
                  <a:lnTo>
                    <a:pt x="724432" y="272493"/>
                  </a:lnTo>
                  <a:lnTo>
                    <a:pt x="720863" y="272055"/>
                  </a:lnTo>
                  <a:lnTo>
                    <a:pt x="717294" y="271449"/>
                  </a:lnTo>
                  <a:lnTo>
                    <a:pt x="713726" y="270688"/>
                  </a:lnTo>
                  <a:lnTo>
                    <a:pt x="710157" y="269922"/>
                  </a:lnTo>
                  <a:lnTo>
                    <a:pt x="706589" y="269333"/>
                  </a:lnTo>
                  <a:lnTo>
                    <a:pt x="703020" y="268752"/>
                  </a:lnTo>
                  <a:lnTo>
                    <a:pt x="699451" y="268133"/>
                  </a:lnTo>
                  <a:lnTo>
                    <a:pt x="695883" y="267494"/>
                  </a:lnTo>
                  <a:lnTo>
                    <a:pt x="692314" y="266898"/>
                  </a:lnTo>
                  <a:lnTo>
                    <a:pt x="688745" y="266190"/>
                  </a:lnTo>
                  <a:lnTo>
                    <a:pt x="685177" y="265493"/>
                  </a:lnTo>
                  <a:lnTo>
                    <a:pt x="681608" y="264802"/>
                  </a:lnTo>
                  <a:lnTo>
                    <a:pt x="678040" y="264116"/>
                  </a:lnTo>
                  <a:lnTo>
                    <a:pt x="674471" y="263528"/>
                  </a:lnTo>
                  <a:lnTo>
                    <a:pt x="670902" y="262901"/>
                  </a:lnTo>
                  <a:lnTo>
                    <a:pt x="667334" y="262185"/>
                  </a:lnTo>
                  <a:lnTo>
                    <a:pt x="663765" y="261368"/>
                  </a:lnTo>
                  <a:lnTo>
                    <a:pt x="660196" y="260802"/>
                  </a:lnTo>
                  <a:lnTo>
                    <a:pt x="656628" y="260063"/>
                  </a:lnTo>
                  <a:lnTo>
                    <a:pt x="653059" y="259261"/>
                  </a:lnTo>
                  <a:lnTo>
                    <a:pt x="649490" y="258713"/>
                  </a:lnTo>
                  <a:lnTo>
                    <a:pt x="645922" y="257991"/>
                  </a:lnTo>
                  <a:lnTo>
                    <a:pt x="642353" y="257285"/>
                  </a:lnTo>
                  <a:lnTo>
                    <a:pt x="638785" y="256776"/>
                  </a:lnTo>
                  <a:lnTo>
                    <a:pt x="635216" y="256177"/>
                  </a:lnTo>
                  <a:lnTo>
                    <a:pt x="631647" y="255482"/>
                  </a:lnTo>
                  <a:lnTo>
                    <a:pt x="628079" y="254785"/>
                  </a:lnTo>
                  <a:lnTo>
                    <a:pt x="624510" y="253918"/>
                  </a:lnTo>
                  <a:lnTo>
                    <a:pt x="620941" y="253235"/>
                  </a:lnTo>
                  <a:lnTo>
                    <a:pt x="617373" y="252665"/>
                  </a:lnTo>
                  <a:lnTo>
                    <a:pt x="613804" y="252002"/>
                  </a:lnTo>
                  <a:lnTo>
                    <a:pt x="610236" y="251402"/>
                  </a:lnTo>
                  <a:lnTo>
                    <a:pt x="606667" y="250707"/>
                  </a:lnTo>
                  <a:lnTo>
                    <a:pt x="603098" y="250073"/>
                  </a:lnTo>
                  <a:lnTo>
                    <a:pt x="599530" y="249584"/>
                  </a:lnTo>
                  <a:lnTo>
                    <a:pt x="595961" y="248820"/>
                  </a:lnTo>
                  <a:lnTo>
                    <a:pt x="592392" y="248089"/>
                  </a:lnTo>
                  <a:lnTo>
                    <a:pt x="588824" y="247398"/>
                  </a:lnTo>
                  <a:lnTo>
                    <a:pt x="585255" y="246762"/>
                  </a:lnTo>
                  <a:lnTo>
                    <a:pt x="581686" y="246122"/>
                  </a:lnTo>
                  <a:lnTo>
                    <a:pt x="578118" y="245502"/>
                  </a:lnTo>
                  <a:lnTo>
                    <a:pt x="574549" y="244972"/>
                  </a:lnTo>
                  <a:lnTo>
                    <a:pt x="570981" y="244438"/>
                  </a:lnTo>
                  <a:lnTo>
                    <a:pt x="567412" y="243862"/>
                  </a:lnTo>
                  <a:lnTo>
                    <a:pt x="563843" y="243074"/>
                  </a:lnTo>
                  <a:lnTo>
                    <a:pt x="560275" y="242331"/>
                  </a:lnTo>
                  <a:lnTo>
                    <a:pt x="556706" y="241479"/>
                  </a:lnTo>
                  <a:lnTo>
                    <a:pt x="553137" y="240596"/>
                  </a:lnTo>
                  <a:lnTo>
                    <a:pt x="549569" y="240029"/>
                  </a:lnTo>
                  <a:lnTo>
                    <a:pt x="546000" y="239472"/>
                  </a:lnTo>
                  <a:lnTo>
                    <a:pt x="542432" y="238800"/>
                  </a:lnTo>
                  <a:lnTo>
                    <a:pt x="538863" y="238160"/>
                  </a:lnTo>
                  <a:lnTo>
                    <a:pt x="535294" y="237372"/>
                  </a:lnTo>
                  <a:lnTo>
                    <a:pt x="531726" y="236717"/>
                  </a:lnTo>
                  <a:lnTo>
                    <a:pt x="528157" y="235825"/>
                  </a:lnTo>
                  <a:lnTo>
                    <a:pt x="524588" y="234928"/>
                  </a:lnTo>
                  <a:lnTo>
                    <a:pt x="521020" y="234062"/>
                  </a:lnTo>
                  <a:lnTo>
                    <a:pt x="517451" y="233665"/>
                  </a:lnTo>
                  <a:lnTo>
                    <a:pt x="513882" y="233344"/>
                  </a:lnTo>
                  <a:lnTo>
                    <a:pt x="510314" y="232608"/>
                  </a:lnTo>
                  <a:lnTo>
                    <a:pt x="506745" y="231937"/>
                  </a:lnTo>
                  <a:lnTo>
                    <a:pt x="503177" y="231225"/>
                  </a:lnTo>
                  <a:lnTo>
                    <a:pt x="499608" y="230422"/>
                  </a:lnTo>
                  <a:lnTo>
                    <a:pt x="496039" y="229574"/>
                  </a:lnTo>
                  <a:lnTo>
                    <a:pt x="492471" y="228762"/>
                  </a:lnTo>
                  <a:lnTo>
                    <a:pt x="488902" y="227910"/>
                  </a:lnTo>
                  <a:lnTo>
                    <a:pt x="485333" y="227067"/>
                  </a:lnTo>
                  <a:lnTo>
                    <a:pt x="481765" y="226382"/>
                  </a:lnTo>
                  <a:lnTo>
                    <a:pt x="478196" y="225695"/>
                  </a:lnTo>
                  <a:lnTo>
                    <a:pt x="474628" y="224915"/>
                  </a:lnTo>
                  <a:lnTo>
                    <a:pt x="471059" y="224317"/>
                  </a:lnTo>
                  <a:lnTo>
                    <a:pt x="467490" y="223600"/>
                  </a:lnTo>
                  <a:lnTo>
                    <a:pt x="463922" y="223078"/>
                  </a:lnTo>
                  <a:lnTo>
                    <a:pt x="460353" y="222516"/>
                  </a:lnTo>
                  <a:lnTo>
                    <a:pt x="456784" y="221815"/>
                  </a:lnTo>
                  <a:lnTo>
                    <a:pt x="453216" y="221317"/>
                  </a:lnTo>
                  <a:lnTo>
                    <a:pt x="449647" y="220543"/>
                  </a:lnTo>
                  <a:lnTo>
                    <a:pt x="446078" y="219665"/>
                  </a:lnTo>
                  <a:lnTo>
                    <a:pt x="442510" y="218877"/>
                  </a:lnTo>
                  <a:lnTo>
                    <a:pt x="438941" y="218238"/>
                  </a:lnTo>
                  <a:lnTo>
                    <a:pt x="435373" y="217571"/>
                  </a:lnTo>
                  <a:lnTo>
                    <a:pt x="431804" y="216962"/>
                  </a:lnTo>
                  <a:lnTo>
                    <a:pt x="428235" y="216423"/>
                  </a:lnTo>
                  <a:lnTo>
                    <a:pt x="424667" y="215666"/>
                  </a:lnTo>
                  <a:lnTo>
                    <a:pt x="421098" y="215052"/>
                  </a:lnTo>
                  <a:lnTo>
                    <a:pt x="417529" y="214354"/>
                  </a:lnTo>
                  <a:lnTo>
                    <a:pt x="413961" y="213770"/>
                  </a:lnTo>
                  <a:lnTo>
                    <a:pt x="410392" y="213119"/>
                  </a:lnTo>
                  <a:lnTo>
                    <a:pt x="406824" y="212382"/>
                  </a:lnTo>
                  <a:lnTo>
                    <a:pt x="403255" y="212075"/>
                  </a:lnTo>
                  <a:lnTo>
                    <a:pt x="399686" y="211425"/>
                  </a:lnTo>
                  <a:lnTo>
                    <a:pt x="396118" y="210883"/>
                  </a:lnTo>
                  <a:lnTo>
                    <a:pt x="392549" y="210514"/>
                  </a:lnTo>
                  <a:lnTo>
                    <a:pt x="388980" y="210065"/>
                  </a:lnTo>
                  <a:lnTo>
                    <a:pt x="385412" y="209510"/>
                  </a:lnTo>
                  <a:lnTo>
                    <a:pt x="381843" y="209028"/>
                  </a:lnTo>
                  <a:lnTo>
                    <a:pt x="378274" y="208452"/>
                  </a:lnTo>
                  <a:lnTo>
                    <a:pt x="374706" y="208043"/>
                  </a:lnTo>
                  <a:lnTo>
                    <a:pt x="371137" y="207394"/>
                  </a:lnTo>
                  <a:lnTo>
                    <a:pt x="367569" y="206611"/>
                  </a:lnTo>
                  <a:lnTo>
                    <a:pt x="364000" y="205953"/>
                  </a:lnTo>
                  <a:lnTo>
                    <a:pt x="360431" y="205563"/>
                  </a:lnTo>
                  <a:lnTo>
                    <a:pt x="356863" y="204817"/>
                  </a:lnTo>
                  <a:lnTo>
                    <a:pt x="353294" y="204214"/>
                  </a:lnTo>
                  <a:lnTo>
                    <a:pt x="349725" y="203812"/>
                  </a:lnTo>
                  <a:lnTo>
                    <a:pt x="346157" y="203233"/>
                  </a:lnTo>
                  <a:lnTo>
                    <a:pt x="342588" y="202865"/>
                  </a:lnTo>
                  <a:lnTo>
                    <a:pt x="339020" y="202439"/>
                  </a:lnTo>
                  <a:lnTo>
                    <a:pt x="335451" y="202083"/>
                  </a:lnTo>
                  <a:lnTo>
                    <a:pt x="331882" y="201647"/>
                  </a:lnTo>
                  <a:lnTo>
                    <a:pt x="328314" y="201195"/>
                  </a:lnTo>
                  <a:lnTo>
                    <a:pt x="324745" y="200741"/>
                  </a:lnTo>
                  <a:lnTo>
                    <a:pt x="321176" y="200140"/>
                  </a:lnTo>
                  <a:lnTo>
                    <a:pt x="317608" y="199653"/>
                  </a:lnTo>
                  <a:lnTo>
                    <a:pt x="314039" y="199090"/>
                  </a:lnTo>
                  <a:lnTo>
                    <a:pt x="310470" y="198426"/>
                  </a:lnTo>
                  <a:lnTo>
                    <a:pt x="306902" y="198114"/>
                  </a:lnTo>
                  <a:lnTo>
                    <a:pt x="303333" y="198003"/>
                  </a:lnTo>
                  <a:lnTo>
                    <a:pt x="299765" y="197749"/>
                  </a:lnTo>
                  <a:lnTo>
                    <a:pt x="296196" y="197177"/>
                  </a:lnTo>
                  <a:lnTo>
                    <a:pt x="292627" y="196606"/>
                  </a:lnTo>
                  <a:lnTo>
                    <a:pt x="289059" y="196137"/>
                  </a:lnTo>
                  <a:lnTo>
                    <a:pt x="285490" y="196034"/>
                  </a:lnTo>
                  <a:lnTo>
                    <a:pt x="281921" y="195592"/>
                  </a:lnTo>
                  <a:lnTo>
                    <a:pt x="278353" y="195216"/>
                  </a:lnTo>
                  <a:lnTo>
                    <a:pt x="274784" y="194867"/>
                  </a:lnTo>
                  <a:lnTo>
                    <a:pt x="271216" y="194623"/>
                  </a:lnTo>
                  <a:lnTo>
                    <a:pt x="267647" y="194268"/>
                  </a:lnTo>
                  <a:lnTo>
                    <a:pt x="264078" y="194285"/>
                  </a:lnTo>
                  <a:lnTo>
                    <a:pt x="260510" y="194063"/>
                  </a:lnTo>
                  <a:lnTo>
                    <a:pt x="256941" y="193427"/>
                  </a:lnTo>
                  <a:lnTo>
                    <a:pt x="253372" y="193039"/>
                  </a:lnTo>
                  <a:lnTo>
                    <a:pt x="249804" y="192932"/>
                  </a:lnTo>
                  <a:lnTo>
                    <a:pt x="246235" y="192676"/>
                  </a:lnTo>
                  <a:lnTo>
                    <a:pt x="242666" y="192357"/>
                  </a:lnTo>
                  <a:lnTo>
                    <a:pt x="239098" y="192040"/>
                  </a:lnTo>
                  <a:lnTo>
                    <a:pt x="235529" y="191598"/>
                  </a:lnTo>
                  <a:lnTo>
                    <a:pt x="231961" y="191309"/>
                  </a:lnTo>
                  <a:lnTo>
                    <a:pt x="228392" y="191095"/>
                  </a:lnTo>
                  <a:lnTo>
                    <a:pt x="224823" y="191181"/>
                  </a:lnTo>
                  <a:lnTo>
                    <a:pt x="221255" y="190840"/>
                  </a:lnTo>
                  <a:lnTo>
                    <a:pt x="217686" y="190754"/>
                  </a:lnTo>
                  <a:lnTo>
                    <a:pt x="214117" y="190663"/>
                  </a:lnTo>
                  <a:lnTo>
                    <a:pt x="210549" y="190561"/>
                  </a:lnTo>
                  <a:lnTo>
                    <a:pt x="206980" y="190464"/>
                  </a:lnTo>
                  <a:lnTo>
                    <a:pt x="203412" y="190137"/>
                  </a:lnTo>
                  <a:lnTo>
                    <a:pt x="199843" y="190218"/>
                  </a:lnTo>
                  <a:lnTo>
                    <a:pt x="196274" y="190062"/>
                  </a:lnTo>
                  <a:lnTo>
                    <a:pt x="192706" y="189555"/>
                  </a:lnTo>
                  <a:lnTo>
                    <a:pt x="189137" y="189492"/>
                  </a:lnTo>
                  <a:lnTo>
                    <a:pt x="185568" y="189590"/>
                  </a:lnTo>
                  <a:lnTo>
                    <a:pt x="182000" y="189410"/>
                  </a:lnTo>
                  <a:lnTo>
                    <a:pt x="178431" y="189223"/>
                  </a:lnTo>
                  <a:lnTo>
                    <a:pt x="174862" y="189039"/>
                  </a:lnTo>
                  <a:lnTo>
                    <a:pt x="171294" y="188857"/>
                  </a:lnTo>
                  <a:lnTo>
                    <a:pt x="167725" y="188670"/>
                  </a:lnTo>
                  <a:lnTo>
                    <a:pt x="164157" y="188450"/>
                  </a:lnTo>
                  <a:lnTo>
                    <a:pt x="160588" y="188540"/>
                  </a:lnTo>
                  <a:lnTo>
                    <a:pt x="157019" y="188417"/>
                  </a:lnTo>
                  <a:lnTo>
                    <a:pt x="153451" y="188565"/>
                  </a:lnTo>
                  <a:lnTo>
                    <a:pt x="149882" y="188577"/>
                  </a:lnTo>
                  <a:lnTo>
                    <a:pt x="146313" y="188400"/>
                  </a:lnTo>
                  <a:lnTo>
                    <a:pt x="142745" y="188215"/>
                  </a:lnTo>
                  <a:lnTo>
                    <a:pt x="139176" y="188038"/>
                  </a:lnTo>
                  <a:lnTo>
                    <a:pt x="135608" y="188163"/>
                  </a:lnTo>
                  <a:lnTo>
                    <a:pt x="132039" y="188092"/>
                  </a:lnTo>
                  <a:lnTo>
                    <a:pt x="128470" y="187927"/>
                  </a:lnTo>
                  <a:lnTo>
                    <a:pt x="124902" y="187944"/>
                  </a:lnTo>
                  <a:lnTo>
                    <a:pt x="121333" y="188054"/>
                  </a:lnTo>
                  <a:lnTo>
                    <a:pt x="117764" y="187797"/>
                  </a:lnTo>
                  <a:lnTo>
                    <a:pt x="114196" y="187906"/>
                  </a:lnTo>
                  <a:lnTo>
                    <a:pt x="110627" y="187998"/>
                  </a:lnTo>
                  <a:lnTo>
                    <a:pt x="107058" y="188138"/>
                  </a:lnTo>
                  <a:lnTo>
                    <a:pt x="103490" y="188254"/>
                  </a:lnTo>
                  <a:lnTo>
                    <a:pt x="99921" y="188189"/>
                  </a:lnTo>
                  <a:lnTo>
                    <a:pt x="96353" y="188022"/>
                  </a:lnTo>
                  <a:lnTo>
                    <a:pt x="92784" y="188133"/>
                  </a:lnTo>
                  <a:lnTo>
                    <a:pt x="89215" y="188264"/>
                  </a:lnTo>
                  <a:lnTo>
                    <a:pt x="85647" y="188348"/>
                  </a:lnTo>
                  <a:lnTo>
                    <a:pt x="82078" y="188532"/>
                  </a:lnTo>
                  <a:lnTo>
                    <a:pt x="78509" y="188691"/>
                  </a:lnTo>
                  <a:lnTo>
                    <a:pt x="74941" y="188870"/>
                  </a:lnTo>
                  <a:lnTo>
                    <a:pt x="71372" y="188984"/>
                  </a:lnTo>
                  <a:lnTo>
                    <a:pt x="67804" y="189185"/>
                  </a:lnTo>
                  <a:lnTo>
                    <a:pt x="64235" y="189102"/>
                  </a:lnTo>
                  <a:lnTo>
                    <a:pt x="60666" y="189102"/>
                  </a:lnTo>
                  <a:lnTo>
                    <a:pt x="57098" y="189393"/>
                  </a:lnTo>
                  <a:lnTo>
                    <a:pt x="53529" y="189468"/>
                  </a:lnTo>
                  <a:lnTo>
                    <a:pt x="49960" y="189759"/>
                  </a:lnTo>
                  <a:lnTo>
                    <a:pt x="46392" y="189911"/>
                  </a:lnTo>
                  <a:lnTo>
                    <a:pt x="42823" y="189931"/>
                  </a:lnTo>
                  <a:lnTo>
                    <a:pt x="39254" y="190175"/>
                  </a:lnTo>
                  <a:lnTo>
                    <a:pt x="35686" y="190204"/>
                  </a:lnTo>
                  <a:lnTo>
                    <a:pt x="32117" y="190363"/>
                  </a:lnTo>
                  <a:lnTo>
                    <a:pt x="28549" y="190314"/>
                  </a:lnTo>
                  <a:lnTo>
                    <a:pt x="24980" y="190439"/>
                  </a:lnTo>
                  <a:lnTo>
                    <a:pt x="21411" y="190595"/>
                  </a:lnTo>
                  <a:lnTo>
                    <a:pt x="17843" y="190473"/>
                  </a:lnTo>
                  <a:lnTo>
                    <a:pt x="14274" y="190493"/>
                  </a:lnTo>
                  <a:lnTo>
                    <a:pt x="10705" y="190881"/>
                  </a:lnTo>
                  <a:lnTo>
                    <a:pt x="7137" y="191168"/>
                  </a:lnTo>
                  <a:lnTo>
                    <a:pt x="3568" y="191389"/>
                  </a:lnTo>
                  <a:lnTo>
                    <a:pt x="0" y="191419"/>
                  </a:lnTo>
                  <a:close/>
                </a:path>
              </a:pathLst>
            </a:custGeom>
            <a:solidFill>
              <a:srgbClr val="CC79A7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75466" y="3075681"/>
              <a:ext cx="852902" cy="102337"/>
            </a:xfrm>
            <a:custGeom>
              <a:avLst/>
              <a:pathLst>
                <a:path w="852902" h="102337">
                  <a:moveTo>
                    <a:pt x="0" y="0"/>
                  </a:moveTo>
                  <a:lnTo>
                    <a:pt x="3568" y="1601"/>
                  </a:lnTo>
                  <a:lnTo>
                    <a:pt x="7137" y="3271"/>
                  </a:lnTo>
                  <a:lnTo>
                    <a:pt x="10705" y="5042"/>
                  </a:lnTo>
                  <a:lnTo>
                    <a:pt x="14274" y="6482"/>
                  </a:lnTo>
                  <a:lnTo>
                    <a:pt x="17843" y="7795"/>
                  </a:lnTo>
                  <a:lnTo>
                    <a:pt x="21411" y="8890"/>
                  </a:lnTo>
                  <a:lnTo>
                    <a:pt x="24980" y="10099"/>
                  </a:lnTo>
                  <a:lnTo>
                    <a:pt x="28549" y="11811"/>
                  </a:lnTo>
                  <a:lnTo>
                    <a:pt x="32117" y="13273"/>
                  </a:lnTo>
                  <a:lnTo>
                    <a:pt x="35686" y="14643"/>
                  </a:lnTo>
                  <a:lnTo>
                    <a:pt x="39254" y="16191"/>
                  </a:lnTo>
                  <a:lnTo>
                    <a:pt x="42823" y="17663"/>
                  </a:lnTo>
                  <a:lnTo>
                    <a:pt x="46392" y="19151"/>
                  </a:lnTo>
                  <a:lnTo>
                    <a:pt x="49960" y="20474"/>
                  </a:lnTo>
                  <a:lnTo>
                    <a:pt x="53529" y="21473"/>
                  </a:lnTo>
                  <a:lnTo>
                    <a:pt x="57098" y="23046"/>
                  </a:lnTo>
                  <a:lnTo>
                    <a:pt x="60666" y="24618"/>
                  </a:lnTo>
                  <a:lnTo>
                    <a:pt x="64235" y="25964"/>
                  </a:lnTo>
                  <a:lnTo>
                    <a:pt x="67804" y="27124"/>
                  </a:lnTo>
                  <a:lnTo>
                    <a:pt x="71372" y="28497"/>
                  </a:lnTo>
                  <a:lnTo>
                    <a:pt x="74941" y="29815"/>
                  </a:lnTo>
                  <a:lnTo>
                    <a:pt x="78509" y="31064"/>
                  </a:lnTo>
                  <a:lnTo>
                    <a:pt x="82078" y="32279"/>
                  </a:lnTo>
                  <a:lnTo>
                    <a:pt x="85647" y="33396"/>
                  </a:lnTo>
                  <a:lnTo>
                    <a:pt x="89215" y="34523"/>
                  </a:lnTo>
                  <a:lnTo>
                    <a:pt x="92784" y="35830"/>
                  </a:lnTo>
                  <a:lnTo>
                    <a:pt x="96353" y="36804"/>
                  </a:lnTo>
                  <a:lnTo>
                    <a:pt x="99921" y="38016"/>
                  </a:lnTo>
                  <a:lnTo>
                    <a:pt x="103490" y="39223"/>
                  </a:lnTo>
                  <a:lnTo>
                    <a:pt x="107058" y="40416"/>
                  </a:lnTo>
                  <a:lnTo>
                    <a:pt x="110627" y="41569"/>
                  </a:lnTo>
                  <a:lnTo>
                    <a:pt x="114196" y="42834"/>
                  </a:lnTo>
                  <a:lnTo>
                    <a:pt x="117764" y="43903"/>
                  </a:lnTo>
                  <a:lnTo>
                    <a:pt x="121333" y="45062"/>
                  </a:lnTo>
                  <a:lnTo>
                    <a:pt x="124902" y="46223"/>
                  </a:lnTo>
                  <a:lnTo>
                    <a:pt x="128470" y="47382"/>
                  </a:lnTo>
                  <a:lnTo>
                    <a:pt x="132039" y="48795"/>
                  </a:lnTo>
                  <a:lnTo>
                    <a:pt x="135608" y="50246"/>
                  </a:lnTo>
                  <a:lnTo>
                    <a:pt x="139176" y="51680"/>
                  </a:lnTo>
                  <a:lnTo>
                    <a:pt x="142745" y="53157"/>
                  </a:lnTo>
                  <a:lnTo>
                    <a:pt x="146313" y="54075"/>
                  </a:lnTo>
                  <a:lnTo>
                    <a:pt x="149882" y="54901"/>
                  </a:lnTo>
                  <a:lnTo>
                    <a:pt x="153451" y="56477"/>
                  </a:lnTo>
                  <a:lnTo>
                    <a:pt x="157019" y="57571"/>
                  </a:lnTo>
                  <a:lnTo>
                    <a:pt x="160588" y="58717"/>
                  </a:lnTo>
                  <a:lnTo>
                    <a:pt x="164157" y="59895"/>
                  </a:lnTo>
                  <a:lnTo>
                    <a:pt x="167725" y="60977"/>
                  </a:lnTo>
                  <a:lnTo>
                    <a:pt x="171294" y="61779"/>
                  </a:lnTo>
                  <a:lnTo>
                    <a:pt x="174862" y="62929"/>
                  </a:lnTo>
                  <a:lnTo>
                    <a:pt x="178431" y="64215"/>
                  </a:lnTo>
                  <a:lnTo>
                    <a:pt x="182000" y="65235"/>
                  </a:lnTo>
                  <a:lnTo>
                    <a:pt x="185568" y="66083"/>
                  </a:lnTo>
                  <a:lnTo>
                    <a:pt x="189137" y="66845"/>
                  </a:lnTo>
                  <a:lnTo>
                    <a:pt x="192706" y="67819"/>
                  </a:lnTo>
                  <a:lnTo>
                    <a:pt x="196274" y="68580"/>
                  </a:lnTo>
                  <a:lnTo>
                    <a:pt x="199843" y="69701"/>
                  </a:lnTo>
                  <a:lnTo>
                    <a:pt x="203412" y="70654"/>
                  </a:lnTo>
                  <a:lnTo>
                    <a:pt x="206980" y="71473"/>
                  </a:lnTo>
                  <a:lnTo>
                    <a:pt x="210549" y="72383"/>
                  </a:lnTo>
                  <a:lnTo>
                    <a:pt x="214117" y="73209"/>
                  </a:lnTo>
                  <a:lnTo>
                    <a:pt x="217686" y="74074"/>
                  </a:lnTo>
                  <a:lnTo>
                    <a:pt x="221255" y="74625"/>
                  </a:lnTo>
                  <a:lnTo>
                    <a:pt x="224823" y="75531"/>
                  </a:lnTo>
                  <a:lnTo>
                    <a:pt x="228392" y="76717"/>
                  </a:lnTo>
                  <a:lnTo>
                    <a:pt x="231961" y="77498"/>
                  </a:lnTo>
                  <a:lnTo>
                    <a:pt x="235529" y="78527"/>
                  </a:lnTo>
                  <a:lnTo>
                    <a:pt x="239098" y="79489"/>
                  </a:lnTo>
                  <a:lnTo>
                    <a:pt x="242666" y="80483"/>
                  </a:lnTo>
                  <a:lnTo>
                    <a:pt x="246235" y="81591"/>
                  </a:lnTo>
                  <a:lnTo>
                    <a:pt x="249804" y="82450"/>
                  </a:lnTo>
                  <a:lnTo>
                    <a:pt x="253372" y="83351"/>
                  </a:lnTo>
                  <a:lnTo>
                    <a:pt x="256941" y="83991"/>
                  </a:lnTo>
                  <a:lnTo>
                    <a:pt x="260510" y="84979"/>
                  </a:lnTo>
                  <a:lnTo>
                    <a:pt x="264078" y="85963"/>
                  </a:lnTo>
                  <a:lnTo>
                    <a:pt x="267647" y="86552"/>
                  </a:lnTo>
                  <a:lnTo>
                    <a:pt x="271216" y="86998"/>
                  </a:lnTo>
                  <a:lnTo>
                    <a:pt x="274784" y="87587"/>
                  </a:lnTo>
                  <a:lnTo>
                    <a:pt x="278353" y="88304"/>
                  </a:lnTo>
                  <a:lnTo>
                    <a:pt x="281921" y="89037"/>
                  </a:lnTo>
                  <a:lnTo>
                    <a:pt x="285490" y="89904"/>
                  </a:lnTo>
                  <a:lnTo>
                    <a:pt x="289059" y="90668"/>
                  </a:lnTo>
                  <a:lnTo>
                    <a:pt x="292627" y="91375"/>
                  </a:lnTo>
                  <a:lnTo>
                    <a:pt x="296196" y="92039"/>
                  </a:lnTo>
                  <a:lnTo>
                    <a:pt x="299765" y="92528"/>
                  </a:lnTo>
                  <a:lnTo>
                    <a:pt x="303333" y="92964"/>
                  </a:lnTo>
                  <a:lnTo>
                    <a:pt x="306902" y="93239"/>
                  </a:lnTo>
                  <a:lnTo>
                    <a:pt x="310470" y="93664"/>
                  </a:lnTo>
                  <a:lnTo>
                    <a:pt x="314039" y="93966"/>
                  </a:lnTo>
                  <a:lnTo>
                    <a:pt x="317608" y="94076"/>
                  </a:lnTo>
                  <a:lnTo>
                    <a:pt x="321176" y="94254"/>
                  </a:lnTo>
                  <a:lnTo>
                    <a:pt x="324745" y="94360"/>
                  </a:lnTo>
                  <a:lnTo>
                    <a:pt x="328314" y="94887"/>
                  </a:lnTo>
                  <a:lnTo>
                    <a:pt x="331882" y="95269"/>
                  </a:lnTo>
                  <a:lnTo>
                    <a:pt x="335451" y="95439"/>
                  </a:lnTo>
                  <a:lnTo>
                    <a:pt x="339020" y="96062"/>
                  </a:lnTo>
                  <a:lnTo>
                    <a:pt x="342588" y="96259"/>
                  </a:lnTo>
                  <a:lnTo>
                    <a:pt x="346157" y="96548"/>
                  </a:lnTo>
                  <a:lnTo>
                    <a:pt x="349725" y="97140"/>
                  </a:lnTo>
                  <a:lnTo>
                    <a:pt x="353294" y="97263"/>
                  </a:lnTo>
                  <a:lnTo>
                    <a:pt x="356863" y="97397"/>
                  </a:lnTo>
                  <a:lnTo>
                    <a:pt x="360431" y="97871"/>
                  </a:lnTo>
                  <a:lnTo>
                    <a:pt x="364000" y="98320"/>
                  </a:lnTo>
                  <a:lnTo>
                    <a:pt x="367569" y="98497"/>
                  </a:lnTo>
                  <a:lnTo>
                    <a:pt x="371137" y="98776"/>
                  </a:lnTo>
                  <a:lnTo>
                    <a:pt x="374706" y="98730"/>
                  </a:lnTo>
                  <a:lnTo>
                    <a:pt x="378274" y="98956"/>
                  </a:lnTo>
                  <a:lnTo>
                    <a:pt x="381843" y="98993"/>
                  </a:lnTo>
                  <a:lnTo>
                    <a:pt x="385412" y="99360"/>
                  </a:lnTo>
                  <a:lnTo>
                    <a:pt x="388980" y="99360"/>
                  </a:lnTo>
                  <a:lnTo>
                    <a:pt x="392549" y="99365"/>
                  </a:lnTo>
                  <a:lnTo>
                    <a:pt x="396118" y="99373"/>
                  </a:lnTo>
                  <a:lnTo>
                    <a:pt x="399686" y="99389"/>
                  </a:lnTo>
                  <a:lnTo>
                    <a:pt x="403255" y="99471"/>
                  </a:lnTo>
                  <a:lnTo>
                    <a:pt x="406824" y="99807"/>
                  </a:lnTo>
                  <a:lnTo>
                    <a:pt x="410392" y="99947"/>
                  </a:lnTo>
                  <a:lnTo>
                    <a:pt x="413961" y="100293"/>
                  </a:lnTo>
                  <a:lnTo>
                    <a:pt x="417529" y="100534"/>
                  </a:lnTo>
                  <a:lnTo>
                    <a:pt x="421098" y="101014"/>
                  </a:lnTo>
                  <a:lnTo>
                    <a:pt x="424667" y="101211"/>
                  </a:lnTo>
                  <a:lnTo>
                    <a:pt x="428235" y="101250"/>
                  </a:lnTo>
                  <a:lnTo>
                    <a:pt x="431804" y="101308"/>
                  </a:lnTo>
                  <a:lnTo>
                    <a:pt x="435373" y="101422"/>
                  </a:lnTo>
                  <a:lnTo>
                    <a:pt x="438941" y="101257"/>
                  </a:lnTo>
                  <a:lnTo>
                    <a:pt x="442510" y="101112"/>
                  </a:lnTo>
                  <a:lnTo>
                    <a:pt x="446078" y="101020"/>
                  </a:lnTo>
                  <a:lnTo>
                    <a:pt x="449647" y="101355"/>
                  </a:lnTo>
                  <a:lnTo>
                    <a:pt x="453216" y="101789"/>
                  </a:lnTo>
                  <a:lnTo>
                    <a:pt x="456784" y="102034"/>
                  </a:lnTo>
                  <a:lnTo>
                    <a:pt x="460353" y="102123"/>
                  </a:lnTo>
                  <a:lnTo>
                    <a:pt x="463922" y="101945"/>
                  </a:lnTo>
                  <a:lnTo>
                    <a:pt x="467490" y="101959"/>
                  </a:lnTo>
                  <a:lnTo>
                    <a:pt x="471059" y="101789"/>
                  </a:lnTo>
                  <a:lnTo>
                    <a:pt x="474628" y="101732"/>
                  </a:lnTo>
                  <a:lnTo>
                    <a:pt x="478196" y="101893"/>
                  </a:lnTo>
                  <a:lnTo>
                    <a:pt x="481765" y="102221"/>
                  </a:lnTo>
                  <a:lnTo>
                    <a:pt x="485333" y="102337"/>
                  </a:lnTo>
                  <a:lnTo>
                    <a:pt x="488902" y="102229"/>
                  </a:lnTo>
                  <a:lnTo>
                    <a:pt x="492471" y="102080"/>
                  </a:lnTo>
                  <a:lnTo>
                    <a:pt x="496039" y="101846"/>
                  </a:lnTo>
                  <a:lnTo>
                    <a:pt x="499608" y="101613"/>
                  </a:lnTo>
                  <a:lnTo>
                    <a:pt x="503177" y="101459"/>
                  </a:lnTo>
                  <a:lnTo>
                    <a:pt x="506745" y="101584"/>
                  </a:lnTo>
                  <a:lnTo>
                    <a:pt x="510314" y="101849"/>
                  </a:lnTo>
                  <a:lnTo>
                    <a:pt x="513882" y="101641"/>
                  </a:lnTo>
                  <a:lnTo>
                    <a:pt x="517451" y="101605"/>
                  </a:lnTo>
                  <a:lnTo>
                    <a:pt x="521020" y="101442"/>
                  </a:lnTo>
                  <a:lnTo>
                    <a:pt x="524588" y="101183"/>
                  </a:lnTo>
                  <a:lnTo>
                    <a:pt x="528157" y="101031"/>
                  </a:lnTo>
                  <a:lnTo>
                    <a:pt x="531726" y="100923"/>
                  </a:lnTo>
                  <a:lnTo>
                    <a:pt x="535294" y="100798"/>
                  </a:lnTo>
                  <a:lnTo>
                    <a:pt x="538863" y="100634"/>
                  </a:lnTo>
                  <a:lnTo>
                    <a:pt x="542432" y="100732"/>
                  </a:lnTo>
                  <a:lnTo>
                    <a:pt x="546000" y="100609"/>
                  </a:lnTo>
                  <a:lnTo>
                    <a:pt x="549569" y="100576"/>
                  </a:lnTo>
                  <a:lnTo>
                    <a:pt x="553137" y="100346"/>
                  </a:lnTo>
                  <a:lnTo>
                    <a:pt x="556706" y="100030"/>
                  </a:lnTo>
                  <a:lnTo>
                    <a:pt x="560275" y="99981"/>
                  </a:lnTo>
                  <a:lnTo>
                    <a:pt x="563843" y="100107"/>
                  </a:lnTo>
                  <a:lnTo>
                    <a:pt x="567412" y="100234"/>
                  </a:lnTo>
                  <a:lnTo>
                    <a:pt x="570981" y="100036"/>
                  </a:lnTo>
                  <a:lnTo>
                    <a:pt x="574549" y="100019"/>
                  </a:lnTo>
                  <a:lnTo>
                    <a:pt x="578118" y="99813"/>
                  </a:lnTo>
                  <a:lnTo>
                    <a:pt x="581686" y="99329"/>
                  </a:lnTo>
                  <a:lnTo>
                    <a:pt x="585255" y="98729"/>
                  </a:lnTo>
                  <a:lnTo>
                    <a:pt x="588824" y="98750"/>
                  </a:lnTo>
                  <a:lnTo>
                    <a:pt x="592392" y="98646"/>
                  </a:lnTo>
                  <a:lnTo>
                    <a:pt x="595961" y="98235"/>
                  </a:lnTo>
                  <a:lnTo>
                    <a:pt x="599530" y="97839"/>
                  </a:lnTo>
                  <a:lnTo>
                    <a:pt x="603098" y="97667"/>
                  </a:lnTo>
                  <a:lnTo>
                    <a:pt x="606667" y="97496"/>
                  </a:lnTo>
                  <a:lnTo>
                    <a:pt x="610236" y="97335"/>
                  </a:lnTo>
                  <a:lnTo>
                    <a:pt x="613804" y="97175"/>
                  </a:lnTo>
                  <a:lnTo>
                    <a:pt x="617373" y="97084"/>
                  </a:lnTo>
                  <a:lnTo>
                    <a:pt x="620941" y="97123"/>
                  </a:lnTo>
                  <a:lnTo>
                    <a:pt x="624510" y="97006"/>
                  </a:lnTo>
                  <a:lnTo>
                    <a:pt x="628079" y="96689"/>
                  </a:lnTo>
                  <a:lnTo>
                    <a:pt x="631647" y="96350"/>
                  </a:lnTo>
                  <a:lnTo>
                    <a:pt x="635216" y="95900"/>
                  </a:lnTo>
                  <a:lnTo>
                    <a:pt x="638785" y="95504"/>
                  </a:lnTo>
                  <a:lnTo>
                    <a:pt x="642353" y="95114"/>
                  </a:lnTo>
                  <a:lnTo>
                    <a:pt x="645922" y="94925"/>
                  </a:lnTo>
                  <a:lnTo>
                    <a:pt x="649490" y="94853"/>
                  </a:lnTo>
                  <a:lnTo>
                    <a:pt x="653059" y="94390"/>
                  </a:lnTo>
                  <a:lnTo>
                    <a:pt x="656628" y="94283"/>
                  </a:lnTo>
                  <a:lnTo>
                    <a:pt x="660196" y="94388"/>
                  </a:lnTo>
                  <a:lnTo>
                    <a:pt x="663765" y="94423"/>
                  </a:lnTo>
                  <a:lnTo>
                    <a:pt x="667334" y="94213"/>
                  </a:lnTo>
                  <a:lnTo>
                    <a:pt x="670902" y="93742"/>
                  </a:lnTo>
                  <a:lnTo>
                    <a:pt x="674471" y="93707"/>
                  </a:lnTo>
                  <a:lnTo>
                    <a:pt x="678040" y="93674"/>
                  </a:lnTo>
                  <a:lnTo>
                    <a:pt x="681608" y="93598"/>
                  </a:lnTo>
                  <a:lnTo>
                    <a:pt x="685177" y="93585"/>
                  </a:lnTo>
                  <a:lnTo>
                    <a:pt x="688745" y="93550"/>
                  </a:lnTo>
                  <a:lnTo>
                    <a:pt x="692314" y="93527"/>
                  </a:lnTo>
                  <a:lnTo>
                    <a:pt x="695883" y="93351"/>
                  </a:lnTo>
                  <a:lnTo>
                    <a:pt x="699451" y="93175"/>
                  </a:lnTo>
                  <a:lnTo>
                    <a:pt x="703020" y="93006"/>
                  </a:lnTo>
                  <a:lnTo>
                    <a:pt x="706589" y="92838"/>
                  </a:lnTo>
                  <a:lnTo>
                    <a:pt x="710157" y="92613"/>
                  </a:lnTo>
                  <a:lnTo>
                    <a:pt x="713726" y="92235"/>
                  </a:lnTo>
                  <a:lnTo>
                    <a:pt x="717294" y="91856"/>
                  </a:lnTo>
                  <a:lnTo>
                    <a:pt x="720863" y="91478"/>
                  </a:lnTo>
                  <a:lnTo>
                    <a:pt x="724432" y="91119"/>
                  </a:lnTo>
                  <a:lnTo>
                    <a:pt x="728000" y="90814"/>
                  </a:lnTo>
                  <a:lnTo>
                    <a:pt x="731569" y="90644"/>
                  </a:lnTo>
                  <a:lnTo>
                    <a:pt x="735138" y="90702"/>
                  </a:lnTo>
                  <a:lnTo>
                    <a:pt x="738706" y="90042"/>
                  </a:lnTo>
                  <a:lnTo>
                    <a:pt x="742275" y="89653"/>
                  </a:lnTo>
                  <a:lnTo>
                    <a:pt x="745844" y="89128"/>
                  </a:lnTo>
                  <a:lnTo>
                    <a:pt x="749412" y="88603"/>
                  </a:lnTo>
                  <a:lnTo>
                    <a:pt x="752981" y="88090"/>
                  </a:lnTo>
                  <a:lnTo>
                    <a:pt x="756549" y="87698"/>
                  </a:lnTo>
                  <a:lnTo>
                    <a:pt x="760118" y="87307"/>
                  </a:lnTo>
                  <a:lnTo>
                    <a:pt x="763687" y="86996"/>
                  </a:lnTo>
                  <a:lnTo>
                    <a:pt x="767255" y="86851"/>
                  </a:lnTo>
                  <a:lnTo>
                    <a:pt x="770824" y="86214"/>
                  </a:lnTo>
                  <a:lnTo>
                    <a:pt x="774393" y="85740"/>
                  </a:lnTo>
                  <a:lnTo>
                    <a:pt x="777961" y="85347"/>
                  </a:lnTo>
                  <a:lnTo>
                    <a:pt x="781530" y="85142"/>
                  </a:lnTo>
                  <a:lnTo>
                    <a:pt x="785098" y="85366"/>
                  </a:lnTo>
                  <a:lnTo>
                    <a:pt x="788667" y="85427"/>
                  </a:lnTo>
                  <a:lnTo>
                    <a:pt x="792236" y="84875"/>
                  </a:lnTo>
                  <a:lnTo>
                    <a:pt x="795804" y="84467"/>
                  </a:lnTo>
                  <a:lnTo>
                    <a:pt x="799373" y="84145"/>
                  </a:lnTo>
                  <a:lnTo>
                    <a:pt x="802942" y="83565"/>
                  </a:lnTo>
                  <a:lnTo>
                    <a:pt x="806510" y="83040"/>
                  </a:lnTo>
                  <a:lnTo>
                    <a:pt x="810079" y="82856"/>
                  </a:lnTo>
                  <a:lnTo>
                    <a:pt x="813648" y="82485"/>
                  </a:lnTo>
                  <a:lnTo>
                    <a:pt x="817216" y="82030"/>
                  </a:lnTo>
                  <a:lnTo>
                    <a:pt x="820785" y="81347"/>
                  </a:lnTo>
                  <a:lnTo>
                    <a:pt x="824353" y="80777"/>
                  </a:lnTo>
                  <a:lnTo>
                    <a:pt x="827922" y="80555"/>
                  </a:lnTo>
                  <a:lnTo>
                    <a:pt x="831491" y="79888"/>
                  </a:lnTo>
                  <a:lnTo>
                    <a:pt x="835059" y="79467"/>
                  </a:lnTo>
                  <a:lnTo>
                    <a:pt x="838628" y="79334"/>
                  </a:lnTo>
                  <a:lnTo>
                    <a:pt x="842197" y="78887"/>
                  </a:lnTo>
                  <a:lnTo>
                    <a:pt x="845765" y="78433"/>
                  </a:lnTo>
                  <a:lnTo>
                    <a:pt x="849334" y="77974"/>
                  </a:lnTo>
                  <a:lnTo>
                    <a:pt x="852902" y="7752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75466" y="3263479"/>
              <a:ext cx="852902" cy="103458"/>
            </a:xfrm>
            <a:custGeom>
              <a:avLst/>
              <a:pathLst>
                <a:path w="852902" h="103458">
                  <a:moveTo>
                    <a:pt x="852902" y="103458"/>
                  </a:moveTo>
                  <a:lnTo>
                    <a:pt x="849334" y="102969"/>
                  </a:lnTo>
                  <a:lnTo>
                    <a:pt x="845765" y="102635"/>
                  </a:lnTo>
                  <a:lnTo>
                    <a:pt x="842197" y="102140"/>
                  </a:lnTo>
                  <a:lnTo>
                    <a:pt x="838628" y="101620"/>
                  </a:lnTo>
                  <a:lnTo>
                    <a:pt x="835059" y="101096"/>
                  </a:lnTo>
                  <a:lnTo>
                    <a:pt x="831491" y="100679"/>
                  </a:lnTo>
                  <a:lnTo>
                    <a:pt x="827922" y="100272"/>
                  </a:lnTo>
                  <a:lnTo>
                    <a:pt x="824353" y="99819"/>
                  </a:lnTo>
                  <a:lnTo>
                    <a:pt x="820785" y="99340"/>
                  </a:lnTo>
                  <a:lnTo>
                    <a:pt x="817216" y="98904"/>
                  </a:lnTo>
                  <a:lnTo>
                    <a:pt x="813648" y="98447"/>
                  </a:lnTo>
                  <a:lnTo>
                    <a:pt x="810079" y="97862"/>
                  </a:lnTo>
                  <a:lnTo>
                    <a:pt x="806510" y="97337"/>
                  </a:lnTo>
                  <a:lnTo>
                    <a:pt x="802942" y="96881"/>
                  </a:lnTo>
                  <a:lnTo>
                    <a:pt x="799373" y="96368"/>
                  </a:lnTo>
                  <a:lnTo>
                    <a:pt x="795804" y="95836"/>
                  </a:lnTo>
                  <a:lnTo>
                    <a:pt x="792236" y="95298"/>
                  </a:lnTo>
                  <a:lnTo>
                    <a:pt x="788667" y="94720"/>
                  </a:lnTo>
                  <a:lnTo>
                    <a:pt x="785098" y="94140"/>
                  </a:lnTo>
                  <a:lnTo>
                    <a:pt x="781530" y="93555"/>
                  </a:lnTo>
                  <a:lnTo>
                    <a:pt x="777961" y="92967"/>
                  </a:lnTo>
                  <a:lnTo>
                    <a:pt x="774393" y="92375"/>
                  </a:lnTo>
                  <a:lnTo>
                    <a:pt x="770824" y="91900"/>
                  </a:lnTo>
                  <a:lnTo>
                    <a:pt x="767255" y="91462"/>
                  </a:lnTo>
                  <a:lnTo>
                    <a:pt x="763687" y="90904"/>
                  </a:lnTo>
                  <a:lnTo>
                    <a:pt x="760118" y="90342"/>
                  </a:lnTo>
                  <a:lnTo>
                    <a:pt x="756549" y="89774"/>
                  </a:lnTo>
                  <a:lnTo>
                    <a:pt x="752981" y="89297"/>
                  </a:lnTo>
                  <a:lnTo>
                    <a:pt x="749412" y="88626"/>
                  </a:lnTo>
                  <a:lnTo>
                    <a:pt x="745844" y="88048"/>
                  </a:lnTo>
                  <a:lnTo>
                    <a:pt x="742275" y="87466"/>
                  </a:lnTo>
                  <a:lnTo>
                    <a:pt x="738706" y="86927"/>
                  </a:lnTo>
                  <a:lnTo>
                    <a:pt x="735138" y="86356"/>
                  </a:lnTo>
                  <a:lnTo>
                    <a:pt x="731569" y="85739"/>
                  </a:lnTo>
                  <a:lnTo>
                    <a:pt x="728000" y="85132"/>
                  </a:lnTo>
                  <a:lnTo>
                    <a:pt x="724432" y="84696"/>
                  </a:lnTo>
                  <a:lnTo>
                    <a:pt x="720863" y="84258"/>
                  </a:lnTo>
                  <a:lnTo>
                    <a:pt x="717294" y="83652"/>
                  </a:lnTo>
                  <a:lnTo>
                    <a:pt x="713726" y="82891"/>
                  </a:lnTo>
                  <a:lnTo>
                    <a:pt x="710157" y="82124"/>
                  </a:lnTo>
                  <a:lnTo>
                    <a:pt x="706589" y="81536"/>
                  </a:lnTo>
                  <a:lnTo>
                    <a:pt x="703020" y="80955"/>
                  </a:lnTo>
                  <a:lnTo>
                    <a:pt x="699451" y="80336"/>
                  </a:lnTo>
                  <a:lnTo>
                    <a:pt x="695883" y="79697"/>
                  </a:lnTo>
                  <a:lnTo>
                    <a:pt x="692314" y="79101"/>
                  </a:lnTo>
                  <a:lnTo>
                    <a:pt x="688745" y="78393"/>
                  </a:lnTo>
                  <a:lnTo>
                    <a:pt x="685177" y="77696"/>
                  </a:lnTo>
                  <a:lnTo>
                    <a:pt x="681608" y="77005"/>
                  </a:lnTo>
                  <a:lnTo>
                    <a:pt x="678040" y="76319"/>
                  </a:lnTo>
                  <a:lnTo>
                    <a:pt x="674471" y="75731"/>
                  </a:lnTo>
                  <a:lnTo>
                    <a:pt x="670902" y="75104"/>
                  </a:lnTo>
                  <a:lnTo>
                    <a:pt x="667334" y="74387"/>
                  </a:lnTo>
                  <a:lnTo>
                    <a:pt x="663765" y="73571"/>
                  </a:lnTo>
                  <a:lnTo>
                    <a:pt x="660196" y="73004"/>
                  </a:lnTo>
                  <a:lnTo>
                    <a:pt x="656628" y="72266"/>
                  </a:lnTo>
                  <a:lnTo>
                    <a:pt x="653059" y="71463"/>
                  </a:lnTo>
                  <a:lnTo>
                    <a:pt x="649490" y="70916"/>
                  </a:lnTo>
                  <a:lnTo>
                    <a:pt x="645922" y="70194"/>
                  </a:lnTo>
                  <a:lnTo>
                    <a:pt x="642353" y="69488"/>
                  </a:lnTo>
                  <a:lnTo>
                    <a:pt x="638785" y="68979"/>
                  </a:lnTo>
                  <a:lnTo>
                    <a:pt x="635216" y="68380"/>
                  </a:lnTo>
                  <a:lnTo>
                    <a:pt x="631647" y="67685"/>
                  </a:lnTo>
                  <a:lnTo>
                    <a:pt x="628079" y="66987"/>
                  </a:lnTo>
                  <a:lnTo>
                    <a:pt x="624510" y="66121"/>
                  </a:lnTo>
                  <a:lnTo>
                    <a:pt x="620941" y="65438"/>
                  </a:lnTo>
                  <a:lnTo>
                    <a:pt x="617373" y="64868"/>
                  </a:lnTo>
                  <a:lnTo>
                    <a:pt x="613804" y="64205"/>
                  </a:lnTo>
                  <a:lnTo>
                    <a:pt x="610236" y="63605"/>
                  </a:lnTo>
                  <a:lnTo>
                    <a:pt x="606667" y="62910"/>
                  </a:lnTo>
                  <a:lnTo>
                    <a:pt x="603098" y="62276"/>
                  </a:lnTo>
                  <a:lnTo>
                    <a:pt x="599530" y="61787"/>
                  </a:lnTo>
                  <a:lnTo>
                    <a:pt x="595961" y="61023"/>
                  </a:lnTo>
                  <a:lnTo>
                    <a:pt x="592392" y="60292"/>
                  </a:lnTo>
                  <a:lnTo>
                    <a:pt x="588824" y="59601"/>
                  </a:lnTo>
                  <a:lnTo>
                    <a:pt x="585255" y="58965"/>
                  </a:lnTo>
                  <a:lnTo>
                    <a:pt x="581686" y="58325"/>
                  </a:lnTo>
                  <a:lnTo>
                    <a:pt x="578118" y="57705"/>
                  </a:lnTo>
                  <a:lnTo>
                    <a:pt x="574549" y="57175"/>
                  </a:lnTo>
                  <a:lnTo>
                    <a:pt x="570981" y="56641"/>
                  </a:lnTo>
                  <a:lnTo>
                    <a:pt x="567412" y="56064"/>
                  </a:lnTo>
                  <a:lnTo>
                    <a:pt x="563843" y="55277"/>
                  </a:lnTo>
                  <a:lnTo>
                    <a:pt x="560275" y="54534"/>
                  </a:lnTo>
                  <a:lnTo>
                    <a:pt x="556706" y="53682"/>
                  </a:lnTo>
                  <a:lnTo>
                    <a:pt x="553137" y="52799"/>
                  </a:lnTo>
                  <a:lnTo>
                    <a:pt x="549569" y="52232"/>
                  </a:lnTo>
                  <a:lnTo>
                    <a:pt x="546000" y="51675"/>
                  </a:lnTo>
                  <a:lnTo>
                    <a:pt x="542432" y="51003"/>
                  </a:lnTo>
                  <a:lnTo>
                    <a:pt x="538863" y="50363"/>
                  </a:lnTo>
                  <a:lnTo>
                    <a:pt x="535294" y="49575"/>
                  </a:lnTo>
                  <a:lnTo>
                    <a:pt x="531726" y="48919"/>
                  </a:lnTo>
                  <a:lnTo>
                    <a:pt x="528157" y="48028"/>
                  </a:lnTo>
                  <a:lnTo>
                    <a:pt x="524588" y="47131"/>
                  </a:lnTo>
                  <a:lnTo>
                    <a:pt x="521020" y="46265"/>
                  </a:lnTo>
                  <a:lnTo>
                    <a:pt x="517451" y="45868"/>
                  </a:lnTo>
                  <a:lnTo>
                    <a:pt x="513882" y="45547"/>
                  </a:lnTo>
                  <a:lnTo>
                    <a:pt x="510314" y="44810"/>
                  </a:lnTo>
                  <a:lnTo>
                    <a:pt x="506745" y="44140"/>
                  </a:lnTo>
                  <a:lnTo>
                    <a:pt x="503177" y="43428"/>
                  </a:lnTo>
                  <a:lnTo>
                    <a:pt x="499608" y="42625"/>
                  </a:lnTo>
                  <a:lnTo>
                    <a:pt x="496039" y="41776"/>
                  </a:lnTo>
                  <a:lnTo>
                    <a:pt x="492471" y="40965"/>
                  </a:lnTo>
                  <a:lnTo>
                    <a:pt x="488902" y="40113"/>
                  </a:lnTo>
                  <a:lnTo>
                    <a:pt x="485333" y="39270"/>
                  </a:lnTo>
                  <a:lnTo>
                    <a:pt x="481765" y="38585"/>
                  </a:lnTo>
                  <a:lnTo>
                    <a:pt x="478196" y="37898"/>
                  </a:lnTo>
                  <a:lnTo>
                    <a:pt x="474628" y="37118"/>
                  </a:lnTo>
                  <a:lnTo>
                    <a:pt x="471059" y="36520"/>
                  </a:lnTo>
                  <a:lnTo>
                    <a:pt x="467490" y="35803"/>
                  </a:lnTo>
                  <a:lnTo>
                    <a:pt x="463922" y="35281"/>
                  </a:lnTo>
                  <a:lnTo>
                    <a:pt x="460353" y="34719"/>
                  </a:lnTo>
                  <a:lnTo>
                    <a:pt x="456784" y="34018"/>
                  </a:lnTo>
                  <a:lnTo>
                    <a:pt x="453216" y="33520"/>
                  </a:lnTo>
                  <a:lnTo>
                    <a:pt x="449647" y="32746"/>
                  </a:lnTo>
                  <a:lnTo>
                    <a:pt x="446078" y="31868"/>
                  </a:lnTo>
                  <a:lnTo>
                    <a:pt x="442510" y="31080"/>
                  </a:lnTo>
                  <a:lnTo>
                    <a:pt x="438941" y="30441"/>
                  </a:lnTo>
                  <a:lnTo>
                    <a:pt x="435373" y="29774"/>
                  </a:lnTo>
                  <a:lnTo>
                    <a:pt x="431804" y="29165"/>
                  </a:lnTo>
                  <a:lnTo>
                    <a:pt x="428235" y="28625"/>
                  </a:lnTo>
                  <a:lnTo>
                    <a:pt x="424667" y="27869"/>
                  </a:lnTo>
                  <a:lnTo>
                    <a:pt x="421098" y="27255"/>
                  </a:lnTo>
                  <a:lnTo>
                    <a:pt x="417529" y="26556"/>
                  </a:lnTo>
                  <a:lnTo>
                    <a:pt x="413961" y="25973"/>
                  </a:lnTo>
                  <a:lnTo>
                    <a:pt x="410392" y="25322"/>
                  </a:lnTo>
                  <a:lnTo>
                    <a:pt x="406824" y="24585"/>
                  </a:lnTo>
                  <a:lnTo>
                    <a:pt x="403255" y="24278"/>
                  </a:lnTo>
                  <a:lnTo>
                    <a:pt x="399686" y="23628"/>
                  </a:lnTo>
                  <a:lnTo>
                    <a:pt x="396118" y="23085"/>
                  </a:lnTo>
                  <a:lnTo>
                    <a:pt x="392549" y="22717"/>
                  </a:lnTo>
                  <a:lnTo>
                    <a:pt x="388980" y="22268"/>
                  </a:lnTo>
                  <a:lnTo>
                    <a:pt x="385412" y="21712"/>
                  </a:lnTo>
                  <a:lnTo>
                    <a:pt x="381843" y="21230"/>
                  </a:lnTo>
                  <a:lnTo>
                    <a:pt x="378274" y="20655"/>
                  </a:lnTo>
                  <a:lnTo>
                    <a:pt x="374706" y="20246"/>
                  </a:lnTo>
                  <a:lnTo>
                    <a:pt x="371137" y="19597"/>
                  </a:lnTo>
                  <a:lnTo>
                    <a:pt x="367569" y="18814"/>
                  </a:lnTo>
                  <a:lnTo>
                    <a:pt x="364000" y="18155"/>
                  </a:lnTo>
                  <a:lnTo>
                    <a:pt x="360431" y="17766"/>
                  </a:lnTo>
                  <a:lnTo>
                    <a:pt x="356863" y="17020"/>
                  </a:lnTo>
                  <a:lnTo>
                    <a:pt x="353294" y="16417"/>
                  </a:lnTo>
                  <a:lnTo>
                    <a:pt x="349725" y="16015"/>
                  </a:lnTo>
                  <a:lnTo>
                    <a:pt x="346157" y="15436"/>
                  </a:lnTo>
                  <a:lnTo>
                    <a:pt x="342588" y="15068"/>
                  </a:lnTo>
                  <a:lnTo>
                    <a:pt x="339020" y="14642"/>
                  </a:lnTo>
                  <a:lnTo>
                    <a:pt x="335451" y="14286"/>
                  </a:lnTo>
                  <a:lnTo>
                    <a:pt x="331882" y="13849"/>
                  </a:lnTo>
                  <a:lnTo>
                    <a:pt x="328314" y="13398"/>
                  </a:lnTo>
                  <a:lnTo>
                    <a:pt x="324745" y="12943"/>
                  </a:lnTo>
                  <a:lnTo>
                    <a:pt x="321176" y="12343"/>
                  </a:lnTo>
                  <a:lnTo>
                    <a:pt x="317608" y="11856"/>
                  </a:lnTo>
                  <a:lnTo>
                    <a:pt x="314039" y="11293"/>
                  </a:lnTo>
                  <a:lnTo>
                    <a:pt x="310470" y="10629"/>
                  </a:lnTo>
                  <a:lnTo>
                    <a:pt x="306902" y="10316"/>
                  </a:lnTo>
                  <a:lnTo>
                    <a:pt x="303333" y="10206"/>
                  </a:lnTo>
                  <a:lnTo>
                    <a:pt x="299765" y="9952"/>
                  </a:lnTo>
                  <a:lnTo>
                    <a:pt x="296196" y="9380"/>
                  </a:lnTo>
                  <a:lnTo>
                    <a:pt x="292627" y="8809"/>
                  </a:lnTo>
                  <a:lnTo>
                    <a:pt x="289059" y="8339"/>
                  </a:lnTo>
                  <a:lnTo>
                    <a:pt x="285490" y="8236"/>
                  </a:lnTo>
                  <a:lnTo>
                    <a:pt x="281921" y="7795"/>
                  </a:lnTo>
                  <a:lnTo>
                    <a:pt x="278353" y="7418"/>
                  </a:lnTo>
                  <a:lnTo>
                    <a:pt x="274784" y="7070"/>
                  </a:lnTo>
                  <a:lnTo>
                    <a:pt x="271216" y="6826"/>
                  </a:lnTo>
                  <a:lnTo>
                    <a:pt x="267647" y="6471"/>
                  </a:lnTo>
                  <a:lnTo>
                    <a:pt x="264078" y="6487"/>
                  </a:lnTo>
                  <a:lnTo>
                    <a:pt x="260510" y="6266"/>
                  </a:lnTo>
                  <a:lnTo>
                    <a:pt x="256941" y="5630"/>
                  </a:lnTo>
                  <a:lnTo>
                    <a:pt x="253372" y="5242"/>
                  </a:lnTo>
                  <a:lnTo>
                    <a:pt x="249804" y="5135"/>
                  </a:lnTo>
                  <a:lnTo>
                    <a:pt x="246235" y="4879"/>
                  </a:lnTo>
                  <a:lnTo>
                    <a:pt x="242666" y="4560"/>
                  </a:lnTo>
                  <a:lnTo>
                    <a:pt x="239098" y="4243"/>
                  </a:lnTo>
                  <a:lnTo>
                    <a:pt x="235529" y="3801"/>
                  </a:lnTo>
                  <a:lnTo>
                    <a:pt x="231961" y="3512"/>
                  </a:lnTo>
                  <a:lnTo>
                    <a:pt x="228392" y="3298"/>
                  </a:lnTo>
                  <a:lnTo>
                    <a:pt x="224823" y="3384"/>
                  </a:lnTo>
                  <a:lnTo>
                    <a:pt x="221255" y="3043"/>
                  </a:lnTo>
                  <a:lnTo>
                    <a:pt x="217686" y="2957"/>
                  </a:lnTo>
                  <a:lnTo>
                    <a:pt x="214117" y="2866"/>
                  </a:lnTo>
                  <a:lnTo>
                    <a:pt x="210549" y="2764"/>
                  </a:lnTo>
                  <a:lnTo>
                    <a:pt x="206980" y="2666"/>
                  </a:lnTo>
                  <a:lnTo>
                    <a:pt x="203412" y="2340"/>
                  </a:lnTo>
                  <a:lnTo>
                    <a:pt x="199843" y="2421"/>
                  </a:lnTo>
                  <a:lnTo>
                    <a:pt x="196274" y="2265"/>
                  </a:lnTo>
                  <a:lnTo>
                    <a:pt x="192706" y="1758"/>
                  </a:lnTo>
                  <a:lnTo>
                    <a:pt x="189137" y="1694"/>
                  </a:lnTo>
                  <a:lnTo>
                    <a:pt x="185568" y="1793"/>
                  </a:lnTo>
                  <a:lnTo>
                    <a:pt x="182000" y="1612"/>
                  </a:lnTo>
                  <a:lnTo>
                    <a:pt x="178431" y="1425"/>
                  </a:lnTo>
                  <a:lnTo>
                    <a:pt x="174862" y="1242"/>
                  </a:lnTo>
                  <a:lnTo>
                    <a:pt x="171294" y="1059"/>
                  </a:lnTo>
                  <a:lnTo>
                    <a:pt x="167725" y="873"/>
                  </a:lnTo>
                  <a:lnTo>
                    <a:pt x="164157" y="653"/>
                  </a:lnTo>
                  <a:lnTo>
                    <a:pt x="160588" y="743"/>
                  </a:lnTo>
                  <a:lnTo>
                    <a:pt x="157019" y="620"/>
                  </a:lnTo>
                  <a:lnTo>
                    <a:pt x="153451" y="768"/>
                  </a:lnTo>
                  <a:lnTo>
                    <a:pt x="149882" y="780"/>
                  </a:lnTo>
                  <a:lnTo>
                    <a:pt x="146313" y="602"/>
                  </a:lnTo>
                  <a:lnTo>
                    <a:pt x="142745" y="417"/>
                  </a:lnTo>
                  <a:lnTo>
                    <a:pt x="139176" y="241"/>
                  </a:lnTo>
                  <a:lnTo>
                    <a:pt x="135608" y="365"/>
                  </a:lnTo>
                  <a:lnTo>
                    <a:pt x="132039" y="295"/>
                  </a:lnTo>
                  <a:lnTo>
                    <a:pt x="128470" y="130"/>
                  </a:lnTo>
                  <a:lnTo>
                    <a:pt x="124902" y="147"/>
                  </a:lnTo>
                  <a:lnTo>
                    <a:pt x="121333" y="257"/>
                  </a:lnTo>
                  <a:lnTo>
                    <a:pt x="117764" y="0"/>
                  </a:lnTo>
                  <a:lnTo>
                    <a:pt x="114196" y="109"/>
                  </a:lnTo>
                  <a:lnTo>
                    <a:pt x="110627" y="201"/>
                  </a:lnTo>
                  <a:lnTo>
                    <a:pt x="107058" y="341"/>
                  </a:lnTo>
                  <a:lnTo>
                    <a:pt x="103490" y="457"/>
                  </a:lnTo>
                  <a:lnTo>
                    <a:pt x="99921" y="392"/>
                  </a:lnTo>
                  <a:lnTo>
                    <a:pt x="96353" y="225"/>
                  </a:lnTo>
                  <a:lnTo>
                    <a:pt x="92784" y="336"/>
                  </a:lnTo>
                  <a:lnTo>
                    <a:pt x="89215" y="467"/>
                  </a:lnTo>
                  <a:lnTo>
                    <a:pt x="85647" y="550"/>
                  </a:lnTo>
                  <a:lnTo>
                    <a:pt x="82078" y="735"/>
                  </a:lnTo>
                  <a:lnTo>
                    <a:pt x="78509" y="894"/>
                  </a:lnTo>
                  <a:lnTo>
                    <a:pt x="74941" y="1073"/>
                  </a:lnTo>
                  <a:lnTo>
                    <a:pt x="71372" y="1187"/>
                  </a:lnTo>
                  <a:lnTo>
                    <a:pt x="67804" y="1388"/>
                  </a:lnTo>
                  <a:lnTo>
                    <a:pt x="64235" y="1305"/>
                  </a:lnTo>
                  <a:lnTo>
                    <a:pt x="60666" y="1305"/>
                  </a:lnTo>
                  <a:lnTo>
                    <a:pt x="57098" y="1596"/>
                  </a:lnTo>
                  <a:lnTo>
                    <a:pt x="53529" y="1671"/>
                  </a:lnTo>
                  <a:lnTo>
                    <a:pt x="49960" y="1962"/>
                  </a:lnTo>
                  <a:lnTo>
                    <a:pt x="46392" y="2114"/>
                  </a:lnTo>
                  <a:lnTo>
                    <a:pt x="42823" y="2134"/>
                  </a:lnTo>
                  <a:lnTo>
                    <a:pt x="39254" y="2377"/>
                  </a:lnTo>
                  <a:lnTo>
                    <a:pt x="35686" y="2407"/>
                  </a:lnTo>
                  <a:lnTo>
                    <a:pt x="32117" y="2566"/>
                  </a:lnTo>
                  <a:lnTo>
                    <a:pt x="28549" y="2517"/>
                  </a:lnTo>
                  <a:lnTo>
                    <a:pt x="24980" y="2642"/>
                  </a:lnTo>
                  <a:lnTo>
                    <a:pt x="21411" y="2798"/>
                  </a:lnTo>
                  <a:lnTo>
                    <a:pt x="17843" y="2676"/>
                  </a:lnTo>
                  <a:lnTo>
                    <a:pt x="14274" y="2696"/>
                  </a:lnTo>
                  <a:lnTo>
                    <a:pt x="10705" y="3084"/>
                  </a:lnTo>
                  <a:lnTo>
                    <a:pt x="7137" y="3371"/>
                  </a:lnTo>
                  <a:lnTo>
                    <a:pt x="3568" y="3592"/>
                  </a:lnTo>
                  <a:lnTo>
                    <a:pt x="0" y="36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75466" y="3180313"/>
              <a:ext cx="852902" cy="100227"/>
            </a:xfrm>
            <a:custGeom>
              <a:avLst/>
              <a:pathLst>
                <a:path w="852902" h="100227">
                  <a:moveTo>
                    <a:pt x="0" y="0"/>
                  </a:moveTo>
                  <a:lnTo>
                    <a:pt x="3568" y="565"/>
                  </a:lnTo>
                  <a:lnTo>
                    <a:pt x="7137" y="1130"/>
                  </a:lnTo>
                  <a:lnTo>
                    <a:pt x="10705" y="1693"/>
                  </a:lnTo>
                  <a:lnTo>
                    <a:pt x="14274" y="2256"/>
                  </a:lnTo>
                  <a:lnTo>
                    <a:pt x="17843" y="2817"/>
                  </a:lnTo>
                  <a:lnTo>
                    <a:pt x="21411" y="3377"/>
                  </a:lnTo>
                  <a:lnTo>
                    <a:pt x="24980" y="3936"/>
                  </a:lnTo>
                  <a:lnTo>
                    <a:pt x="28549" y="4494"/>
                  </a:lnTo>
                  <a:lnTo>
                    <a:pt x="32117" y="5051"/>
                  </a:lnTo>
                  <a:lnTo>
                    <a:pt x="35686" y="5607"/>
                  </a:lnTo>
                  <a:lnTo>
                    <a:pt x="39254" y="6161"/>
                  </a:lnTo>
                  <a:lnTo>
                    <a:pt x="42823" y="6714"/>
                  </a:lnTo>
                  <a:lnTo>
                    <a:pt x="46392" y="7266"/>
                  </a:lnTo>
                  <a:lnTo>
                    <a:pt x="49960" y="7817"/>
                  </a:lnTo>
                  <a:lnTo>
                    <a:pt x="53529" y="8367"/>
                  </a:lnTo>
                  <a:lnTo>
                    <a:pt x="57098" y="8916"/>
                  </a:lnTo>
                  <a:lnTo>
                    <a:pt x="60666" y="9464"/>
                  </a:lnTo>
                  <a:lnTo>
                    <a:pt x="64235" y="10010"/>
                  </a:lnTo>
                  <a:lnTo>
                    <a:pt x="67804" y="10555"/>
                  </a:lnTo>
                  <a:lnTo>
                    <a:pt x="71372" y="11099"/>
                  </a:lnTo>
                  <a:lnTo>
                    <a:pt x="74941" y="11642"/>
                  </a:lnTo>
                  <a:lnTo>
                    <a:pt x="78509" y="12184"/>
                  </a:lnTo>
                  <a:lnTo>
                    <a:pt x="82078" y="12724"/>
                  </a:lnTo>
                  <a:lnTo>
                    <a:pt x="85647" y="13263"/>
                  </a:lnTo>
                  <a:lnTo>
                    <a:pt x="89215" y="13801"/>
                  </a:lnTo>
                  <a:lnTo>
                    <a:pt x="92784" y="14338"/>
                  </a:lnTo>
                  <a:lnTo>
                    <a:pt x="96353" y="14874"/>
                  </a:lnTo>
                  <a:lnTo>
                    <a:pt x="99921" y="15408"/>
                  </a:lnTo>
                  <a:lnTo>
                    <a:pt x="103490" y="15942"/>
                  </a:lnTo>
                  <a:lnTo>
                    <a:pt x="107058" y="16474"/>
                  </a:lnTo>
                  <a:lnTo>
                    <a:pt x="110627" y="17004"/>
                  </a:lnTo>
                  <a:lnTo>
                    <a:pt x="114196" y="17534"/>
                  </a:lnTo>
                  <a:lnTo>
                    <a:pt x="117764" y="18062"/>
                  </a:lnTo>
                  <a:lnTo>
                    <a:pt x="121333" y="18590"/>
                  </a:lnTo>
                  <a:lnTo>
                    <a:pt x="124902" y="19116"/>
                  </a:lnTo>
                  <a:lnTo>
                    <a:pt x="128470" y="19640"/>
                  </a:lnTo>
                  <a:lnTo>
                    <a:pt x="132039" y="20164"/>
                  </a:lnTo>
                  <a:lnTo>
                    <a:pt x="135608" y="20686"/>
                  </a:lnTo>
                  <a:lnTo>
                    <a:pt x="139176" y="21207"/>
                  </a:lnTo>
                  <a:lnTo>
                    <a:pt x="142745" y="21727"/>
                  </a:lnTo>
                  <a:lnTo>
                    <a:pt x="146313" y="22245"/>
                  </a:lnTo>
                  <a:lnTo>
                    <a:pt x="149882" y="22763"/>
                  </a:lnTo>
                  <a:lnTo>
                    <a:pt x="153451" y="23279"/>
                  </a:lnTo>
                  <a:lnTo>
                    <a:pt x="157019" y="23794"/>
                  </a:lnTo>
                  <a:lnTo>
                    <a:pt x="160588" y="24307"/>
                  </a:lnTo>
                  <a:lnTo>
                    <a:pt x="164157" y="24819"/>
                  </a:lnTo>
                  <a:lnTo>
                    <a:pt x="167725" y="25330"/>
                  </a:lnTo>
                  <a:lnTo>
                    <a:pt x="171294" y="25840"/>
                  </a:lnTo>
                  <a:lnTo>
                    <a:pt x="174862" y="26349"/>
                  </a:lnTo>
                  <a:lnTo>
                    <a:pt x="178431" y="26856"/>
                  </a:lnTo>
                  <a:lnTo>
                    <a:pt x="182000" y="27362"/>
                  </a:lnTo>
                  <a:lnTo>
                    <a:pt x="185568" y="27867"/>
                  </a:lnTo>
                  <a:lnTo>
                    <a:pt x="189137" y="28370"/>
                  </a:lnTo>
                  <a:lnTo>
                    <a:pt x="192706" y="28873"/>
                  </a:lnTo>
                  <a:lnTo>
                    <a:pt x="196274" y="29374"/>
                  </a:lnTo>
                  <a:lnTo>
                    <a:pt x="199843" y="29873"/>
                  </a:lnTo>
                  <a:lnTo>
                    <a:pt x="203412" y="30372"/>
                  </a:lnTo>
                  <a:lnTo>
                    <a:pt x="206980" y="30869"/>
                  </a:lnTo>
                  <a:lnTo>
                    <a:pt x="210549" y="31365"/>
                  </a:lnTo>
                  <a:lnTo>
                    <a:pt x="214117" y="31859"/>
                  </a:lnTo>
                  <a:lnTo>
                    <a:pt x="217686" y="32353"/>
                  </a:lnTo>
                  <a:lnTo>
                    <a:pt x="221255" y="32845"/>
                  </a:lnTo>
                  <a:lnTo>
                    <a:pt x="224823" y="33335"/>
                  </a:lnTo>
                  <a:lnTo>
                    <a:pt x="228392" y="33825"/>
                  </a:lnTo>
                  <a:lnTo>
                    <a:pt x="231961" y="34313"/>
                  </a:lnTo>
                  <a:lnTo>
                    <a:pt x="235529" y="34800"/>
                  </a:lnTo>
                  <a:lnTo>
                    <a:pt x="239098" y="35286"/>
                  </a:lnTo>
                  <a:lnTo>
                    <a:pt x="242666" y="35770"/>
                  </a:lnTo>
                  <a:lnTo>
                    <a:pt x="246235" y="36253"/>
                  </a:lnTo>
                  <a:lnTo>
                    <a:pt x="249804" y="36735"/>
                  </a:lnTo>
                  <a:lnTo>
                    <a:pt x="253372" y="37215"/>
                  </a:lnTo>
                  <a:lnTo>
                    <a:pt x="256941" y="37694"/>
                  </a:lnTo>
                  <a:lnTo>
                    <a:pt x="260510" y="38172"/>
                  </a:lnTo>
                  <a:lnTo>
                    <a:pt x="264078" y="38649"/>
                  </a:lnTo>
                  <a:lnTo>
                    <a:pt x="267647" y="39124"/>
                  </a:lnTo>
                  <a:lnTo>
                    <a:pt x="271216" y="39598"/>
                  </a:lnTo>
                  <a:lnTo>
                    <a:pt x="274784" y="40071"/>
                  </a:lnTo>
                  <a:lnTo>
                    <a:pt x="278353" y="40543"/>
                  </a:lnTo>
                  <a:lnTo>
                    <a:pt x="281921" y="41013"/>
                  </a:lnTo>
                  <a:lnTo>
                    <a:pt x="285490" y="41482"/>
                  </a:lnTo>
                  <a:lnTo>
                    <a:pt x="289059" y="41949"/>
                  </a:lnTo>
                  <a:lnTo>
                    <a:pt x="292627" y="42415"/>
                  </a:lnTo>
                  <a:lnTo>
                    <a:pt x="296196" y="42880"/>
                  </a:lnTo>
                  <a:lnTo>
                    <a:pt x="299765" y="43344"/>
                  </a:lnTo>
                  <a:lnTo>
                    <a:pt x="303333" y="43806"/>
                  </a:lnTo>
                  <a:lnTo>
                    <a:pt x="306902" y="44268"/>
                  </a:lnTo>
                  <a:lnTo>
                    <a:pt x="310470" y="44727"/>
                  </a:lnTo>
                  <a:lnTo>
                    <a:pt x="314039" y="45186"/>
                  </a:lnTo>
                  <a:lnTo>
                    <a:pt x="317608" y="45643"/>
                  </a:lnTo>
                  <a:lnTo>
                    <a:pt x="321176" y="46099"/>
                  </a:lnTo>
                  <a:lnTo>
                    <a:pt x="324745" y="46554"/>
                  </a:lnTo>
                  <a:lnTo>
                    <a:pt x="328314" y="47007"/>
                  </a:lnTo>
                  <a:lnTo>
                    <a:pt x="331882" y="47459"/>
                  </a:lnTo>
                  <a:lnTo>
                    <a:pt x="335451" y="47910"/>
                  </a:lnTo>
                  <a:lnTo>
                    <a:pt x="339020" y="48359"/>
                  </a:lnTo>
                  <a:lnTo>
                    <a:pt x="342588" y="48807"/>
                  </a:lnTo>
                  <a:lnTo>
                    <a:pt x="346157" y="49254"/>
                  </a:lnTo>
                  <a:lnTo>
                    <a:pt x="349725" y="49700"/>
                  </a:lnTo>
                  <a:lnTo>
                    <a:pt x="353294" y="50144"/>
                  </a:lnTo>
                  <a:lnTo>
                    <a:pt x="356863" y="50587"/>
                  </a:lnTo>
                  <a:lnTo>
                    <a:pt x="360431" y="51028"/>
                  </a:lnTo>
                  <a:lnTo>
                    <a:pt x="364000" y="51469"/>
                  </a:lnTo>
                  <a:lnTo>
                    <a:pt x="367569" y="51908"/>
                  </a:lnTo>
                  <a:lnTo>
                    <a:pt x="371137" y="52346"/>
                  </a:lnTo>
                  <a:lnTo>
                    <a:pt x="374706" y="52782"/>
                  </a:lnTo>
                  <a:lnTo>
                    <a:pt x="378274" y="53217"/>
                  </a:lnTo>
                  <a:lnTo>
                    <a:pt x="381843" y="53651"/>
                  </a:lnTo>
                  <a:lnTo>
                    <a:pt x="385412" y="54084"/>
                  </a:lnTo>
                  <a:lnTo>
                    <a:pt x="388980" y="54515"/>
                  </a:lnTo>
                  <a:lnTo>
                    <a:pt x="392549" y="54945"/>
                  </a:lnTo>
                  <a:lnTo>
                    <a:pt x="396118" y="55374"/>
                  </a:lnTo>
                  <a:lnTo>
                    <a:pt x="399686" y="55802"/>
                  </a:lnTo>
                  <a:lnTo>
                    <a:pt x="403255" y="56228"/>
                  </a:lnTo>
                  <a:lnTo>
                    <a:pt x="406824" y="56653"/>
                  </a:lnTo>
                  <a:lnTo>
                    <a:pt x="410392" y="57076"/>
                  </a:lnTo>
                  <a:lnTo>
                    <a:pt x="413961" y="57499"/>
                  </a:lnTo>
                  <a:lnTo>
                    <a:pt x="417529" y="57920"/>
                  </a:lnTo>
                  <a:lnTo>
                    <a:pt x="421098" y="58340"/>
                  </a:lnTo>
                  <a:lnTo>
                    <a:pt x="424667" y="58758"/>
                  </a:lnTo>
                  <a:lnTo>
                    <a:pt x="428235" y="59175"/>
                  </a:lnTo>
                  <a:lnTo>
                    <a:pt x="431804" y="59591"/>
                  </a:lnTo>
                  <a:lnTo>
                    <a:pt x="435373" y="60006"/>
                  </a:lnTo>
                  <a:lnTo>
                    <a:pt x="438941" y="60419"/>
                  </a:lnTo>
                  <a:lnTo>
                    <a:pt x="442510" y="60831"/>
                  </a:lnTo>
                  <a:lnTo>
                    <a:pt x="446078" y="61242"/>
                  </a:lnTo>
                  <a:lnTo>
                    <a:pt x="449647" y="61652"/>
                  </a:lnTo>
                  <a:lnTo>
                    <a:pt x="453216" y="62060"/>
                  </a:lnTo>
                  <a:lnTo>
                    <a:pt x="456784" y="62467"/>
                  </a:lnTo>
                  <a:lnTo>
                    <a:pt x="460353" y="62873"/>
                  </a:lnTo>
                  <a:lnTo>
                    <a:pt x="463922" y="63277"/>
                  </a:lnTo>
                  <a:lnTo>
                    <a:pt x="467490" y="63681"/>
                  </a:lnTo>
                  <a:lnTo>
                    <a:pt x="471059" y="64083"/>
                  </a:lnTo>
                  <a:lnTo>
                    <a:pt x="474628" y="64483"/>
                  </a:lnTo>
                  <a:lnTo>
                    <a:pt x="478196" y="64883"/>
                  </a:lnTo>
                  <a:lnTo>
                    <a:pt x="481765" y="65281"/>
                  </a:lnTo>
                  <a:lnTo>
                    <a:pt x="485333" y="65678"/>
                  </a:lnTo>
                  <a:lnTo>
                    <a:pt x="488902" y="66074"/>
                  </a:lnTo>
                  <a:lnTo>
                    <a:pt x="492471" y="66468"/>
                  </a:lnTo>
                  <a:lnTo>
                    <a:pt x="496039" y="66861"/>
                  </a:lnTo>
                  <a:lnTo>
                    <a:pt x="499608" y="67253"/>
                  </a:lnTo>
                  <a:lnTo>
                    <a:pt x="503177" y="67644"/>
                  </a:lnTo>
                  <a:lnTo>
                    <a:pt x="506745" y="68033"/>
                  </a:lnTo>
                  <a:lnTo>
                    <a:pt x="510314" y="68422"/>
                  </a:lnTo>
                  <a:lnTo>
                    <a:pt x="513882" y="68809"/>
                  </a:lnTo>
                  <a:lnTo>
                    <a:pt x="517451" y="69194"/>
                  </a:lnTo>
                  <a:lnTo>
                    <a:pt x="521020" y="69579"/>
                  </a:lnTo>
                  <a:lnTo>
                    <a:pt x="524588" y="69962"/>
                  </a:lnTo>
                  <a:lnTo>
                    <a:pt x="528157" y="70344"/>
                  </a:lnTo>
                  <a:lnTo>
                    <a:pt x="531726" y="70725"/>
                  </a:lnTo>
                  <a:lnTo>
                    <a:pt x="535294" y="71104"/>
                  </a:lnTo>
                  <a:lnTo>
                    <a:pt x="538863" y="71483"/>
                  </a:lnTo>
                  <a:lnTo>
                    <a:pt x="542432" y="71860"/>
                  </a:lnTo>
                  <a:lnTo>
                    <a:pt x="546000" y="72235"/>
                  </a:lnTo>
                  <a:lnTo>
                    <a:pt x="549569" y="72610"/>
                  </a:lnTo>
                  <a:lnTo>
                    <a:pt x="553137" y="72983"/>
                  </a:lnTo>
                  <a:lnTo>
                    <a:pt x="556706" y="73356"/>
                  </a:lnTo>
                  <a:lnTo>
                    <a:pt x="560275" y="73727"/>
                  </a:lnTo>
                  <a:lnTo>
                    <a:pt x="563843" y="74096"/>
                  </a:lnTo>
                  <a:lnTo>
                    <a:pt x="567412" y="74465"/>
                  </a:lnTo>
                  <a:lnTo>
                    <a:pt x="570981" y="74832"/>
                  </a:lnTo>
                  <a:lnTo>
                    <a:pt x="574549" y="75198"/>
                  </a:lnTo>
                  <a:lnTo>
                    <a:pt x="578118" y="75563"/>
                  </a:lnTo>
                  <a:lnTo>
                    <a:pt x="581686" y="75927"/>
                  </a:lnTo>
                  <a:lnTo>
                    <a:pt x="585255" y="76289"/>
                  </a:lnTo>
                  <a:lnTo>
                    <a:pt x="588824" y="76651"/>
                  </a:lnTo>
                  <a:lnTo>
                    <a:pt x="592392" y="77011"/>
                  </a:lnTo>
                  <a:lnTo>
                    <a:pt x="595961" y="77370"/>
                  </a:lnTo>
                  <a:lnTo>
                    <a:pt x="599530" y="77727"/>
                  </a:lnTo>
                  <a:lnTo>
                    <a:pt x="603098" y="78084"/>
                  </a:lnTo>
                  <a:lnTo>
                    <a:pt x="606667" y="78439"/>
                  </a:lnTo>
                  <a:lnTo>
                    <a:pt x="610236" y="78793"/>
                  </a:lnTo>
                  <a:lnTo>
                    <a:pt x="613804" y="79146"/>
                  </a:lnTo>
                  <a:lnTo>
                    <a:pt x="617373" y="79498"/>
                  </a:lnTo>
                  <a:lnTo>
                    <a:pt x="620941" y="79849"/>
                  </a:lnTo>
                  <a:lnTo>
                    <a:pt x="624510" y="80198"/>
                  </a:lnTo>
                  <a:lnTo>
                    <a:pt x="628079" y="80546"/>
                  </a:lnTo>
                  <a:lnTo>
                    <a:pt x="631647" y="80893"/>
                  </a:lnTo>
                  <a:lnTo>
                    <a:pt x="635216" y="81239"/>
                  </a:lnTo>
                  <a:lnTo>
                    <a:pt x="638785" y="81584"/>
                  </a:lnTo>
                  <a:lnTo>
                    <a:pt x="642353" y="81928"/>
                  </a:lnTo>
                  <a:lnTo>
                    <a:pt x="645922" y="82270"/>
                  </a:lnTo>
                  <a:lnTo>
                    <a:pt x="649490" y="82611"/>
                  </a:lnTo>
                  <a:lnTo>
                    <a:pt x="653059" y="82951"/>
                  </a:lnTo>
                  <a:lnTo>
                    <a:pt x="656628" y="83290"/>
                  </a:lnTo>
                  <a:lnTo>
                    <a:pt x="660196" y="83628"/>
                  </a:lnTo>
                  <a:lnTo>
                    <a:pt x="663765" y="83965"/>
                  </a:lnTo>
                  <a:lnTo>
                    <a:pt x="667334" y="84300"/>
                  </a:lnTo>
                  <a:lnTo>
                    <a:pt x="670902" y="84634"/>
                  </a:lnTo>
                  <a:lnTo>
                    <a:pt x="674471" y="84967"/>
                  </a:lnTo>
                  <a:lnTo>
                    <a:pt x="678040" y="85299"/>
                  </a:lnTo>
                  <a:lnTo>
                    <a:pt x="681608" y="85630"/>
                  </a:lnTo>
                  <a:lnTo>
                    <a:pt x="685177" y="85960"/>
                  </a:lnTo>
                  <a:lnTo>
                    <a:pt x="688745" y="86289"/>
                  </a:lnTo>
                  <a:lnTo>
                    <a:pt x="692314" y="86616"/>
                  </a:lnTo>
                  <a:lnTo>
                    <a:pt x="695883" y="86943"/>
                  </a:lnTo>
                  <a:lnTo>
                    <a:pt x="699451" y="87268"/>
                  </a:lnTo>
                  <a:lnTo>
                    <a:pt x="703020" y="87592"/>
                  </a:lnTo>
                  <a:lnTo>
                    <a:pt x="706589" y="87915"/>
                  </a:lnTo>
                  <a:lnTo>
                    <a:pt x="710157" y="88237"/>
                  </a:lnTo>
                  <a:lnTo>
                    <a:pt x="713726" y="88558"/>
                  </a:lnTo>
                  <a:lnTo>
                    <a:pt x="717294" y="88877"/>
                  </a:lnTo>
                  <a:lnTo>
                    <a:pt x="720863" y="89196"/>
                  </a:lnTo>
                  <a:lnTo>
                    <a:pt x="724432" y="89513"/>
                  </a:lnTo>
                  <a:lnTo>
                    <a:pt x="728000" y="89830"/>
                  </a:lnTo>
                  <a:lnTo>
                    <a:pt x="731569" y="90145"/>
                  </a:lnTo>
                  <a:lnTo>
                    <a:pt x="735138" y="90459"/>
                  </a:lnTo>
                  <a:lnTo>
                    <a:pt x="738706" y="90772"/>
                  </a:lnTo>
                  <a:lnTo>
                    <a:pt x="742275" y="91084"/>
                  </a:lnTo>
                  <a:lnTo>
                    <a:pt x="745844" y="91395"/>
                  </a:lnTo>
                  <a:lnTo>
                    <a:pt x="749412" y="91704"/>
                  </a:lnTo>
                  <a:lnTo>
                    <a:pt x="752981" y="92013"/>
                  </a:lnTo>
                  <a:lnTo>
                    <a:pt x="756549" y="92321"/>
                  </a:lnTo>
                  <a:lnTo>
                    <a:pt x="760118" y="92627"/>
                  </a:lnTo>
                  <a:lnTo>
                    <a:pt x="763687" y="92933"/>
                  </a:lnTo>
                  <a:lnTo>
                    <a:pt x="767255" y="93237"/>
                  </a:lnTo>
                  <a:lnTo>
                    <a:pt x="770824" y="93540"/>
                  </a:lnTo>
                  <a:lnTo>
                    <a:pt x="774393" y="93843"/>
                  </a:lnTo>
                  <a:lnTo>
                    <a:pt x="777961" y="94144"/>
                  </a:lnTo>
                  <a:lnTo>
                    <a:pt x="781530" y="94444"/>
                  </a:lnTo>
                  <a:lnTo>
                    <a:pt x="785098" y="94743"/>
                  </a:lnTo>
                  <a:lnTo>
                    <a:pt x="788667" y="95041"/>
                  </a:lnTo>
                  <a:lnTo>
                    <a:pt x="792236" y="95338"/>
                  </a:lnTo>
                  <a:lnTo>
                    <a:pt x="795804" y="95634"/>
                  </a:lnTo>
                  <a:lnTo>
                    <a:pt x="799373" y="95928"/>
                  </a:lnTo>
                  <a:lnTo>
                    <a:pt x="802942" y="96222"/>
                  </a:lnTo>
                  <a:lnTo>
                    <a:pt x="806510" y="96515"/>
                  </a:lnTo>
                  <a:lnTo>
                    <a:pt x="810079" y="96807"/>
                  </a:lnTo>
                  <a:lnTo>
                    <a:pt x="813648" y="97097"/>
                  </a:lnTo>
                  <a:lnTo>
                    <a:pt x="817216" y="97387"/>
                  </a:lnTo>
                  <a:lnTo>
                    <a:pt x="820785" y="97675"/>
                  </a:lnTo>
                  <a:lnTo>
                    <a:pt x="824353" y="97963"/>
                  </a:lnTo>
                  <a:lnTo>
                    <a:pt x="827922" y="98249"/>
                  </a:lnTo>
                  <a:lnTo>
                    <a:pt x="831491" y="98535"/>
                  </a:lnTo>
                  <a:lnTo>
                    <a:pt x="835059" y="98819"/>
                  </a:lnTo>
                  <a:lnTo>
                    <a:pt x="838628" y="99103"/>
                  </a:lnTo>
                  <a:lnTo>
                    <a:pt x="842197" y="99385"/>
                  </a:lnTo>
                  <a:lnTo>
                    <a:pt x="845765" y="99667"/>
                  </a:lnTo>
                  <a:lnTo>
                    <a:pt x="849334" y="99947"/>
                  </a:lnTo>
                  <a:lnTo>
                    <a:pt x="852902" y="100227"/>
                  </a:lnTo>
                </a:path>
              </a:pathLst>
            </a:custGeom>
            <a:ln w="28456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5632821" y="3639043"/>
              <a:ext cx="93819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5675466" y="4069539"/>
              <a:ext cx="852902" cy="291255"/>
            </a:xfrm>
            <a:custGeom>
              <a:avLst/>
              <a:pathLst>
                <a:path w="852902" h="291255">
                  <a:moveTo>
                    <a:pt x="0" y="0"/>
                  </a:moveTo>
                  <a:lnTo>
                    <a:pt x="3568" y="1601"/>
                  </a:lnTo>
                  <a:lnTo>
                    <a:pt x="7137" y="3271"/>
                  </a:lnTo>
                  <a:lnTo>
                    <a:pt x="10705" y="5042"/>
                  </a:lnTo>
                  <a:lnTo>
                    <a:pt x="14274" y="6482"/>
                  </a:lnTo>
                  <a:lnTo>
                    <a:pt x="17843" y="7795"/>
                  </a:lnTo>
                  <a:lnTo>
                    <a:pt x="21411" y="8890"/>
                  </a:lnTo>
                  <a:lnTo>
                    <a:pt x="24980" y="10099"/>
                  </a:lnTo>
                  <a:lnTo>
                    <a:pt x="28549" y="11811"/>
                  </a:lnTo>
                  <a:lnTo>
                    <a:pt x="32117" y="13273"/>
                  </a:lnTo>
                  <a:lnTo>
                    <a:pt x="35686" y="14643"/>
                  </a:lnTo>
                  <a:lnTo>
                    <a:pt x="39254" y="16191"/>
                  </a:lnTo>
                  <a:lnTo>
                    <a:pt x="42823" y="17663"/>
                  </a:lnTo>
                  <a:lnTo>
                    <a:pt x="46392" y="19151"/>
                  </a:lnTo>
                  <a:lnTo>
                    <a:pt x="49960" y="20474"/>
                  </a:lnTo>
                  <a:lnTo>
                    <a:pt x="53529" y="21473"/>
                  </a:lnTo>
                  <a:lnTo>
                    <a:pt x="57098" y="23046"/>
                  </a:lnTo>
                  <a:lnTo>
                    <a:pt x="60666" y="24618"/>
                  </a:lnTo>
                  <a:lnTo>
                    <a:pt x="64235" y="25964"/>
                  </a:lnTo>
                  <a:lnTo>
                    <a:pt x="67804" y="27124"/>
                  </a:lnTo>
                  <a:lnTo>
                    <a:pt x="71372" y="28497"/>
                  </a:lnTo>
                  <a:lnTo>
                    <a:pt x="74941" y="29815"/>
                  </a:lnTo>
                  <a:lnTo>
                    <a:pt x="78509" y="31064"/>
                  </a:lnTo>
                  <a:lnTo>
                    <a:pt x="82078" y="32279"/>
                  </a:lnTo>
                  <a:lnTo>
                    <a:pt x="85647" y="33396"/>
                  </a:lnTo>
                  <a:lnTo>
                    <a:pt x="89215" y="34523"/>
                  </a:lnTo>
                  <a:lnTo>
                    <a:pt x="92784" y="35830"/>
                  </a:lnTo>
                  <a:lnTo>
                    <a:pt x="96353" y="36804"/>
                  </a:lnTo>
                  <a:lnTo>
                    <a:pt x="99921" y="38016"/>
                  </a:lnTo>
                  <a:lnTo>
                    <a:pt x="103490" y="39223"/>
                  </a:lnTo>
                  <a:lnTo>
                    <a:pt x="107058" y="40416"/>
                  </a:lnTo>
                  <a:lnTo>
                    <a:pt x="110627" y="41569"/>
                  </a:lnTo>
                  <a:lnTo>
                    <a:pt x="114196" y="42834"/>
                  </a:lnTo>
                  <a:lnTo>
                    <a:pt x="117764" y="43903"/>
                  </a:lnTo>
                  <a:lnTo>
                    <a:pt x="121333" y="45062"/>
                  </a:lnTo>
                  <a:lnTo>
                    <a:pt x="124902" y="46223"/>
                  </a:lnTo>
                  <a:lnTo>
                    <a:pt x="128470" y="47382"/>
                  </a:lnTo>
                  <a:lnTo>
                    <a:pt x="132039" y="48795"/>
                  </a:lnTo>
                  <a:lnTo>
                    <a:pt x="135608" y="50246"/>
                  </a:lnTo>
                  <a:lnTo>
                    <a:pt x="139176" y="51680"/>
                  </a:lnTo>
                  <a:lnTo>
                    <a:pt x="142745" y="53157"/>
                  </a:lnTo>
                  <a:lnTo>
                    <a:pt x="146313" y="54075"/>
                  </a:lnTo>
                  <a:lnTo>
                    <a:pt x="149882" y="54901"/>
                  </a:lnTo>
                  <a:lnTo>
                    <a:pt x="153451" y="56477"/>
                  </a:lnTo>
                  <a:lnTo>
                    <a:pt x="157019" y="57571"/>
                  </a:lnTo>
                  <a:lnTo>
                    <a:pt x="160588" y="58717"/>
                  </a:lnTo>
                  <a:lnTo>
                    <a:pt x="164157" y="59895"/>
                  </a:lnTo>
                  <a:lnTo>
                    <a:pt x="167725" y="60977"/>
                  </a:lnTo>
                  <a:lnTo>
                    <a:pt x="171294" y="61779"/>
                  </a:lnTo>
                  <a:lnTo>
                    <a:pt x="174862" y="62929"/>
                  </a:lnTo>
                  <a:lnTo>
                    <a:pt x="178431" y="64215"/>
                  </a:lnTo>
                  <a:lnTo>
                    <a:pt x="182000" y="65235"/>
                  </a:lnTo>
                  <a:lnTo>
                    <a:pt x="185568" y="66083"/>
                  </a:lnTo>
                  <a:lnTo>
                    <a:pt x="189137" y="66845"/>
                  </a:lnTo>
                  <a:lnTo>
                    <a:pt x="192706" y="67819"/>
                  </a:lnTo>
                  <a:lnTo>
                    <a:pt x="196274" y="68580"/>
                  </a:lnTo>
                  <a:lnTo>
                    <a:pt x="199843" y="69701"/>
                  </a:lnTo>
                  <a:lnTo>
                    <a:pt x="203412" y="70654"/>
                  </a:lnTo>
                  <a:lnTo>
                    <a:pt x="206980" y="71473"/>
                  </a:lnTo>
                  <a:lnTo>
                    <a:pt x="210549" y="72383"/>
                  </a:lnTo>
                  <a:lnTo>
                    <a:pt x="214117" y="73209"/>
                  </a:lnTo>
                  <a:lnTo>
                    <a:pt x="217686" y="74074"/>
                  </a:lnTo>
                  <a:lnTo>
                    <a:pt x="221255" y="74625"/>
                  </a:lnTo>
                  <a:lnTo>
                    <a:pt x="224823" y="75531"/>
                  </a:lnTo>
                  <a:lnTo>
                    <a:pt x="228392" y="76717"/>
                  </a:lnTo>
                  <a:lnTo>
                    <a:pt x="231961" y="77498"/>
                  </a:lnTo>
                  <a:lnTo>
                    <a:pt x="235529" y="78527"/>
                  </a:lnTo>
                  <a:lnTo>
                    <a:pt x="239098" y="79489"/>
                  </a:lnTo>
                  <a:lnTo>
                    <a:pt x="242666" y="80483"/>
                  </a:lnTo>
                  <a:lnTo>
                    <a:pt x="246235" y="81591"/>
                  </a:lnTo>
                  <a:lnTo>
                    <a:pt x="249804" y="82450"/>
                  </a:lnTo>
                  <a:lnTo>
                    <a:pt x="253372" y="83351"/>
                  </a:lnTo>
                  <a:lnTo>
                    <a:pt x="256941" y="83991"/>
                  </a:lnTo>
                  <a:lnTo>
                    <a:pt x="260510" y="84979"/>
                  </a:lnTo>
                  <a:lnTo>
                    <a:pt x="264078" y="85963"/>
                  </a:lnTo>
                  <a:lnTo>
                    <a:pt x="267647" y="86552"/>
                  </a:lnTo>
                  <a:lnTo>
                    <a:pt x="271216" y="86998"/>
                  </a:lnTo>
                  <a:lnTo>
                    <a:pt x="274784" y="87587"/>
                  </a:lnTo>
                  <a:lnTo>
                    <a:pt x="278353" y="88304"/>
                  </a:lnTo>
                  <a:lnTo>
                    <a:pt x="281921" y="89037"/>
                  </a:lnTo>
                  <a:lnTo>
                    <a:pt x="285490" y="89904"/>
                  </a:lnTo>
                  <a:lnTo>
                    <a:pt x="289059" y="90668"/>
                  </a:lnTo>
                  <a:lnTo>
                    <a:pt x="292627" y="91375"/>
                  </a:lnTo>
                  <a:lnTo>
                    <a:pt x="296196" y="92039"/>
                  </a:lnTo>
                  <a:lnTo>
                    <a:pt x="299765" y="92528"/>
                  </a:lnTo>
                  <a:lnTo>
                    <a:pt x="303333" y="92964"/>
                  </a:lnTo>
                  <a:lnTo>
                    <a:pt x="306902" y="93239"/>
                  </a:lnTo>
                  <a:lnTo>
                    <a:pt x="310470" y="93664"/>
                  </a:lnTo>
                  <a:lnTo>
                    <a:pt x="314039" y="93966"/>
                  </a:lnTo>
                  <a:lnTo>
                    <a:pt x="317608" y="94076"/>
                  </a:lnTo>
                  <a:lnTo>
                    <a:pt x="321176" y="94254"/>
                  </a:lnTo>
                  <a:lnTo>
                    <a:pt x="324745" y="94360"/>
                  </a:lnTo>
                  <a:lnTo>
                    <a:pt x="328314" y="94887"/>
                  </a:lnTo>
                  <a:lnTo>
                    <a:pt x="331882" y="95269"/>
                  </a:lnTo>
                  <a:lnTo>
                    <a:pt x="335451" y="95439"/>
                  </a:lnTo>
                  <a:lnTo>
                    <a:pt x="339020" y="96062"/>
                  </a:lnTo>
                  <a:lnTo>
                    <a:pt x="342588" y="96259"/>
                  </a:lnTo>
                  <a:lnTo>
                    <a:pt x="346157" y="96548"/>
                  </a:lnTo>
                  <a:lnTo>
                    <a:pt x="349725" y="97140"/>
                  </a:lnTo>
                  <a:lnTo>
                    <a:pt x="353294" y="97263"/>
                  </a:lnTo>
                  <a:lnTo>
                    <a:pt x="356863" y="97397"/>
                  </a:lnTo>
                  <a:lnTo>
                    <a:pt x="360431" y="97871"/>
                  </a:lnTo>
                  <a:lnTo>
                    <a:pt x="364000" y="98320"/>
                  </a:lnTo>
                  <a:lnTo>
                    <a:pt x="367569" y="98497"/>
                  </a:lnTo>
                  <a:lnTo>
                    <a:pt x="371137" y="98776"/>
                  </a:lnTo>
                  <a:lnTo>
                    <a:pt x="374706" y="98730"/>
                  </a:lnTo>
                  <a:lnTo>
                    <a:pt x="378274" y="98956"/>
                  </a:lnTo>
                  <a:lnTo>
                    <a:pt x="381843" y="98993"/>
                  </a:lnTo>
                  <a:lnTo>
                    <a:pt x="385412" y="99360"/>
                  </a:lnTo>
                  <a:lnTo>
                    <a:pt x="388980" y="99360"/>
                  </a:lnTo>
                  <a:lnTo>
                    <a:pt x="392549" y="99365"/>
                  </a:lnTo>
                  <a:lnTo>
                    <a:pt x="396118" y="99373"/>
                  </a:lnTo>
                  <a:lnTo>
                    <a:pt x="399686" y="99389"/>
                  </a:lnTo>
                  <a:lnTo>
                    <a:pt x="403255" y="99471"/>
                  </a:lnTo>
                  <a:lnTo>
                    <a:pt x="406824" y="99807"/>
                  </a:lnTo>
                  <a:lnTo>
                    <a:pt x="410392" y="99947"/>
                  </a:lnTo>
                  <a:lnTo>
                    <a:pt x="413961" y="100293"/>
                  </a:lnTo>
                  <a:lnTo>
                    <a:pt x="417529" y="100534"/>
                  </a:lnTo>
                  <a:lnTo>
                    <a:pt x="421098" y="101014"/>
                  </a:lnTo>
                  <a:lnTo>
                    <a:pt x="424667" y="101211"/>
                  </a:lnTo>
                  <a:lnTo>
                    <a:pt x="428235" y="101250"/>
                  </a:lnTo>
                  <a:lnTo>
                    <a:pt x="431804" y="101308"/>
                  </a:lnTo>
                  <a:lnTo>
                    <a:pt x="435373" y="101422"/>
                  </a:lnTo>
                  <a:lnTo>
                    <a:pt x="438941" y="101257"/>
                  </a:lnTo>
                  <a:lnTo>
                    <a:pt x="442510" y="101112"/>
                  </a:lnTo>
                  <a:lnTo>
                    <a:pt x="446078" y="101020"/>
                  </a:lnTo>
                  <a:lnTo>
                    <a:pt x="449647" y="101355"/>
                  </a:lnTo>
                  <a:lnTo>
                    <a:pt x="453216" y="101789"/>
                  </a:lnTo>
                  <a:lnTo>
                    <a:pt x="456784" y="102034"/>
                  </a:lnTo>
                  <a:lnTo>
                    <a:pt x="460353" y="102123"/>
                  </a:lnTo>
                  <a:lnTo>
                    <a:pt x="463922" y="101945"/>
                  </a:lnTo>
                  <a:lnTo>
                    <a:pt x="467490" y="101959"/>
                  </a:lnTo>
                  <a:lnTo>
                    <a:pt x="471059" y="101789"/>
                  </a:lnTo>
                  <a:lnTo>
                    <a:pt x="474628" y="101732"/>
                  </a:lnTo>
                  <a:lnTo>
                    <a:pt x="478196" y="101893"/>
                  </a:lnTo>
                  <a:lnTo>
                    <a:pt x="481765" y="102221"/>
                  </a:lnTo>
                  <a:lnTo>
                    <a:pt x="485333" y="102337"/>
                  </a:lnTo>
                  <a:lnTo>
                    <a:pt x="488902" y="102229"/>
                  </a:lnTo>
                  <a:lnTo>
                    <a:pt x="492471" y="102080"/>
                  </a:lnTo>
                  <a:lnTo>
                    <a:pt x="496039" y="101846"/>
                  </a:lnTo>
                  <a:lnTo>
                    <a:pt x="499608" y="101613"/>
                  </a:lnTo>
                  <a:lnTo>
                    <a:pt x="503177" y="101459"/>
                  </a:lnTo>
                  <a:lnTo>
                    <a:pt x="506745" y="101584"/>
                  </a:lnTo>
                  <a:lnTo>
                    <a:pt x="510314" y="101849"/>
                  </a:lnTo>
                  <a:lnTo>
                    <a:pt x="513882" y="101641"/>
                  </a:lnTo>
                  <a:lnTo>
                    <a:pt x="517451" y="101605"/>
                  </a:lnTo>
                  <a:lnTo>
                    <a:pt x="521020" y="101442"/>
                  </a:lnTo>
                  <a:lnTo>
                    <a:pt x="524588" y="101183"/>
                  </a:lnTo>
                  <a:lnTo>
                    <a:pt x="528157" y="101031"/>
                  </a:lnTo>
                  <a:lnTo>
                    <a:pt x="531726" y="100923"/>
                  </a:lnTo>
                  <a:lnTo>
                    <a:pt x="535294" y="100798"/>
                  </a:lnTo>
                  <a:lnTo>
                    <a:pt x="538863" y="100634"/>
                  </a:lnTo>
                  <a:lnTo>
                    <a:pt x="542432" y="100732"/>
                  </a:lnTo>
                  <a:lnTo>
                    <a:pt x="546000" y="100609"/>
                  </a:lnTo>
                  <a:lnTo>
                    <a:pt x="549569" y="100576"/>
                  </a:lnTo>
                  <a:lnTo>
                    <a:pt x="553137" y="100346"/>
                  </a:lnTo>
                  <a:lnTo>
                    <a:pt x="556706" y="100030"/>
                  </a:lnTo>
                  <a:lnTo>
                    <a:pt x="560275" y="99981"/>
                  </a:lnTo>
                  <a:lnTo>
                    <a:pt x="563843" y="100107"/>
                  </a:lnTo>
                  <a:lnTo>
                    <a:pt x="567412" y="100234"/>
                  </a:lnTo>
                  <a:lnTo>
                    <a:pt x="570981" y="100036"/>
                  </a:lnTo>
                  <a:lnTo>
                    <a:pt x="574549" y="100019"/>
                  </a:lnTo>
                  <a:lnTo>
                    <a:pt x="578118" y="99813"/>
                  </a:lnTo>
                  <a:lnTo>
                    <a:pt x="581686" y="99329"/>
                  </a:lnTo>
                  <a:lnTo>
                    <a:pt x="585255" y="98729"/>
                  </a:lnTo>
                  <a:lnTo>
                    <a:pt x="588824" y="98750"/>
                  </a:lnTo>
                  <a:lnTo>
                    <a:pt x="592392" y="98646"/>
                  </a:lnTo>
                  <a:lnTo>
                    <a:pt x="595961" y="98235"/>
                  </a:lnTo>
                  <a:lnTo>
                    <a:pt x="599530" y="97839"/>
                  </a:lnTo>
                  <a:lnTo>
                    <a:pt x="603098" y="97667"/>
                  </a:lnTo>
                  <a:lnTo>
                    <a:pt x="606667" y="97496"/>
                  </a:lnTo>
                  <a:lnTo>
                    <a:pt x="610236" y="97335"/>
                  </a:lnTo>
                  <a:lnTo>
                    <a:pt x="613804" y="97175"/>
                  </a:lnTo>
                  <a:lnTo>
                    <a:pt x="617373" y="97084"/>
                  </a:lnTo>
                  <a:lnTo>
                    <a:pt x="620941" y="97123"/>
                  </a:lnTo>
                  <a:lnTo>
                    <a:pt x="624510" y="97006"/>
                  </a:lnTo>
                  <a:lnTo>
                    <a:pt x="628079" y="96689"/>
                  </a:lnTo>
                  <a:lnTo>
                    <a:pt x="631647" y="96350"/>
                  </a:lnTo>
                  <a:lnTo>
                    <a:pt x="635216" y="95900"/>
                  </a:lnTo>
                  <a:lnTo>
                    <a:pt x="638785" y="95504"/>
                  </a:lnTo>
                  <a:lnTo>
                    <a:pt x="642353" y="95114"/>
                  </a:lnTo>
                  <a:lnTo>
                    <a:pt x="645922" y="94925"/>
                  </a:lnTo>
                  <a:lnTo>
                    <a:pt x="649490" y="94853"/>
                  </a:lnTo>
                  <a:lnTo>
                    <a:pt x="653059" y="94390"/>
                  </a:lnTo>
                  <a:lnTo>
                    <a:pt x="656628" y="94283"/>
                  </a:lnTo>
                  <a:lnTo>
                    <a:pt x="660196" y="94388"/>
                  </a:lnTo>
                  <a:lnTo>
                    <a:pt x="663765" y="94423"/>
                  </a:lnTo>
                  <a:lnTo>
                    <a:pt x="667334" y="94213"/>
                  </a:lnTo>
                  <a:lnTo>
                    <a:pt x="670902" y="93742"/>
                  </a:lnTo>
                  <a:lnTo>
                    <a:pt x="674471" y="93707"/>
                  </a:lnTo>
                  <a:lnTo>
                    <a:pt x="678040" y="93674"/>
                  </a:lnTo>
                  <a:lnTo>
                    <a:pt x="681608" y="93598"/>
                  </a:lnTo>
                  <a:lnTo>
                    <a:pt x="685177" y="93585"/>
                  </a:lnTo>
                  <a:lnTo>
                    <a:pt x="688745" y="93550"/>
                  </a:lnTo>
                  <a:lnTo>
                    <a:pt x="692314" y="93527"/>
                  </a:lnTo>
                  <a:lnTo>
                    <a:pt x="695883" y="93351"/>
                  </a:lnTo>
                  <a:lnTo>
                    <a:pt x="699451" y="93175"/>
                  </a:lnTo>
                  <a:lnTo>
                    <a:pt x="703020" y="93006"/>
                  </a:lnTo>
                  <a:lnTo>
                    <a:pt x="706589" y="92838"/>
                  </a:lnTo>
                  <a:lnTo>
                    <a:pt x="710157" y="92613"/>
                  </a:lnTo>
                  <a:lnTo>
                    <a:pt x="713726" y="92235"/>
                  </a:lnTo>
                  <a:lnTo>
                    <a:pt x="717294" y="91856"/>
                  </a:lnTo>
                  <a:lnTo>
                    <a:pt x="720863" y="91478"/>
                  </a:lnTo>
                  <a:lnTo>
                    <a:pt x="724432" y="91119"/>
                  </a:lnTo>
                  <a:lnTo>
                    <a:pt x="728000" y="90814"/>
                  </a:lnTo>
                  <a:lnTo>
                    <a:pt x="731569" y="90644"/>
                  </a:lnTo>
                  <a:lnTo>
                    <a:pt x="735138" y="90702"/>
                  </a:lnTo>
                  <a:lnTo>
                    <a:pt x="738706" y="90042"/>
                  </a:lnTo>
                  <a:lnTo>
                    <a:pt x="742275" y="89653"/>
                  </a:lnTo>
                  <a:lnTo>
                    <a:pt x="745844" y="89128"/>
                  </a:lnTo>
                  <a:lnTo>
                    <a:pt x="749412" y="88603"/>
                  </a:lnTo>
                  <a:lnTo>
                    <a:pt x="752981" y="88090"/>
                  </a:lnTo>
                  <a:lnTo>
                    <a:pt x="756549" y="87698"/>
                  </a:lnTo>
                  <a:lnTo>
                    <a:pt x="760118" y="87307"/>
                  </a:lnTo>
                  <a:lnTo>
                    <a:pt x="763687" y="86996"/>
                  </a:lnTo>
                  <a:lnTo>
                    <a:pt x="767255" y="86851"/>
                  </a:lnTo>
                  <a:lnTo>
                    <a:pt x="770824" y="86214"/>
                  </a:lnTo>
                  <a:lnTo>
                    <a:pt x="774393" y="85740"/>
                  </a:lnTo>
                  <a:lnTo>
                    <a:pt x="777961" y="85347"/>
                  </a:lnTo>
                  <a:lnTo>
                    <a:pt x="781530" y="85142"/>
                  </a:lnTo>
                  <a:lnTo>
                    <a:pt x="785098" y="85366"/>
                  </a:lnTo>
                  <a:lnTo>
                    <a:pt x="788667" y="85427"/>
                  </a:lnTo>
                  <a:lnTo>
                    <a:pt x="792236" y="84875"/>
                  </a:lnTo>
                  <a:lnTo>
                    <a:pt x="795804" y="84467"/>
                  </a:lnTo>
                  <a:lnTo>
                    <a:pt x="799373" y="84145"/>
                  </a:lnTo>
                  <a:lnTo>
                    <a:pt x="802942" y="83565"/>
                  </a:lnTo>
                  <a:lnTo>
                    <a:pt x="806510" y="83040"/>
                  </a:lnTo>
                  <a:lnTo>
                    <a:pt x="810079" y="82856"/>
                  </a:lnTo>
                  <a:lnTo>
                    <a:pt x="813648" y="82485"/>
                  </a:lnTo>
                  <a:lnTo>
                    <a:pt x="817216" y="82030"/>
                  </a:lnTo>
                  <a:lnTo>
                    <a:pt x="820785" y="81347"/>
                  </a:lnTo>
                  <a:lnTo>
                    <a:pt x="824353" y="80777"/>
                  </a:lnTo>
                  <a:lnTo>
                    <a:pt x="827922" y="80555"/>
                  </a:lnTo>
                  <a:lnTo>
                    <a:pt x="831491" y="79888"/>
                  </a:lnTo>
                  <a:lnTo>
                    <a:pt x="835059" y="79467"/>
                  </a:lnTo>
                  <a:lnTo>
                    <a:pt x="838628" y="79334"/>
                  </a:lnTo>
                  <a:lnTo>
                    <a:pt x="842197" y="78887"/>
                  </a:lnTo>
                  <a:lnTo>
                    <a:pt x="845765" y="78433"/>
                  </a:lnTo>
                  <a:lnTo>
                    <a:pt x="849334" y="77974"/>
                  </a:lnTo>
                  <a:lnTo>
                    <a:pt x="852902" y="77527"/>
                  </a:lnTo>
                  <a:lnTo>
                    <a:pt x="852902" y="291255"/>
                  </a:lnTo>
                  <a:lnTo>
                    <a:pt x="849334" y="290766"/>
                  </a:lnTo>
                  <a:lnTo>
                    <a:pt x="845765" y="290432"/>
                  </a:lnTo>
                  <a:lnTo>
                    <a:pt x="842197" y="289937"/>
                  </a:lnTo>
                  <a:lnTo>
                    <a:pt x="838628" y="289418"/>
                  </a:lnTo>
                  <a:lnTo>
                    <a:pt x="835059" y="288894"/>
                  </a:lnTo>
                  <a:lnTo>
                    <a:pt x="831491" y="288477"/>
                  </a:lnTo>
                  <a:lnTo>
                    <a:pt x="827922" y="288070"/>
                  </a:lnTo>
                  <a:lnTo>
                    <a:pt x="824353" y="287616"/>
                  </a:lnTo>
                  <a:lnTo>
                    <a:pt x="820785" y="287137"/>
                  </a:lnTo>
                  <a:lnTo>
                    <a:pt x="817216" y="286702"/>
                  </a:lnTo>
                  <a:lnTo>
                    <a:pt x="813648" y="286244"/>
                  </a:lnTo>
                  <a:lnTo>
                    <a:pt x="810079" y="285659"/>
                  </a:lnTo>
                  <a:lnTo>
                    <a:pt x="806510" y="285135"/>
                  </a:lnTo>
                  <a:lnTo>
                    <a:pt x="802942" y="284678"/>
                  </a:lnTo>
                  <a:lnTo>
                    <a:pt x="799373" y="284166"/>
                  </a:lnTo>
                  <a:lnTo>
                    <a:pt x="795804" y="283633"/>
                  </a:lnTo>
                  <a:lnTo>
                    <a:pt x="792236" y="283095"/>
                  </a:lnTo>
                  <a:lnTo>
                    <a:pt x="788667" y="282518"/>
                  </a:lnTo>
                  <a:lnTo>
                    <a:pt x="785098" y="281937"/>
                  </a:lnTo>
                  <a:lnTo>
                    <a:pt x="781530" y="281352"/>
                  </a:lnTo>
                  <a:lnTo>
                    <a:pt x="777961" y="280764"/>
                  </a:lnTo>
                  <a:lnTo>
                    <a:pt x="774393" y="280172"/>
                  </a:lnTo>
                  <a:lnTo>
                    <a:pt x="770824" y="279697"/>
                  </a:lnTo>
                  <a:lnTo>
                    <a:pt x="767255" y="279259"/>
                  </a:lnTo>
                  <a:lnTo>
                    <a:pt x="763687" y="278701"/>
                  </a:lnTo>
                  <a:lnTo>
                    <a:pt x="760118" y="278139"/>
                  </a:lnTo>
                  <a:lnTo>
                    <a:pt x="756549" y="277571"/>
                  </a:lnTo>
                  <a:lnTo>
                    <a:pt x="752981" y="277094"/>
                  </a:lnTo>
                  <a:lnTo>
                    <a:pt x="749412" y="276424"/>
                  </a:lnTo>
                  <a:lnTo>
                    <a:pt x="745844" y="275845"/>
                  </a:lnTo>
                  <a:lnTo>
                    <a:pt x="742275" y="275263"/>
                  </a:lnTo>
                  <a:lnTo>
                    <a:pt x="738706" y="274724"/>
                  </a:lnTo>
                  <a:lnTo>
                    <a:pt x="735138" y="274153"/>
                  </a:lnTo>
                  <a:lnTo>
                    <a:pt x="731569" y="273536"/>
                  </a:lnTo>
                  <a:lnTo>
                    <a:pt x="728000" y="272929"/>
                  </a:lnTo>
                  <a:lnTo>
                    <a:pt x="724432" y="272493"/>
                  </a:lnTo>
                  <a:lnTo>
                    <a:pt x="720863" y="272055"/>
                  </a:lnTo>
                  <a:lnTo>
                    <a:pt x="717294" y="271449"/>
                  </a:lnTo>
                  <a:lnTo>
                    <a:pt x="713726" y="270688"/>
                  </a:lnTo>
                  <a:lnTo>
                    <a:pt x="710157" y="269922"/>
                  </a:lnTo>
                  <a:lnTo>
                    <a:pt x="706589" y="269333"/>
                  </a:lnTo>
                  <a:lnTo>
                    <a:pt x="703020" y="268752"/>
                  </a:lnTo>
                  <a:lnTo>
                    <a:pt x="699451" y="268133"/>
                  </a:lnTo>
                  <a:lnTo>
                    <a:pt x="695883" y="267494"/>
                  </a:lnTo>
                  <a:lnTo>
                    <a:pt x="692314" y="266898"/>
                  </a:lnTo>
                  <a:lnTo>
                    <a:pt x="688745" y="266190"/>
                  </a:lnTo>
                  <a:lnTo>
                    <a:pt x="685177" y="265493"/>
                  </a:lnTo>
                  <a:lnTo>
                    <a:pt x="681608" y="264802"/>
                  </a:lnTo>
                  <a:lnTo>
                    <a:pt x="678040" y="264116"/>
                  </a:lnTo>
                  <a:lnTo>
                    <a:pt x="674471" y="263528"/>
                  </a:lnTo>
                  <a:lnTo>
                    <a:pt x="670902" y="262901"/>
                  </a:lnTo>
                  <a:lnTo>
                    <a:pt x="667334" y="262185"/>
                  </a:lnTo>
                  <a:lnTo>
                    <a:pt x="663765" y="261368"/>
                  </a:lnTo>
                  <a:lnTo>
                    <a:pt x="660196" y="260802"/>
                  </a:lnTo>
                  <a:lnTo>
                    <a:pt x="656628" y="260063"/>
                  </a:lnTo>
                  <a:lnTo>
                    <a:pt x="653059" y="259261"/>
                  </a:lnTo>
                  <a:lnTo>
                    <a:pt x="649490" y="258713"/>
                  </a:lnTo>
                  <a:lnTo>
                    <a:pt x="645922" y="257991"/>
                  </a:lnTo>
                  <a:lnTo>
                    <a:pt x="642353" y="257285"/>
                  </a:lnTo>
                  <a:lnTo>
                    <a:pt x="638785" y="256776"/>
                  </a:lnTo>
                  <a:lnTo>
                    <a:pt x="635216" y="256177"/>
                  </a:lnTo>
                  <a:lnTo>
                    <a:pt x="631647" y="255482"/>
                  </a:lnTo>
                  <a:lnTo>
                    <a:pt x="628079" y="254785"/>
                  </a:lnTo>
                  <a:lnTo>
                    <a:pt x="624510" y="253918"/>
                  </a:lnTo>
                  <a:lnTo>
                    <a:pt x="620941" y="253235"/>
                  </a:lnTo>
                  <a:lnTo>
                    <a:pt x="617373" y="252665"/>
                  </a:lnTo>
                  <a:lnTo>
                    <a:pt x="613804" y="252002"/>
                  </a:lnTo>
                  <a:lnTo>
                    <a:pt x="610236" y="251402"/>
                  </a:lnTo>
                  <a:lnTo>
                    <a:pt x="606667" y="250707"/>
                  </a:lnTo>
                  <a:lnTo>
                    <a:pt x="603098" y="250073"/>
                  </a:lnTo>
                  <a:lnTo>
                    <a:pt x="599530" y="249584"/>
                  </a:lnTo>
                  <a:lnTo>
                    <a:pt x="595961" y="248820"/>
                  </a:lnTo>
                  <a:lnTo>
                    <a:pt x="592392" y="248089"/>
                  </a:lnTo>
                  <a:lnTo>
                    <a:pt x="588824" y="247398"/>
                  </a:lnTo>
                  <a:lnTo>
                    <a:pt x="585255" y="246762"/>
                  </a:lnTo>
                  <a:lnTo>
                    <a:pt x="581686" y="246122"/>
                  </a:lnTo>
                  <a:lnTo>
                    <a:pt x="578118" y="245502"/>
                  </a:lnTo>
                  <a:lnTo>
                    <a:pt x="574549" y="244972"/>
                  </a:lnTo>
                  <a:lnTo>
                    <a:pt x="570981" y="244438"/>
                  </a:lnTo>
                  <a:lnTo>
                    <a:pt x="567412" y="243862"/>
                  </a:lnTo>
                  <a:lnTo>
                    <a:pt x="563843" y="243074"/>
                  </a:lnTo>
                  <a:lnTo>
                    <a:pt x="560275" y="242331"/>
                  </a:lnTo>
                  <a:lnTo>
                    <a:pt x="556706" y="241479"/>
                  </a:lnTo>
                  <a:lnTo>
                    <a:pt x="553137" y="240596"/>
                  </a:lnTo>
                  <a:lnTo>
                    <a:pt x="549569" y="240029"/>
                  </a:lnTo>
                  <a:lnTo>
                    <a:pt x="546000" y="239472"/>
                  </a:lnTo>
                  <a:lnTo>
                    <a:pt x="542432" y="238800"/>
                  </a:lnTo>
                  <a:lnTo>
                    <a:pt x="538863" y="238160"/>
                  </a:lnTo>
                  <a:lnTo>
                    <a:pt x="535294" y="237372"/>
                  </a:lnTo>
                  <a:lnTo>
                    <a:pt x="531726" y="236717"/>
                  </a:lnTo>
                  <a:lnTo>
                    <a:pt x="528157" y="235825"/>
                  </a:lnTo>
                  <a:lnTo>
                    <a:pt x="524588" y="234928"/>
                  </a:lnTo>
                  <a:lnTo>
                    <a:pt x="521020" y="234062"/>
                  </a:lnTo>
                  <a:lnTo>
                    <a:pt x="517451" y="233665"/>
                  </a:lnTo>
                  <a:lnTo>
                    <a:pt x="513882" y="233344"/>
                  </a:lnTo>
                  <a:lnTo>
                    <a:pt x="510314" y="232608"/>
                  </a:lnTo>
                  <a:lnTo>
                    <a:pt x="506745" y="231937"/>
                  </a:lnTo>
                  <a:lnTo>
                    <a:pt x="503177" y="231225"/>
                  </a:lnTo>
                  <a:lnTo>
                    <a:pt x="499608" y="230422"/>
                  </a:lnTo>
                  <a:lnTo>
                    <a:pt x="496039" y="229574"/>
                  </a:lnTo>
                  <a:lnTo>
                    <a:pt x="492471" y="228762"/>
                  </a:lnTo>
                  <a:lnTo>
                    <a:pt x="488902" y="227910"/>
                  </a:lnTo>
                  <a:lnTo>
                    <a:pt x="485333" y="227067"/>
                  </a:lnTo>
                  <a:lnTo>
                    <a:pt x="481765" y="226382"/>
                  </a:lnTo>
                  <a:lnTo>
                    <a:pt x="478196" y="225695"/>
                  </a:lnTo>
                  <a:lnTo>
                    <a:pt x="474628" y="224915"/>
                  </a:lnTo>
                  <a:lnTo>
                    <a:pt x="471059" y="224317"/>
                  </a:lnTo>
                  <a:lnTo>
                    <a:pt x="467490" y="223600"/>
                  </a:lnTo>
                  <a:lnTo>
                    <a:pt x="463922" y="223078"/>
                  </a:lnTo>
                  <a:lnTo>
                    <a:pt x="460353" y="222516"/>
                  </a:lnTo>
                  <a:lnTo>
                    <a:pt x="456784" y="221815"/>
                  </a:lnTo>
                  <a:lnTo>
                    <a:pt x="453216" y="221317"/>
                  </a:lnTo>
                  <a:lnTo>
                    <a:pt x="449647" y="220543"/>
                  </a:lnTo>
                  <a:lnTo>
                    <a:pt x="446078" y="219665"/>
                  </a:lnTo>
                  <a:lnTo>
                    <a:pt x="442510" y="218877"/>
                  </a:lnTo>
                  <a:lnTo>
                    <a:pt x="438941" y="218238"/>
                  </a:lnTo>
                  <a:lnTo>
                    <a:pt x="435373" y="217571"/>
                  </a:lnTo>
                  <a:lnTo>
                    <a:pt x="431804" y="216962"/>
                  </a:lnTo>
                  <a:lnTo>
                    <a:pt x="428235" y="216423"/>
                  </a:lnTo>
                  <a:lnTo>
                    <a:pt x="424667" y="215666"/>
                  </a:lnTo>
                  <a:lnTo>
                    <a:pt x="421098" y="215052"/>
                  </a:lnTo>
                  <a:lnTo>
                    <a:pt x="417529" y="214354"/>
                  </a:lnTo>
                  <a:lnTo>
                    <a:pt x="413961" y="213770"/>
                  </a:lnTo>
                  <a:lnTo>
                    <a:pt x="410392" y="213119"/>
                  </a:lnTo>
                  <a:lnTo>
                    <a:pt x="406824" y="212382"/>
                  </a:lnTo>
                  <a:lnTo>
                    <a:pt x="403255" y="212075"/>
                  </a:lnTo>
                  <a:lnTo>
                    <a:pt x="399686" y="211425"/>
                  </a:lnTo>
                  <a:lnTo>
                    <a:pt x="396118" y="210883"/>
                  </a:lnTo>
                  <a:lnTo>
                    <a:pt x="392549" y="210514"/>
                  </a:lnTo>
                  <a:lnTo>
                    <a:pt x="388980" y="210065"/>
                  </a:lnTo>
                  <a:lnTo>
                    <a:pt x="385412" y="209510"/>
                  </a:lnTo>
                  <a:lnTo>
                    <a:pt x="381843" y="209028"/>
                  </a:lnTo>
                  <a:lnTo>
                    <a:pt x="378274" y="208452"/>
                  </a:lnTo>
                  <a:lnTo>
                    <a:pt x="374706" y="208043"/>
                  </a:lnTo>
                  <a:lnTo>
                    <a:pt x="371137" y="207394"/>
                  </a:lnTo>
                  <a:lnTo>
                    <a:pt x="367569" y="206611"/>
                  </a:lnTo>
                  <a:lnTo>
                    <a:pt x="364000" y="205953"/>
                  </a:lnTo>
                  <a:lnTo>
                    <a:pt x="360431" y="205563"/>
                  </a:lnTo>
                  <a:lnTo>
                    <a:pt x="356863" y="204817"/>
                  </a:lnTo>
                  <a:lnTo>
                    <a:pt x="353294" y="204214"/>
                  </a:lnTo>
                  <a:lnTo>
                    <a:pt x="349725" y="203812"/>
                  </a:lnTo>
                  <a:lnTo>
                    <a:pt x="346157" y="203233"/>
                  </a:lnTo>
                  <a:lnTo>
                    <a:pt x="342588" y="202865"/>
                  </a:lnTo>
                  <a:lnTo>
                    <a:pt x="339020" y="202439"/>
                  </a:lnTo>
                  <a:lnTo>
                    <a:pt x="335451" y="202083"/>
                  </a:lnTo>
                  <a:lnTo>
                    <a:pt x="331882" y="201647"/>
                  </a:lnTo>
                  <a:lnTo>
                    <a:pt x="328314" y="201195"/>
                  </a:lnTo>
                  <a:lnTo>
                    <a:pt x="324745" y="200741"/>
                  </a:lnTo>
                  <a:lnTo>
                    <a:pt x="321176" y="200140"/>
                  </a:lnTo>
                  <a:lnTo>
                    <a:pt x="317608" y="199653"/>
                  </a:lnTo>
                  <a:lnTo>
                    <a:pt x="314039" y="199090"/>
                  </a:lnTo>
                  <a:lnTo>
                    <a:pt x="310470" y="198426"/>
                  </a:lnTo>
                  <a:lnTo>
                    <a:pt x="306902" y="198114"/>
                  </a:lnTo>
                  <a:lnTo>
                    <a:pt x="303333" y="198003"/>
                  </a:lnTo>
                  <a:lnTo>
                    <a:pt x="299765" y="197749"/>
                  </a:lnTo>
                  <a:lnTo>
                    <a:pt x="296196" y="197177"/>
                  </a:lnTo>
                  <a:lnTo>
                    <a:pt x="292627" y="196606"/>
                  </a:lnTo>
                  <a:lnTo>
                    <a:pt x="289059" y="196137"/>
                  </a:lnTo>
                  <a:lnTo>
                    <a:pt x="285490" y="196034"/>
                  </a:lnTo>
                  <a:lnTo>
                    <a:pt x="281921" y="195592"/>
                  </a:lnTo>
                  <a:lnTo>
                    <a:pt x="278353" y="195216"/>
                  </a:lnTo>
                  <a:lnTo>
                    <a:pt x="274784" y="194867"/>
                  </a:lnTo>
                  <a:lnTo>
                    <a:pt x="271216" y="194623"/>
                  </a:lnTo>
                  <a:lnTo>
                    <a:pt x="267647" y="194268"/>
                  </a:lnTo>
                  <a:lnTo>
                    <a:pt x="264078" y="194285"/>
                  </a:lnTo>
                  <a:lnTo>
                    <a:pt x="260510" y="194063"/>
                  </a:lnTo>
                  <a:lnTo>
                    <a:pt x="256941" y="193427"/>
                  </a:lnTo>
                  <a:lnTo>
                    <a:pt x="253372" y="193039"/>
                  </a:lnTo>
                  <a:lnTo>
                    <a:pt x="249804" y="192932"/>
                  </a:lnTo>
                  <a:lnTo>
                    <a:pt x="246235" y="192676"/>
                  </a:lnTo>
                  <a:lnTo>
                    <a:pt x="242666" y="192357"/>
                  </a:lnTo>
                  <a:lnTo>
                    <a:pt x="239098" y="192040"/>
                  </a:lnTo>
                  <a:lnTo>
                    <a:pt x="235529" y="191598"/>
                  </a:lnTo>
                  <a:lnTo>
                    <a:pt x="231961" y="191309"/>
                  </a:lnTo>
                  <a:lnTo>
                    <a:pt x="228392" y="191095"/>
                  </a:lnTo>
                  <a:lnTo>
                    <a:pt x="224823" y="191181"/>
                  </a:lnTo>
                  <a:lnTo>
                    <a:pt x="221255" y="190840"/>
                  </a:lnTo>
                  <a:lnTo>
                    <a:pt x="217686" y="190754"/>
                  </a:lnTo>
                  <a:lnTo>
                    <a:pt x="214117" y="190663"/>
                  </a:lnTo>
                  <a:lnTo>
                    <a:pt x="210549" y="190561"/>
                  </a:lnTo>
                  <a:lnTo>
                    <a:pt x="206980" y="190464"/>
                  </a:lnTo>
                  <a:lnTo>
                    <a:pt x="203412" y="190137"/>
                  </a:lnTo>
                  <a:lnTo>
                    <a:pt x="199843" y="190218"/>
                  </a:lnTo>
                  <a:lnTo>
                    <a:pt x="196274" y="190062"/>
                  </a:lnTo>
                  <a:lnTo>
                    <a:pt x="192706" y="189555"/>
                  </a:lnTo>
                  <a:lnTo>
                    <a:pt x="189137" y="189492"/>
                  </a:lnTo>
                  <a:lnTo>
                    <a:pt x="185568" y="189590"/>
                  </a:lnTo>
                  <a:lnTo>
                    <a:pt x="182000" y="189410"/>
                  </a:lnTo>
                  <a:lnTo>
                    <a:pt x="178431" y="189223"/>
                  </a:lnTo>
                  <a:lnTo>
                    <a:pt x="174862" y="189039"/>
                  </a:lnTo>
                  <a:lnTo>
                    <a:pt x="171294" y="188857"/>
                  </a:lnTo>
                  <a:lnTo>
                    <a:pt x="167725" y="188670"/>
                  </a:lnTo>
                  <a:lnTo>
                    <a:pt x="164157" y="188450"/>
                  </a:lnTo>
                  <a:lnTo>
                    <a:pt x="160588" y="188540"/>
                  </a:lnTo>
                  <a:lnTo>
                    <a:pt x="157019" y="188417"/>
                  </a:lnTo>
                  <a:lnTo>
                    <a:pt x="153451" y="188565"/>
                  </a:lnTo>
                  <a:lnTo>
                    <a:pt x="149882" y="188577"/>
                  </a:lnTo>
                  <a:lnTo>
                    <a:pt x="146313" y="188400"/>
                  </a:lnTo>
                  <a:lnTo>
                    <a:pt x="142745" y="188215"/>
                  </a:lnTo>
                  <a:lnTo>
                    <a:pt x="139176" y="188038"/>
                  </a:lnTo>
                  <a:lnTo>
                    <a:pt x="135608" y="188163"/>
                  </a:lnTo>
                  <a:lnTo>
                    <a:pt x="132039" y="188092"/>
                  </a:lnTo>
                  <a:lnTo>
                    <a:pt x="128470" y="187927"/>
                  </a:lnTo>
                  <a:lnTo>
                    <a:pt x="124902" y="187944"/>
                  </a:lnTo>
                  <a:lnTo>
                    <a:pt x="121333" y="188054"/>
                  </a:lnTo>
                  <a:lnTo>
                    <a:pt x="117764" y="187797"/>
                  </a:lnTo>
                  <a:lnTo>
                    <a:pt x="114196" y="187906"/>
                  </a:lnTo>
                  <a:lnTo>
                    <a:pt x="110627" y="187998"/>
                  </a:lnTo>
                  <a:lnTo>
                    <a:pt x="107058" y="188138"/>
                  </a:lnTo>
                  <a:lnTo>
                    <a:pt x="103490" y="188254"/>
                  </a:lnTo>
                  <a:lnTo>
                    <a:pt x="99921" y="188189"/>
                  </a:lnTo>
                  <a:lnTo>
                    <a:pt x="96353" y="188022"/>
                  </a:lnTo>
                  <a:lnTo>
                    <a:pt x="92784" y="188133"/>
                  </a:lnTo>
                  <a:lnTo>
                    <a:pt x="89215" y="188264"/>
                  </a:lnTo>
                  <a:lnTo>
                    <a:pt x="85647" y="188348"/>
                  </a:lnTo>
                  <a:lnTo>
                    <a:pt x="82078" y="188532"/>
                  </a:lnTo>
                  <a:lnTo>
                    <a:pt x="78509" y="188691"/>
                  </a:lnTo>
                  <a:lnTo>
                    <a:pt x="74941" y="188870"/>
                  </a:lnTo>
                  <a:lnTo>
                    <a:pt x="71372" y="188984"/>
                  </a:lnTo>
                  <a:lnTo>
                    <a:pt x="67804" y="189185"/>
                  </a:lnTo>
                  <a:lnTo>
                    <a:pt x="64235" y="189102"/>
                  </a:lnTo>
                  <a:lnTo>
                    <a:pt x="60666" y="189102"/>
                  </a:lnTo>
                  <a:lnTo>
                    <a:pt x="57098" y="189393"/>
                  </a:lnTo>
                  <a:lnTo>
                    <a:pt x="53529" y="189468"/>
                  </a:lnTo>
                  <a:lnTo>
                    <a:pt x="49960" y="189759"/>
                  </a:lnTo>
                  <a:lnTo>
                    <a:pt x="46392" y="189911"/>
                  </a:lnTo>
                  <a:lnTo>
                    <a:pt x="42823" y="189931"/>
                  </a:lnTo>
                  <a:lnTo>
                    <a:pt x="39254" y="190175"/>
                  </a:lnTo>
                  <a:lnTo>
                    <a:pt x="35686" y="190204"/>
                  </a:lnTo>
                  <a:lnTo>
                    <a:pt x="32117" y="190363"/>
                  </a:lnTo>
                  <a:lnTo>
                    <a:pt x="28549" y="190314"/>
                  </a:lnTo>
                  <a:lnTo>
                    <a:pt x="24980" y="190439"/>
                  </a:lnTo>
                  <a:lnTo>
                    <a:pt x="21411" y="190595"/>
                  </a:lnTo>
                  <a:lnTo>
                    <a:pt x="17843" y="190473"/>
                  </a:lnTo>
                  <a:lnTo>
                    <a:pt x="14274" y="190493"/>
                  </a:lnTo>
                  <a:lnTo>
                    <a:pt x="10705" y="190881"/>
                  </a:lnTo>
                  <a:lnTo>
                    <a:pt x="7137" y="191168"/>
                  </a:lnTo>
                  <a:lnTo>
                    <a:pt x="3568" y="191389"/>
                  </a:lnTo>
                  <a:lnTo>
                    <a:pt x="0" y="191419"/>
                  </a:lnTo>
                  <a:close/>
                </a:path>
              </a:pathLst>
            </a:custGeom>
            <a:solidFill>
              <a:srgbClr val="CC79A7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675466" y="4069539"/>
              <a:ext cx="852902" cy="102337"/>
            </a:xfrm>
            <a:custGeom>
              <a:avLst/>
              <a:pathLst>
                <a:path w="852902" h="102337">
                  <a:moveTo>
                    <a:pt x="0" y="0"/>
                  </a:moveTo>
                  <a:lnTo>
                    <a:pt x="3568" y="1601"/>
                  </a:lnTo>
                  <a:lnTo>
                    <a:pt x="7137" y="3271"/>
                  </a:lnTo>
                  <a:lnTo>
                    <a:pt x="10705" y="5042"/>
                  </a:lnTo>
                  <a:lnTo>
                    <a:pt x="14274" y="6482"/>
                  </a:lnTo>
                  <a:lnTo>
                    <a:pt x="17843" y="7795"/>
                  </a:lnTo>
                  <a:lnTo>
                    <a:pt x="21411" y="8890"/>
                  </a:lnTo>
                  <a:lnTo>
                    <a:pt x="24980" y="10099"/>
                  </a:lnTo>
                  <a:lnTo>
                    <a:pt x="28549" y="11811"/>
                  </a:lnTo>
                  <a:lnTo>
                    <a:pt x="32117" y="13273"/>
                  </a:lnTo>
                  <a:lnTo>
                    <a:pt x="35686" y="14643"/>
                  </a:lnTo>
                  <a:lnTo>
                    <a:pt x="39254" y="16191"/>
                  </a:lnTo>
                  <a:lnTo>
                    <a:pt x="42823" y="17663"/>
                  </a:lnTo>
                  <a:lnTo>
                    <a:pt x="46392" y="19151"/>
                  </a:lnTo>
                  <a:lnTo>
                    <a:pt x="49960" y="20474"/>
                  </a:lnTo>
                  <a:lnTo>
                    <a:pt x="53529" y="21473"/>
                  </a:lnTo>
                  <a:lnTo>
                    <a:pt x="57098" y="23046"/>
                  </a:lnTo>
                  <a:lnTo>
                    <a:pt x="60666" y="24618"/>
                  </a:lnTo>
                  <a:lnTo>
                    <a:pt x="64235" y="25964"/>
                  </a:lnTo>
                  <a:lnTo>
                    <a:pt x="67804" y="27124"/>
                  </a:lnTo>
                  <a:lnTo>
                    <a:pt x="71372" y="28497"/>
                  </a:lnTo>
                  <a:lnTo>
                    <a:pt x="74941" y="29815"/>
                  </a:lnTo>
                  <a:lnTo>
                    <a:pt x="78509" y="31064"/>
                  </a:lnTo>
                  <a:lnTo>
                    <a:pt x="82078" y="32279"/>
                  </a:lnTo>
                  <a:lnTo>
                    <a:pt x="85647" y="33396"/>
                  </a:lnTo>
                  <a:lnTo>
                    <a:pt x="89215" y="34523"/>
                  </a:lnTo>
                  <a:lnTo>
                    <a:pt x="92784" y="35830"/>
                  </a:lnTo>
                  <a:lnTo>
                    <a:pt x="96353" y="36804"/>
                  </a:lnTo>
                  <a:lnTo>
                    <a:pt x="99921" y="38016"/>
                  </a:lnTo>
                  <a:lnTo>
                    <a:pt x="103490" y="39223"/>
                  </a:lnTo>
                  <a:lnTo>
                    <a:pt x="107058" y="40416"/>
                  </a:lnTo>
                  <a:lnTo>
                    <a:pt x="110627" y="41569"/>
                  </a:lnTo>
                  <a:lnTo>
                    <a:pt x="114196" y="42834"/>
                  </a:lnTo>
                  <a:lnTo>
                    <a:pt x="117764" y="43903"/>
                  </a:lnTo>
                  <a:lnTo>
                    <a:pt x="121333" y="45062"/>
                  </a:lnTo>
                  <a:lnTo>
                    <a:pt x="124902" y="46223"/>
                  </a:lnTo>
                  <a:lnTo>
                    <a:pt x="128470" y="47382"/>
                  </a:lnTo>
                  <a:lnTo>
                    <a:pt x="132039" y="48795"/>
                  </a:lnTo>
                  <a:lnTo>
                    <a:pt x="135608" y="50246"/>
                  </a:lnTo>
                  <a:lnTo>
                    <a:pt x="139176" y="51680"/>
                  </a:lnTo>
                  <a:lnTo>
                    <a:pt x="142745" y="53157"/>
                  </a:lnTo>
                  <a:lnTo>
                    <a:pt x="146313" y="54075"/>
                  </a:lnTo>
                  <a:lnTo>
                    <a:pt x="149882" y="54901"/>
                  </a:lnTo>
                  <a:lnTo>
                    <a:pt x="153451" y="56477"/>
                  </a:lnTo>
                  <a:lnTo>
                    <a:pt x="157019" y="57571"/>
                  </a:lnTo>
                  <a:lnTo>
                    <a:pt x="160588" y="58717"/>
                  </a:lnTo>
                  <a:lnTo>
                    <a:pt x="164157" y="59895"/>
                  </a:lnTo>
                  <a:lnTo>
                    <a:pt x="167725" y="60977"/>
                  </a:lnTo>
                  <a:lnTo>
                    <a:pt x="171294" y="61779"/>
                  </a:lnTo>
                  <a:lnTo>
                    <a:pt x="174862" y="62929"/>
                  </a:lnTo>
                  <a:lnTo>
                    <a:pt x="178431" y="64215"/>
                  </a:lnTo>
                  <a:lnTo>
                    <a:pt x="182000" y="65235"/>
                  </a:lnTo>
                  <a:lnTo>
                    <a:pt x="185568" y="66083"/>
                  </a:lnTo>
                  <a:lnTo>
                    <a:pt x="189137" y="66845"/>
                  </a:lnTo>
                  <a:lnTo>
                    <a:pt x="192706" y="67819"/>
                  </a:lnTo>
                  <a:lnTo>
                    <a:pt x="196274" y="68580"/>
                  </a:lnTo>
                  <a:lnTo>
                    <a:pt x="199843" y="69701"/>
                  </a:lnTo>
                  <a:lnTo>
                    <a:pt x="203412" y="70654"/>
                  </a:lnTo>
                  <a:lnTo>
                    <a:pt x="206980" y="71473"/>
                  </a:lnTo>
                  <a:lnTo>
                    <a:pt x="210549" y="72383"/>
                  </a:lnTo>
                  <a:lnTo>
                    <a:pt x="214117" y="73209"/>
                  </a:lnTo>
                  <a:lnTo>
                    <a:pt x="217686" y="74074"/>
                  </a:lnTo>
                  <a:lnTo>
                    <a:pt x="221255" y="74625"/>
                  </a:lnTo>
                  <a:lnTo>
                    <a:pt x="224823" y="75531"/>
                  </a:lnTo>
                  <a:lnTo>
                    <a:pt x="228392" y="76717"/>
                  </a:lnTo>
                  <a:lnTo>
                    <a:pt x="231961" y="77498"/>
                  </a:lnTo>
                  <a:lnTo>
                    <a:pt x="235529" y="78527"/>
                  </a:lnTo>
                  <a:lnTo>
                    <a:pt x="239098" y="79489"/>
                  </a:lnTo>
                  <a:lnTo>
                    <a:pt x="242666" y="80483"/>
                  </a:lnTo>
                  <a:lnTo>
                    <a:pt x="246235" y="81591"/>
                  </a:lnTo>
                  <a:lnTo>
                    <a:pt x="249804" y="82450"/>
                  </a:lnTo>
                  <a:lnTo>
                    <a:pt x="253372" y="83351"/>
                  </a:lnTo>
                  <a:lnTo>
                    <a:pt x="256941" y="83991"/>
                  </a:lnTo>
                  <a:lnTo>
                    <a:pt x="260510" y="84979"/>
                  </a:lnTo>
                  <a:lnTo>
                    <a:pt x="264078" y="85963"/>
                  </a:lnTo>
                  <a:lnTo>
                    <a:pt x="267647" y="86552"/>
                  </a:lnTo>
                  <a:lnTo>
                    <a:pt x="271216" y="86998"/>
                  </a:lnTo>
                  <a:lnTo>
                    <a:pt x="274784" y="87587"/>
                  </a:lnTo>
                  <a:lnTo>
                    <a:pt x="278353" y="88304"/>
                  </a:lnTo>
                  <a:lnTo>
                    <a:pt x="281921" y="89037"/>
                  </a:lnTo>
                  <a:lnTo>
                    <a:pt x="285490" y="89904"/>
                  </a:lnTo>
                  <a:lnTo>
                    <a:pt x="289059" y="90668"/>
                  </a:lnTo>
                  <a:lnTo>
                    <a:pt x="292627" y="91375"/>
                  </a:lnTo>
                  <a:lnTo>
                    <a:pt x="296196" y="92039"/>
                  </a:lnTo>
                  <a:lnTo>
                    <a:pt x="299765" y="92528"/>
                  </a:lnTo>
                  <a:lnTo>
                    <a:pt x="303333" y="92964"/>
                  </a:lnTo>
                  <a:lnTo>
                    <a:pt x="306902" y="93239"/>
                  </a:lnTo>
                  <a:lnTo>
                    <a:pt x="310470" y="93664"/>
                  </a:lnTo>
                  <a:lnTo>
                    <a:pt x="314039" y="93966"/>
                  </a:lnTo>
                  <a:lnTo>
                    <a:pt x="317608" y="94076"/>
                  </a:lnTo>
                  <a:lnTo>
                    <a:pt x="321176" y="94254"/>
                  </a:lnTo>
                  <a:lnTo>
                    <a:pt x="324745" y="94360"/>
                  </a:lnTo>
                  <a:lnTo>
                    <a:pt x="328314" y="94887"/>
                  </a:lnTo>
                  <a:lnTo>
                    <a:pt x="331882" y="95269"/>
                  </a:lnTo>
                  <a:lnTo>
                    <a:pt x="335451" y="95439"/>
                  </a:lnTo>
                  <a:lnTo>
                    <a:pt x="339020" y="96062"/>
                  </a:lnTo>
                  <a:lnTo>
                    <a:pt x="342588" y="96259"/>
                  </a:lnTo>
                  <a:lnTo>
                    <a:pt x="346157" y="96548"/>
                  </a:lnTo>
                  <a:lnTo>
                    <a:pt x="349725" y="97140"/>
                  </a:lnTo>
                  <a:lnTo>
                    <a:pt x="353294" y="97263"/>
                  </a:lnTo>
                  <a:lnTo>
                    <a:pt x="356863" y="97397"/>
                  </a:lnTo>
                  <a:lnTo>
                    <a:pt x="360431" y="97871"/>
                  </a:lnTo>
                  <a:lnTo>
                    <a:pt x="364000" y="98320"/>
                  </a:lnTo>
                  <a:lnTo>
                    <a:pt x="367569" y="98497"/>
                  </a:lnTo>
                  <a:lnTo>
                    <a:pt x="371137" y="98776"/>
                  </a:lnTo>
                  <a:lnTo>
                    <a:pt x="374706" y="98730"/>
                  </a:lnTo>
                  <a:lnTo>
                    <a:pt x="378274" y="98956"/>
                  </a:lnTo>
                  <a:lnTo>
                    <a:pt x="381843" y="98993"/>
                  </a:lnTo>
                  <a:lnTo>
                    <a:pt x="385412" y="99360"/>
                  </a:lnTo>
                  <a:lnTo>
                    <a:pt x="388980" y="99360"/>
                  </a:lnTo>
                  <a:lnTo>
                    <a:pt x="392549" y="99365"/>
                  </a:lnTo>
                  <a:lnTo>
                    <a:pt x="396118" y="99373"/>
                  </a:lnTo>
                  <a:lnTo>
                    <a:pt x="399686" y="99389"/>
                  </a:lnTo>
                  <a:lnTo>
                    <a:pt x="403255" y="99471"/>
                  </a:lnTo>
                  <a:lnTo>
                    <a:pt x="406824" y="99807"/>
                  </a:lnTo>
                  <a:lnTo>
                    <a:pt x="410392" y="99947"/>
                  </a:lnTo>
                  <a:lnTo>
                    <a:pt x="413961" y="100293"/>
                  </a:lnTo>
                  <a:lnTo>
                    <a:pt x="417529" y="100534"/>
                  </a:lnTo>
                  <a:lnTo>
                    <a:pt x="421098" y="101014"/>
                  </a:lnTo>
                  <a:lnTo>
                    <a:pt x="424667" y="101211"/>
                  </a:lnTo>
                  <a:lnTo>
                    <a:pt x="428235" y="101250"/>
                  </a:lnTo>
                  <a:lnTo>
                    <a:pt x="431804" y="101308"/>
                  </a:lnTo>
                  <a:lnTo>
                    <a:pt x="435373" y="101422"/>
                  </a:lnTo>
                  <a:lnTo>
                    <a:pt x="438941" y="101257"/>
                  </a:lnTo>
                  <a:lnTo>
                    <a:pt x="442510" y="101112"/>
                  </a:lnTo>
                  <a:lnTo>
                    <a:pt x="446078" y="101020"/>
                  </a:lnTo>
                  <a:lnTo>
                    <a:pt x="449647" y="101355"/>
                  </a:lnTo>
                  <a:lnTo>
                    <a:pt x="453216" y="101789"/>
                  </a:lnTo>
                  <a:lnTo>
                    <a:pt x="456784" y="102034"/>
                  </a:lnTo>
                  <a:lnTo>
                    <a:pt x="460353" y="102123"/>
                  </a:lnTo>
                  <a:lnTo>
                    <a:pt x="463922" y="101945"/>
                  </a:lnTo>
                  <a:lnTo>
                    <a:pt x="467490" y="101959"/>
                  </a:lnTo>
                  <a:lnTo>
                    <a:pt x="471059" y="101789"/>
                  </a:lnTo>
                  <a:lnTo>
                    <a:pt x="474628" y="101732"/>
                  </a:lnTo>
                  <a:lnTo>
                    <a:pt x="478196" y="101893"/>
                  </a:lnTo>
                  <a:lnTo>
                    <a:pt x="481765" y="102221"/>
                  </a:lnTo>
                  <a:lnTo>
                    <a:pt x="485333" y="102337"/>
                  </a:lnTo>
                  <a:lnTo>
                    <a:pt x="488902" y="102229"/>
                  </a:lnTo>
                  <a:lnTo>
                    <a:pt x="492471" y="102080"/>
                  </a:lnTo>
                  <a:lnTo>
                    <a:pt x="496039" y="101846"/>
                  </a:lnTo>
                  <a:lnTo>
                    <a:pt x="499608" y="101613"/>
                  </a:lnTo>
                  <a:lnTo>
                    <a:pt x="503177" y="101459"/>
                  </a:lnTo>
                  <a:lnTo>
                    <a:pt x="506745" y="101584"/>
                  </a:lnTo>
                  <a:lnTo>
                    <a:pt x="510314" y="101849"/>
                  </a:lnTo>
                  <a:lnTo>
                    <a:pt x="513882" y="101641"/>
                  </a:lnTo>
                  <a:lnTo>
                    <a:pt x="517451" y="101605"/>
                  </a:lnTo>
                  <a:lnTo>
                    <a:pt x="521020" y="101442"/>
                  </a:lnTo>
                  <a:lnTo>
                    <a:pt x="524588" y="101183"/>
                  </a:lnTo>
                  <a:lnTo>
                    <a:pt x="528157" y="101031"/>
                  </a:lnTo>
                  <a:lnTo>
                    <a:pt x="531726" y="100923"/>
                  </a:lnTo>
                  <a:lnTo>
                    <a:pt x="535294" y="100798"/>
                  </a:lnTo>
                  <a:lnTo>
                    <a:pt x="538863" y="100634"/>
                  </a:lnTo>
                  <a:lnTo>
                    <a:pt x="542432" y="100732"/>
                  </a:lnTo>
                  <a:lnTo>
                    <a:pt x="546000" y="100609"/>
                  </a:lnTo>
                  <a:lnTo>
                    <a:pt x="549569" y="100576"/>
                  </a:lnTo>
                  <a:lnTo>
                    <a:pt x="553137" y="100346"/>
                  </a:lnTo>
                  <a:lnTo>
                    <a:pt x="556706" y="100030"/>
                  </a:lnTo>
                  <a:lnTo>
                    <a:pt x="560275" y="99981"/>
                  </a:lnTo>
                  <a:lnTo>
                    <a:pt x="563843" y="100107"/>
                  </a:lnTo>
                  <a:lnTo>
                    <a:pt x="567412" y="100234"/>
                  </a:lnTo>
                  <a:lnTo>
                    <a:pt x="570981" y="100036"/>
                  </a:lnTo>
                  <a:lnTo>
                    <a:pt x="574549" y="100019"/>
                  </a:lnTo>
                  <a:lnTo>
                    <a:pt x="578118" y="99813"/>
                  </a:lnTo>
                  <a:lnTo>
                    <a:pt x="581686" y="99329"/>
                  </a:lnTo>
                  <a:lnTo>
                    <a:pt x="585255" y="98729"/>
                  </a:lnTo>
                  <a:lnTo>
                    <a:pt x="588824" y="98750"/>
                  </a:lnTo>
                  <a:lnTo>
                    <a:pt x="592392" y="98646"/>
                  </a:lnTo>
                  <a:lnTo>
                    <a:pt x="595961" y="98235"/>
                  </a:lnTo>
                  <a:lnTo>
                    <a:pt x="599530" y="97839"/>
                  </a:lnTo>
                  <a:lnTo>
                    <a:pt x="603098" y="97667"/>
                  </a:lnTo>
                  <a:lnTo>
                    <a:pt x="606667" y="97496"/>
                  </a:lnTo>
                  <a:lnTo>
                    <a:pt x="610236" y="97335"/>
                  </a:lnTo>
                  <a:lnTo>
                    <a:pt x="613804" y="97175"/>
                  </a:lnTo>
                  <a:lnTo>
                    <a:pt x="617373" y="97084"/>
                  </a:lnTo>
                  <a:lnTo>
                    <a:pt x="620941" y="97123"/>
                  </a:lnTo>
                  <a:lnTo>
                    <a:pt x="624510" y="97006"/>
                  </a:lnTo>
                  <a:lnTo>
                    <a:pt x="628079" y="96689"/>
                  </a:lnTo>
                  <a:lnTo>
                    <a:pt x="631647" y="96350"/>
                  </a:lnTo>
                  <a:lnTo>
                    <a:pt x="635216" y="95900"/>
                  </a:lnTo>
                  <a:lnTo>
                    <a:pt x="638785" y="95504"/>
                  </a:lnTo>
                  <a:lnTo>
                    <a:pt x="642353" y="95114"/>
                  </a:lnTo>
                  <a:lnTo>
                    <a:pt x="645922" y="94925"/>
                  </a:lnTo>
                  <a:lnTo>
                    <a:pt x="649490" y="94853"/>
                  </a:lnTo>
                  <a:lnTo>
                    <a:pt x="653059" y="94390"/>
                  </a:lnTo>
                  <a:lnTo>
                    <a:pt x="656628" y="94283"/>
                  </a:lnTo>
                  <a:lnTo>
                    <a:pt x="660196" y="94388"/>
                  </a:lnTo>
                  <a:lnTo>
                    <a:pt x="663765" y="94423"/>
                  </a:lnTo>
                  <a:lnTo>
                    <a:pt x="667334" y="94213"/>
                  </a:lnTo>
                  <a:lnTo>
                    <a:pt x="670902" y="93742"/>
                  </a:lnTo>
                  <a:lnTo>
                    <a:pt x="674471" y="93707"/>
                  </a:lnTo>
                  <a:lnTo>
                    <a:pt x="678040" y="93674"/>
                  </a:lnTo>
                  <a:lnTo>
                    <a:pt x="681608" y="93598"/>
                  </a:lnTo>
                  <a:lnTo>
                    <a:pt x="685177" y="93585"/>
                  </a:lnTo>
                  <a:lnTo>
                    <a:pt x="688745" y="93550"/>
                  </a:lnTo>
                  <a:lnTo>
                    <a:pt x="692314" y="93527"/>
                  </a:lnTo>
                  <a:lnTo>
                    <a:pt x="695883" y="93351"/>
                  </a:lnTo>
                  <a:lnTo>
                    <a:pt x="699451" y="93175"/>
                  </a:lnTo>
                  <a:lnTo>
                    <a:pt x="703020" y="93006"/>
                  </a:lnTo>
                  <a:lnTo>
                    <a:pt x="706589" y="92838"/>
                  </a:lnTo>
                  <a:lnTo>
                    <a:pt x="710157" y="92613"/>
                  </a:lnTo>
                  <a:lnTo>
                    <a:pt x="713726" y="92235"/>
                  </a:lnTo>
                  <a:lnTo>
                    <a:pt x="717294" y="91856"/>
                  </a:lnTo>
                  <a:lnTo>
                    <a:pt x="720863" y="91478"/>
                  </a:lnTo>
                  <a:lnTo>
                    <a:pt x="724432" y="91119"/>
                  </a:lnTo>
                  <a:lnTo>
                    <a:pt x="728000" y="90814"/>
                  </a:lnTo>
                  <a:lnTo>
                    <a:pt x="731569" y="90644"/>
                  </a:lnTo>
                  <a:lnTo>
                    <a:pt x="735138" y="90702"/>
                  </a:lnTo>
                  <a:lnTo>
                    <a:pt x="738706" y="90042"/>
                  </a:lnTo>
                  <a:lnTo>
                    <a:pt x="742275" y="89653"/>
                  </a:lnTo>
                  <a:lnTo>
                    <a:pt x="745844" y="89128"/>
                  </a:lnTo>
                  <a:lnTo>
                    <a:pt x="749412" y="88603"/>
                  </a:lnTo>
                  <a:lnTo>
                    <a:pt x="752981" y="88090"/>
                  </a:lnTo>
                  <a:lnTo>
                    <a:pt x="756549" y="87698"/>
                  </a:lnTo>
                  <a:lnTo>
                    <a:pt x="760118" y="87307"/>
                  </a:lnTo>
                  <a:lnTo>
                    <a:pt x="763687" y="86996"/>
                  </a:lnTo>
                  <a:lnTo>
                    <a:pt x="767255" y="86851"/>
                  </a:lnTo>
                  <a:lnTo>
                    <a:pt x="770824" y="86214"/>
                  </a:lnTo>
                  <a:lnTo>
                    <a:pt x="774393" y="85740"/>
                  </a:lnTo>
                  <a:lnTo>
                    <a:pt x="777961" y="85347"/>
                  </a:lnTo>
                  <a:lnTo>
                    <a:pt x="781530" y="85142"/>
                  </a:lnTo>
                  <a:lnTo>
                    <a:pt x="785098" y="85366"/>
                  </a:lnTo>
                  <a:lnTo>
                    <a:pt x="788667" y="85427"/>
                  </a:lnTo>
                  <a:lnTo>
                    <a:pt x="792236" y="84875"/>
                  </a:lnTo>
                  <a:lnTo>
                    <a:pt x="795804" y="84467"/>
                  </a:lnTo>
                  <a:lnTo>
                    <a:pt x="799373" y="84145"/>
                  </a:lnTo>
                  <a:lnTo>
                    <a:pt x="802942" y="83565"/>
                  </a:lnTo>
                  <a:lnTo>
                    <a:pt x="806510" y="83040"/>
                  </a:lnTo>
                  <a:lnTo>
                    <a:pt x="810079" y="82856"/>
                  </a:lnTo>
                  <a:lnTo>
                    <a:pt x="813648" y="82485"/>
                  </a:lnTo>
                  <a:lnTo>
                    <a:pt x="817216" y="82030"/>
                  </a:lnTo>
                  <a:lnTo>
                    <a:pt x="820785" y="81347"/>
                  </a:lnTo>
                  <a:lnTo>
                    <a:pt x="824353" y="80777"/>
                  </a:lnTo>
                  <a:lnTo>
                    <a:pt x="827922" y="80555"/>
                  </a:lnTo>
                  <a:lnTo>
                    <a:pt x="831491" y="79888"/>
                  </a:lnTo>
                  <a:lnTo>
                    <a:pt x="835059" y="79467"/>
                  </a:lnTo>
                  <a:lnTo>
                    <a:pt x="838628" y="79334"/>
                  </a:lnTo>
                  <a:lnTo>
                    <a:pt x="842197" y="78887"/>
                  </a:lnTo>
                  <a:lnTo>
                    <a:pt x="845765" y="78433"/>
                  </a:lnTo>
                  <a:lnTo>
                    <a:pt x="849334" y="77974"/>
                  </a:lnTo>
                  <a:lnTo>
                    <a:pt x="852902" y="7752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675466" y="4257337"/>
              <a:ext cx="852902" cy="103458"/>
            </a:xfrm>
            <a:custGeom>
              <a:avLst/>
              <a:pathLst>
                <a:path w="852902" h="103458">
                  <a:moveTo>
                    <a:pt x="852902" y="103458"/>
                  </a:moveTo>
                  <a:lnTo>
                    <a:pt x="849334" y="102969"/>
                  </a:lnTo>
                  <a:lnTo>
                    <a:pt x="845765" y="102635"/>
                  </a:lnTo>
                  <a:lnTo>
                    <a:pt x="842197" y="102140"/>
                  </a:lnTo>
                  <a:lnTo>
                    <a:pt x="838628" y="101620"/>
                  </a:lnTo>
                  <a:lnTo>
                    <a:pt x="835059" y="101096"/>
                  </a:lnTo>
                  <a:lnTo>
                    <a:pt x="831491" y="100679"/>
                  </a:lnTo>
                  <a:lnTo>
                    <a:pt x="827922" y="100272"/>
                  </a:lnTo>
                  <a:lnTo>
                    <a:pt x="824353" y="99819"/>
                  </a:lnTo>
                  <a:lnTo>
                    <a:pt x="820785" y="99340"/>
                  </a:lnTo>
                  <a:lnTo>
                    <a:pt x="817216" y="98904"/>
                  </a:lnTo>
                  <a:lnTo>
                    <a:pt x="813648" y="98447"/>
                  </a:lnTo>
                  <a:lnTo>
                    <a:pt x="810079" y="97862"/>
                  </a:lnTo>
                  <a:lnTo>
                    <a:pt x="806510" y="97337"/>
                  </a:lnTo>
                  <a:lnTo>
                    <a:pt x="802942" y="96881"/>
                  </a:lnTo>
                  <a:lnTo>
                    <a:pt x="799373" y="96368"/>
                  </a:lnTo>
                  <a:lnTo>
                    <a:pt x="795804" y="95836"/>
                  </a:lnTo>
                  <a:lnTo>
                    <a:pt x="792236" y="95298"/>
                  </a:lnTo>
                  <a:lnTo>
                    <a:pt x="788667" y="94720"/>
                  </a:lnTo>
                  <a:lnTo>
                    <a:pt x="785098" y="94140"/>
                  </a:lnTo>
                  <a:lnTo>
                    <a:pt x="781530" y="93555"/>
                  </a:lnTo>
                  <a:lnTo>
                    <a:pt x="777961" y="92967"/>
                  </a:lnTo>
                  <a:lnTo>
                    <a:pt x="774393" y="92375"/>
                  </a:lnTo>
                  <a:lnTo>
                    <a:pt x="770824" y="91900"/>
                  </a:lnTo>
                  <a:lnTo>
                    <a:pt x="767255" y="91462"/>
                  </a:lnTo>
                  <a:lnTo>
                    <a:pt x="763687" y="90904"/>
                  </a:lnTo>
                  <a:lnTo>
                    <a:pt x="760118" y="90342"/>
                  </a:lnTo>
                  <a:lnTo>
                    <a:pt x="756549" y="89774"/>
                  </a:lnTo>
                  <a:lnTo>
                    <a:pt x="752981" y="89297"/>
                  </a:lnTo>
                  <a:lnTo>
                    <a:pt x="749412" y="88626"/>
                  </a:lnTo>
                  <a:lnTo>
                    <a:pt x="745844" y="88048"/>
                  </a:lnTo>
                  <a:lnTo>
                    <a:pt x="742275" y="87466"/>
                  </a:lnTo>
                  <a:lnTo>
                    <a:pt x="738706" y="86927"/>
                  </a:lnTo>
                  <a:lnTo>
                    <a:pt x="735138" y="86356"/>
                  </a:lnTo>
                  <a:lnTo>
                    <a:pt x="731569" y="85739"/>
                  </a:lnTo>
                  <a:lnTo>
                    <a:pt x="728000" y="85132"/>
                  </a:lnTo>
                  <a:lnTo>
                    <a:pt x="724432" y="84696"/>
                  </a:lnTo>
                  <a:lnTo>
                    <a:pt x="720863" y="84258"/>
                  </a:lnTo>
                  <a:lnTo>
                    <a:pt x="717294" y="83652"/>
                  </a:lnTo>
                  <a:lnTo>
                    <a:pt x="713726" y="82891"/>
                  </a:lnTo>
                  <a:lnTo>
                    <a:pt x="710157" y="82124"/>
                  </a:lnTo>
                  <a:lnTo>
                    <a:pt x="706589" y="81536"/>
                  </a:lnTo>
                  <a:lnTo>
                    <a:pt x="703020" y="80955"/>
                  </a:lnTo>
                  <a:lnTo>
                    <a:pt x="699451" y="80336"/>
                  </a:lnTo>
                  <a:lnTo>
                    <a:pt x="695883" y="79697"/>
                  </a:lnTo>
                  <a:lnTo>
                    <a:pt x="692314" y="79101"/>
                  </a:lnTo>
                  <a:lnTo>
                    <a:pt x="688745" y="78393"/>
                  </a:lnTo>
                  <a:lnTo>
                    <a:pt x="685177" y="77696"/>
                  </a:lnTo>
                  <a:lnTo>
                    <a:pt x="681608" y="77005"/>
                  </a:lnTo>
                  <a:lnTo>
                    <a:pt x="678040" y="76319"/>
                  </a:lnTo>
                  <a:lnTo>
                    <a:pt x="674471" y="75731"/>
                  </a:lnTo>
                  <a:lnTo>
                    <a:pt x="670902" y="75104"/>
                  </a:lnTo>
                  <a:lnTo>
                    <a:pt x="667334" y="74387"/>
                  </a:lnTo>
                  <a:lnTo>
                    <a:pt x="663765" y="73571"/>
                  </a:lnTo>
                  <a:lnTo>
                    <a:pt x="660196" y="73004"/>
                  </a:lnTo>
                  <a:lnTo>
                    <a:pt x="656628" y="72266"/>
                  </a:lnTo>
                  <a:lnTo>
                    <a:pt x="653059" y="71463"/>
                  </a:lnTo>
                  <a:lnTo>
                    <a:pt x="649490" y="70916"/>
                  </a:lnTo>
                  <a:lnTo>
                    <a:pt x="645922" y="70194"/>
                  </a:lnTo>
                  <a:lnTo>
                    <a:pt x="642353" y="69488"/>
                  </a:lnTo>
                  <a:lnTo>
                    <a:pt x="638785" y="68979"/>
                  </a:lnTo>
                  <a:lnTo>
                    <a:pt x="635216" y="68380"/>
                  </a:lnTo>
                  <a:lnTo>
                    <a:pt x="631647" y="67685"/>
                  </a:lnTo>
                  <a:lnTo>
                    <a:pt x="628079" y="66987"/>
                  </a:lnTo>
                  <a:lnTo>
                    <a:pt x="624510" y="66121"/>
                  </a:lnTo>
                  <a:lnTo>
                    <a:pt x="620941" y="65438"/>
                  </a:lnTo>
                  <a:lnTo>
                    <a:pt x="617373" y="64868"/>
                  </a:lnTo>
                  <a:lnTo>
                    <a:pt x="613804" y="64205"/>
                  </a:lnTo>
                  <a:lnTo>
                    <a:pt x="610236" y="63605"/>
                  </a:lnTo>
                  <a:lnTo>
                    <a:pt x="606667" y="62910"/>
                  </a:lnTo>
                  <a:lnTo>
                    <a:pt x="603098" y="62276"/>
                  </a:lnTo>
                  <a:lnTo>
                    <a:pt x="599530" y="61787"/>
                  </a:lnTo>
                  <a:lnTo>
                    <a:pt x="595961" y="61023"/>
                  </a:lnTo>
                  <a:lnTo>
                    <a:pt x="592392" y="60292"/>
                  </a:lnTo>
                  <a:lnTo>
                    <a:pt x="588824" y="59601"/>
                  </a:lnTo>
                  <a:lnTo>
                    <a:pt x="585255" y="58965"/>
                  </a:lnTo>
                  <a:lnTo>
                    <a:pt x="581686" y="58325"/>
                  </a:lnTo>
                  <a:lnTo>
                    <a:pt x="578118" y="57705"/>
                  </a:lnTo>
                  <a:lnTo>
                    <a:pt x="574549" y="57175"/>
                  </a:lnTo>
                  <a:lnTo>
                    <a:pt x="570981" y="56641"/>
                  </a:lnTo>
                  <a:lnTo>
                    <a:pt x="567412" y="56064"/>
                  </a:lnTo>
                  <a:lnTo>
                    <a:pt x="563843" y="55277"/>
                  </a:lnTo>
                  <a:lnTo>
                    <a:pt x="560275" y="54534"/>
                  </a:lnTo>
                  <a:lnTo>
                    <a:pt x="556706" y="53682"/>
                  </a:lnTo>
                  <a:lnTo>
                    <a:pt x="553137" y="52799"/>
                  </a:lnTo>
                  <a:lnTo>
                    <a:pt x="549569" y="52232"/>
                  </a:lnTo>
                  <a:lnTo>
                    <a:pt x="546000" y="51675"/>
                  </a:lnTo>
                  <a:lnTo>
                    <a:pt x="542432" y="51003"/>
                  </a:lnTo>
                  <a:lnTo>
                    <a:pt x="538863" y="50363"/>
                  </a:lnTo>
                  <a:lnTo>
                    <a:pt x="535294" y="49575"/>
                  </a:lnTo>
                  <a:lnTo>
                    <a:pt x="531726" y="48919"/>
                  </a:lnTo>
                  <a:lnTo>
                    <a:pt x="528157" y="48028"/>
                  </a:lnTo>
                  <a:lnTo>
                    <a:pt x="524588" y="47131"/>
                  </a:lnTo>
                  <a:lnTo>
                    <a:pt x="521020" y="46265"/>
                  </a:lnTo>
                  <a:lnTo>
                    <a:pt x="517451" y="45868"/>
                  </a:lnTo>
                  <a:lnTo>
                    <a:pt x="513882" y="45547"/>
                  </a:lnTo>
                  <a:lnTo>
                    <a:pt x="510314" y="44810"/>
                  </a:lnTo>
                  <a:lnTo>
                    <a:pt x="506745" y="44140"/>
                  </a:lnTo>
                  <a:lnTo>
                    <a:pt x="503177" y="43428"/>
                  </a:lnTo>
                  <a:lnTo>
                    <a:pt x="499608" y="42625"/>
                  </a:lnTo>
                  <a:lnTo>
                    <a:pt x="496039" y="41776"/>
                  </a:lnTo>
                  <a:lnTo>
                    <a:pt x="492471" y="40965"/>
                  </a:lnTo>
                  <a:lnTo>
                    <a:pt x="488902" y="40113"/>
                  </a:lnTo>
                  <a:lnTo>
                    <a:pt x="485333" y="39270"/>
                  </a:lnTo>
                  <a:lnTo>
                    <a:pt x="481765" y="38585"/>
                  </a:lnTo>
                  <a:lnTo>
                    <a:pt x="478196" y="37898"/>
                  </a:lnTo>
                  <a:lnTo>
                    <a:pt x="474628" y="37118"/>
                  </a:lnTo>
                  <a:lnTo>
                    <a:pt x="471059" y="36520"/>
                  </a:lnTo>
                  <a:lnTo>
                    <a:pt x="467490" y="35803"/>
                  </a:lnTo>
                  <a:lnTo>
                    <a:pt x="463922" y="35281"/>
                  </a:lnTo>
                  <a:lnTo>
                    <a:pt x="460353" y="34719"/>
                  </a:lnTo>
                  <a:lnTo>
                    <a:pt x="456784" y="34018"/>
                  </a:lnTo>
                  <a:lnTo>
                    <a:pt x="453216" y="33520"/>
                  </a:lnTo>
                  <a:lnTo>
                    <a:pt x="449647" y="32746"/>
                  </a:lnTo>
                  <a:lnTo>
                    <a:pt x="446078" y="31868"/>
                  </a:lnTo>
                  <a:lnTo>
                    <a:pt x="442510" y="31080"/>
                  </a:lnTo>
                  <a:lnTo>
                    <a:pt x="438941" y="30441"/>
                  </a:lnTo>
                  <a:lnTo>
                    <a:pt x="435373" y="29774"/>
                  </a:lnTo>
                  <a:lnTo>
                    <a:pt x="431804" y="29165"/>
                  </a:lnTo>
                  <a:lnTo>
                    <a:pt x="428235" y="28625"/>
                  </a:lnTo>
                  <a:lnTo>
                    <a:pt x="424667" y="27869"/>
                  </a:lnTo>
                  <a:lnTo>
                    <a:pt x="421098" y="27255"/>
                  </a:lnTo>
                  <a:lnTo>
                    <a:pt x="417529" y="26556"/>
                  </a:lnTo>
                  <a:lnTo>
                    <a:pt x="413961" y="25973"/>
                  </a:lnTo>
                  <a:lnTo>
                    <a:pt x="410392" y="25322"/>
                  </a:lnTo>
                  <a:lnTo>
                    <a:pt x="406824" y="24585"/>
                  </a:lnTo>
                  <a:lnTo>
                    <a:pt x="403255" y="24278"/>
                  </a:lnTo>
                  <a:lnTo>
                    <a:pt x="399686" y="23628"/>
                  </a:lnTo>
                  <a:lnTo>
                    <a:pt x="396118" y="23085"/>
                  </a:lnTo>
                  <a:lnTo>
                    <a:pt x="392549" y="22717"/>
                  </a:lnTo>
                  <a:lnTo>
                    <a:pt x="388980" y="22268"/>
                  </a:lnTo>
                  <a:lnTo>
                    <a:pt x="385412" y="21712"/>
                  </a:lnTo>
                  <a:lnTo>
                    <a:pt x="381843" y="21230"/>
                  </a:lnTo>
                  <a:lnTo>
                    <a:pt x="378274" y="20655"/>
                  </a:lnTo>
                  <a:lnTo>
                    <a:pt x="374706" y="20246"/>
                  </a:lnTo>
                  <a:lnTo>
                    <a:pt x="371137" y="19597"/>
                  </a:lnTo>
                  <a:lnTo>
                    <a:pt x="367569" y="18814"/>
                  </a:lnTo>
                  <a:lnTo>
                    <a:pt x="364000" y="18155"/>
                  </a:lnTo>
                  <a:lnTo>
                    <a:pt x="360431" y="17766"/>
                  </a:lnTo>
                  <a:lnTo>
                    <a:pt x="356863" y="17020"/>
                  </a:lnTo>
                  <a:lnTo>
                    <a:pt x="353294" y="16417"/>
                  </a:lnTo>
                  <a:lnTo>
                    <a:pt x="349725" y="16015"/>
                  </a:lnTo>
                  <a:lnTo>
                    <a:pt x="346157" y="15436"/>
                  </a:lnTo>
                  <a:lnTo>
                    <a:pt x="342588" y="15068"/>
                  </a:lnTo>
                  <a:lnTo>
                    <a:pt x="339020" y="14642"/>
                  </a:lnTo>
                  <a:lnTo>
                    <a:pt x="335451" y="14286"/>
                  </a:lnTo>
                  <a:lnTo>
                    <a:pt x="331882" y="13849"/>
                  </a:lnTo>
                  <a:lnTo>
                    <a:pt x="328314" y="13398"/>
                  </a:lnTo>
                  <a:lnTo>
                    <a:pt x="324745" y="12943"/>
                  </a:lnTo>
                  <a:lnTo>
                    <a:pt x="321176" y="12343"/>
                  </a:lnTo>
                  <a:lnTo>
                    <a:pt x="317608" y="11856"/>
                  </a:lnTo>
                  <a:lnTo>
                    <a:pt x="314039" y="11293"/>
                  </a:lnTo>
                  <a:lnTo>
                    <a:pt x="310470" y="10629"/>
                  </a:lnTo>
                  <a:lnTo>
                    <a:pt x="306902" y="10316"/>
                  </a:lnTo>
                  <a:lnTo>
                    <a:pt x="303333" y="10206"/>
                  </a:lnTo>
                  <a:lnTo>
                    <a:pt x="299765" y="9952"/>
                  </a:lnTo>
                  <a:lnTo>
                    <a:pt x="296196" y="9380"/>
                  </a:lnTo>
                  <a:lnTo>
                    <a:pt x="292627" y="8809"/>
                  </a:lnTo>
                  <a:lnTo>
                    <a:pt x="289059" y="8339"/>
                  </a:lnTo>
                  <a:lnTo>
                    <a:pt x="285490" y="8236"/>
                  </a:lnTo>
                  <a:lnTo>
                    <a:pt x="281921" y="7795"/>
                  </a:lnTo>
                  <a:lnTo>
                    <a:pt x="278353" y="7418"/>
                  </a:lnTo>
                  <a:lnTo>
                    <a:pt x="274784" y="7070"/>
                  </a:lnTo>
                  <a:lnTo>
                    <a:pt x="271216" y="6826"/>
                  </a:lnTo>
                  <a:lnTo>
                    <a:pt x="267647" y="6471"/>
                  </a:lnTo>
                  <a:lnTo>
                    <a:pt x="264078" y="6487"/>
                  </a:lnTo>
                  <a:lnTo>
                    <a:pt x="260510" y="6266"/>
                  </a:lnTo>
                  <a:lnTo>
                    <a:pt x="256941" y="5630"/>
                  </a:lnTo>
                  <a:lnTo>
                    <a:pt x="253372" y="5242"/>
                  </a:lnTo>
                  <a:lnTo>
                    <a:pt x="249804" y="5135"/>
                  </a:lnTo>
                  <a:lnTo>
                    <a:pt x="246235" y="4879"/>
                  </a:lnTo>
                  <a:lnTo>
                    <a:pt x="242666" y="4560"/>
                  </a:lnTo>
                  <a:lnTo>
                    <a:pt x="239098" y="4243"/>
                  </a:lnTo>
                  <a:lnTo>
                    <a:pt x="235529" y="3801"/>
                  </a:lnTo>
                  <a:lnTo>
                    <a:pt x="231961" y="3512"/>
                  </a:lnTo>
                  <a:lnTo>
                    <a:pt x="228392" y="3298"/>
                  </a:lnTo>
                  <a:lnTo>
                    <a:pt x="224823" y="3384"/>
                  </a:lnTo>
                  <a:lnTo>
                    <a:pt x="221255" y="3043"/>
                  </a:lnTo>
                  <a:lnTo>
                    <a:pt x="217686" y="2957"/>
                  </a:lnTo>
                  <a:lnTo>
                    <a:pt x="214117" y="2866"/>
                  </a:lnTo>
                  <a:lnTo>
                    <a:pt x="210549" y="2764"/>
                  </a:lnTo>
                  <a:lnTo>
                    <a:pt x="206980" y="2666"/>
                  </a:lnTo>
                  <a:lnTo>
                    <a:pt x="203412" y="2340"/>
                  </a:lnTo>
                  <a:lnTo>
                    <a:pt x="199843" y="2421"/>
                  </a:lnTo>
                  <a:lnTo>
                    <a:pt x="196274" y="2265"/>
                  </a:lnTo>
                  <a:lnTo>
                    <a:pt x="192706" y="1758"/>
                  </a:lnTo>
                  <a:lnTo>
                    <a:pt x="189137" y="1694"/>
                  </a:lnTo>
                  <a:lnTo>
                    <a:pt x="185568" y="1793"/>
                  </a:lnTo>
                  <a:lnTo>
                    <a:pt x="182000" y="1612"/>
                  </a:lnTo>
                  <a:lnTo>
                    <a:pt x="178431" y="1425"/>
                  </a:lnTo>
                  <a:lnTo>
                    <a:pt x="174862" y="1242"/>
                  </a:lnTo>
                  <a:lnTo>
                    <a:pt x="171294" y="1059"/>
                  </a:lnTo>
                  <a:lnTo>
                    <a:pt x="167725" y="873"/>
                  </a:lnTo>
                  <a:lnTo>
                    <a:pt x="164157" y="653"/>
                  </a:lnTo>
                  <a:lnTo>
                    <a:pt x="160588" y="743"/>
                  </a:lnTo>
                  <a:lnTo>
                    <a:pt x="157019" y="620"/>
                  </a:lnTo>
                  <a:lnTo>
                    <a:pt x="153451" y="768"/>
                  </a:lnTo>
                  <a:lnTo>
                    <a:pt x="149882" y="780"/>
                  </a:lnTo>
                  <a:lnTo>
                    <a:pt x="146313" y="602"/>
                  </a:lnTo>
                  <a:lnTo>
                    <a:pt x="142745" y="417"/>
                  </a:lnTo>
                  <a:lnTo>
                    <a:pt x="139176" y="241"/>
                  </a:lnTo>
                  <a:lnTo>
                    <a:pt x="135608" y="365"/>
                  </a:lnTo>
                  <a:lnTo>
                    <a:pt x="132039" y="295"/>
                  </a:lnTo>
                  <a:lnTo>
                    <a:pt x="128470" y="130"/>
                  </a:lnTo>
                  <a:lnTo>
                    <a:pt x="124902" y="147"/>
                  </a:lnTo>
                  <a:lnTo>
                    <a:pt x="121333" y="257"/>
                  </a:lnTo>
                  <a:lnTo>
                    <a:pt x="117764" y="0"/>
                  </a:lnTo>
                  <a:lnTo>
                    <a:pt x="114196" y="109"/>
                  </a:lnTo>
                  <a:lnTo>
                    <a:pt x="110627" y="201"/>
                  </a:lnTo>
                  <a:lnTo>
                    <a:pt x="107058" y="341"/>
                  </a:lnTo>
                  <a:lnTo>
                    <a:pt x="103490" y="457"/>
                  </a:lnTo>
                  <a:lnTo>
                    <a:pt x="99921" y="392"/>
                  </a:lnTo>
                  <a:lnTo>
                    <a:pt x="96353" y="225"/>
                  </a:lnTo>
                  <a:lnTo>
                    <a:pt x="92784" y="336"/>
                  </a:lnTo>
                  <a:lnTo>
                    <a:pt x="89215" y="467"/>
                  </a:lnTo>
                  <a:lnTo>
                    <a:pt x="85647" y="550"/>
                  </a:lnTo>
                  <a:lnTo>
                    <a:pt x="82078" y="735"/>
                  </a:lnTo>
                  <a:lnTo>
                    <a:pt x="78509" y="894"/>
                  </a:lnTo>
                  <a:lnTo>
                    <a:pt x="74941" y="1073"/>
                  </a:lnTo>
                  <a:lnTo>
                    <a:pt x="71372" y="1187"/>
                  </a:lnTo>
                  <a:lnTo>
                    <a:pt x="67804" y="1388"/>
                  </a:lnTo>
                  <a:lnTo>
                    <a:pt x="64235" y="1305"/>
                  </a:lnTo>
                  <a:lnTo>
                    <a:pt x="60666" y="1305"/>
                  </a:lnTo>
                  <a:lnTo>
                    <a:pt x="57098" y="1596"/>
                  </a:lnTo>
                  <a:lnTo>
                    <a:pt x="53529" y="1671"/>
                  </a:lnTo>
                  <a:lnTo>
                    <a:pt x="49960" y="1962"/>
                  </a:lnTo>
                  <a:lnTo>
                    <a:pt x="46392" y="2114"/>
                  </a:lnTo>
                  <a:lnTo>
                    <a:pt x="42823" y="2134"/>
                  </a:lnTo>
                  <a:lnTo>
                    <a:pt x="39254" y="2377"/>
                  </a:lnTo>
                  <a:lnTo>
                    <a:pt x="35686" y="2407"/>
                  </a:lnTo>
                  <a:lnTo>
                    <a:pt x="32117" y="2566"/>
                  </a:lnTo>
                  <a:lnTo>
                    <a:pt x="28549" y="2517"/>
                  </a:lnTo>
                  <a:lnTo>
                    <a:pt x="24980" y="2642"/>
                  </a:lnTo>
                  <a:lnTo>
                    <a:pt x="21411" y="2798"/>
                  </a:lnTo>
                  <a:lnTo>
                    <a:pt x="17843" y="2676"/>
                  </a:lnTo>
                  <a:lnTo>
                    <a:pt x="14274" y="2696"/>
                  </a:lnTo>
                  <a:lnTo>
                    <a:pt x="10705" y="3084"/>
                  </a:lnTo>
                  <a:lnTo>
                    <a:pt x="7137" y="3371"/>
                  </a:lnTo>
                  <a:lnTo>
                    <a:pt x="3568" y="3592"/>
                  </a:lnTo>
                  <a:lnTo>
                    <a:pt x="0" y="36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675466" y="4174171"/>
              <a:ext cx="852902" cy="100227"/>
            </a:xfrm>
            <a:custGeom>
              <a:avLst/>
              <a:pathLst>
                <a:path w="852902" h="100227">
                  <a:moveTo>
                    <a:pt x="0" y="0"/>
                  </a:moveTo>
                  <a:lnTo>
                    <a:pt x="3568" y="565"/>
                  </a:lnTo>
                  <a:lnTo>
                    <a:pt x="7137" y="1130"/>
                  </a:lnTo>
                  <a:lnTo>
                    <a:pt x="10705" y="1693"/>
                  </a:lnTo>
                  <a:lnTo>
                    <a:pt x="14274" y="2256"/>
                  </a:lnTo>
                  <a:lnTo>
                    <a:pt x="17843" y="2817"/>
                  </a:lnTo>
                  <a:lnTo>
                    <a:pt x="21411" y="3377"/>
                  </a:lnTo>
                  <a:lnTo>
                    <a:pt x="24980" y="3936"/>
                  </a:lnTo>
                  <a:lnTo>
                    <a:pt x="28549" y="4494"/>
                  </a:lnTo>
                  <a:lnTo>
                    <a:pt x="32117" y="5051"/>
                  </a:lnTo>
                  <a:lnTo>
                    <a:pt x="35686" y="5607"/>
                  </a:lnTo>
                  <a:lnTo>
                    <a:pt x="39254" y="6161"/>
                  </a:lnTo>
                  <a:lnTo>
                    <a:pt x="42823" y="6714"/>
                  </a:lnTo>
                  <a:lnTo>
                    <a:pt x="46392" y="7266"/>
                  </a:lnTo>
                  <a:lnTo>
                    <a:pt x="49960" y="7817"/>
                  </a:lnTo>
                  <a:lnTo>
                    <a:pt x="53529" y="8367"/>
                  </a:lnTo>
                  <a:lnTo>
                    <a:pt x="57098" y="8916"/>
                  </a:lnTo>
                  <a:lnTo>
                    <a:pt x="60666" y="9464"/>
                  </a:lnTo>
                  <a:lnTo>
                    <a:pt x="64235" y="10010"/>
                  </a:lnTo>
                  <a:lnTo>
                    <a:pt x="67804" y="10555"/>
                  </a:lnTo>
                  <a:lnTo>
                    <a:pt x="71372" y="11099"/>
                  </a:lnTo>
                  <a:lnTo>
                    <a:pt x="74941" y="11642"/>
                  </a:lnTo>
                  <a:lnTo>
                    <a:pt x="78509" y="12184"/>
                  </a:lnTo>
                  <a:lnTo>
                    <a:pt x="82078" y="12724"/>
                  </a:lnTo>
                  <a:lnTo>
                    <a:pt x="85647" y="13263"/>
                  </a:lnTo>
                  <a:lnTo>
                    <a:pt x="89215" y="13801"/>
                  </a:lnTo>
                  <a:lnTo>
                    <a:pt x="92784" y="14338"/>
                  </a:lnTo>
                  <a:lnTo>
                    <a:pt x="96353" y="14874"/>
                  </a:lnTo>
                  <a:lnTo>
                    <a:pt x="99921" y="15408"/>
                  </a:lnTo>
                  <a:lnTo>
                    <a:pt x="103490" y="15942"/>
                  </a:lnTo>
                  <a:lnTo>
                    <a:pt x="107058" y="16474"/>
                  </a:lnTo>
                  <a:lnTo>
                    <a:pt x="110627" y="17004"/>
                  </a:lnTo>
                  <a:lnTo>
                    <a:pt x="114196" y="17534"/>
                  </a:lnTo>
                  <a:lnTo>
                    <a:pt x="117764" y="18062"/>
                  </a:lnTo>
                  <a:lnTo>
                    <a:pt x="121333" y="18590"/>
                  </a:lnTo>
                  <a:lnTo>
                    <a:pt x="124902" y="19116"/>
                  </a:lnTo>
                  <a:lnTo>
                    <a:pt x="128470" y="19640"/>
                  </a:lnTo>
                  <a:lnTo>
                    <a:pt x="132039" y="20164"/>
                  </a:lnTo>
                  <a:lnTo>
                    <a:pt x="135608" y="20686"/>
                  </a:lnTo>
                  <a:lnTo>
                    <a:pt x="139176" y="21207"/>
                  </a:lnTo>
                  <a:lnTo>
                    <a:pt x="142745" y="21727"/>
                  </a:lnTo>
                  <a:lnTo>
                    <a:pt x="146313" y="22245"/>
                  </a:lnTo>
                  <a:lnTo>
                    <a:pt x="149882" y="22763"/>
                  </a:lnTo>
                  <a:lnTo>
                    <a:pt x="153451" y="23279"/>
                  </a:lnTo>
                  <a:lnTo>
                    <a:pt x="157019" y="23794"/>
                  </a:lnTo>
                  <a:lnTo>
                    <a:pt x="160588" y="24307"/>
                  </a:lnTo>
                  <a:lnTo>
                    <a:pt x="164157" y="24819"/>
                  </a:lnTo>
                  <a:lnTo>
                    <a:pt x="167725" y="25330"/>
                  </a:lnTo>
                  <a:lnTo>
                    <a:pt x="171294" y="25840"/>
                  </a:lnTo>
                  <a:lnTo>
                    <a:pt x="174862" y="26349"/>
                  </a:lnTo>
                  <a:lnTo>
                    <a:pt x="178431" y="26856"/>
                  </a:lnTo>
                  <a:lnTo>
                    <a:pt x="182000" y="27362"/>
                  </a:lnTo>
                  <a:lnTo>
                    <a:pt x="185568" y="27867"/>
                  </a:lnTo>
                  <a:lnTo>
                    <a:pt x="189137" y="28370"/>
                  </a:lnTo>
                  <a:lnTo>
                    <a:pt x="192706" y="28873"/>
                  </a:lnTo>
                  <a:lnTo>
                    <a:pt x="196274" y="29374"/>
                  </a:lnTo>
                  <a:lnTo>
                    <a:pt x="199843" y="29873"/>
                  </a:lnTo>
                  <a:lnTo>
                    <a:pt x="203412" y="30372"/>
                  </a:lnTo>
                  <a:lnTo>
                    <a:pt x="206980" y="30869"/>
                  </a:lnTo>
                  <a:lnTo>
                    <a:pt x="210549" y="31365"/>
                  </a:lnTo>
                  <a:lnTo>
                    <a:pt x="214117" y="31859"/>
                  </a:lnTo>
                  <a:lnTo>
                    <a:pt x="217686" y="32353"/>
                  </a:lnTo>
                  <a:lnTo>
                    <a:pt x="221255" y="32845"/>
                  </a:lnTo>
                  <a:lnTo>
                    <a:pt x="224823" y="33335"/>
                  </a:lnTo>
                  <a:lnTo>
                    <a:pt x="228392" y="33825"/>
                  </a:lnTo>
                  <a:lnTo>
                    <a:pt x="231961" y="34313"/>
                  </a:lnTo>
                  <a:lnTo>
                    <a:pt x="235529" y="34800"/>
                  </a:lnTo>
                  <a:lnTo>
                    <a:pt x="239098" y="35286"/>
                  </a:lnTo>
                  <a:lnTo>
                    <a:pt x="242666" y="35770"/>
                  </a:lnTo>
                  <a:lnTo>
                    <a:pt x="246235" y="36253"/>
                  </a:lnTo>
                  <a:lnTo>
                    <a:pt x="249804" y="36735"/>
                  </a:lnTo>
                  <a:lnTo>
                    <a:pt x="253372" y="37215"/>
                  </a:lnTo>
                  <a:lnTo>
                    <a:pt x="256941" y="37694"/>
                  </a:lnTo>
                  <a:lnTo>
                    <a:pt x="260510" y="38172"/>
                  </a:lnTo>
                  <a:lnTo>
                    <a:pt x="264078" y="38649"/>
                  </a:lnTo>
                  <a:lnTo>
                    <a:pt x="267647" y="39124"/>
                  </a:lnTo>
                  <a:lnTo>
                    <a:pt x="271216" y="39598"/>
                  </a:lnTo>
                  <a:lnTo>
                    <a:pt x="274784" y="40071"/>
                  </a:lnTo>
                  <a:lnTo>
                    <a:pt x="278353" y="40543"/>
                  </a:lnTo>
                  <a:lnTo>
                    <a:pt x="281921" y="41013"/>
                  </a:lnTo>
                  <a:lnTo>
                    <a:pt x="285490" y="41482"/>
                  </a:lnTo>
                  <a:lnTo>
                    <a:pt x="289059" y="41949"/>
                  </a:lnTo>
                  <a:lnTo>
                    <a:pt x="292627" y="42415"/>
                  </a:lnTo>
                  <a:lnTo>
                    <a:pt x="296196" y="42880"/>
                  </a:lnTo>
                  <a:lnTo>
                    <a:pt x="299765" y="43344"/>
                  </a:lnTo>
                  <a:lnTo>
                    <a:pt x="303333" y="43806"/>
                  </a:lnTo>
                  <a:lnTo>
                    <a:pt x="306902" y="44268"/>
                  </a:lnTo>
                  <a:lnTo>
                    <a:pt x="310470" y="44727"/>
                  </a:lnTo>
                  <a:lnTo>
                    <a:pt x="314039" y="45186"/>
                  </a:lnTo>
                  <a:lnTo>
                    <a:pt x="317608" y="45643"/>
                  </a:lnTo>
                  <a:lnTo>
                    <a:pt x="321176" y="46099"/>
                  </a:lnTo>
                  <a:lnTo>
                    <a:pt x="324745" y="46554"/>
                  </a:lnTo>
                  <a:lnTo>
                    <a:pt x="328314" y="47007"/>
                  </a:lnTo>
                  <a:lnTo>
                    <a:pt x="331882" y="47459"/>
                  </a:lnTo>
                  <a:lnTo>
                    <a:pt x="335451" y="47910"/>
                  </a:lnTo>
                  <a:lnTo>
                    <a:pt x="339020" y="48359"/>
                  </a:lnTo>
                  <a:lnTo>
                    <a:pt x="342588" y="48807"/>
                  </a:lnTo>
                  <a:lnTo>
                    <a:pt x="346157" y="49254"/>
                  </a:lnTo>
                  <a:lnTo>
                    <a:pt x="349725" y="49700"/>
                  </a:lnTo>
                  <a:lnTo>
                    <a:pt x="353294" y="50144"/>
                  </a:lnTo>
                  <a:lnTo>
                    <a:pt x="356863" y="50587"/>
                  </a:lnTo>
                  <a:lnTo>
                    <a:pt x="360431" y="51028"/>
                  </a:lnTo>
                  <a:lnTo>
                    <a:pt x="364000" y="51469"/>
                  </a:lnTo>
                  <a:lnTo>
                    <a:pt x="367569" y="51908"/>
                  </a:lnTo>
                  <a:lnTo>
                    <a:pt x="371137" y="52346"/>
                  </a:lnTo>
                  <a:lnTo>
                    <a:pt x="374706" y="52782"/>
                  </a:lnTo>
                  <a:lnTo>
                    <a:pt x="378274" y="53217"/>
                  </a:lnTo>
                  <a:lnTo>
                    <a:pt x="381843" y="53651"/>
                  </a:lnTo>
                  <a:lnTo>
                    <a:pt x="385412" y="54084"/>
                  </a:lnTo>
                  <a:lnTo>
                    <a:pt x="388980" y="54515"/>
                  </a:lnTo>
                  <a:lnTo>
                    <a:pt x="392549" y="54945"/>
                  </a:lnTo>
                  <a:lnTo>
                    <a:pt x="396118" y="55374"/>
                  </a:lnTo>
                  <a:lnTo>
                    <a:pt x="399686" y="55802"/>
                  </a:lnTo>
                  <a:lnTo>
                    <a:pt x="403255" y="56228"/>
                  </a:lnTo>
                  <a:lnTo>
                    <a:pt x="406824" y="56653"/>
                  </a:lnTo>
                  <a:lnTo>
                    <a:pt x="410392" y="57076"/>
                  </a:lnTo>
                  <a:lnTo>
                    <a:pt x="413961" y="57499"/>
                  </a:lnTo>
                  <a:lnTo>
                    <a:pt x="417529" y="57920"/>
                  </a:lnTo>
                  <a:lnTo>
                    <a:pt x="421098" y="58340"/>
                  </a:lnTo>
                  <a:lnTo>
                    <a:pt x="424667" y="58758"/>
                  </a:lnTo>
                  <a:lnTo>
                    <a:pt x="428235" y="59175"/>
                  </a:lnTo>
                  <a:lnTo>
                    <a:pt x="431804" y="59591"/>
                  </a:lnTo>
                  <a:lnTo>
                    <a:pt x="435373" y="60006"/>
                  </a:lnTo>
                  <a:lnTo>
                    <a:pt x="438941" y="60419"/>
                  </a:lnTo>
                  <a:lnTo>
                    <a:pt x="442510" y="60831"/>
                  </a:lnTo>
                  <a:lnTo>
                    <a:pt x="446078" y="61242"/>
                  </a:lnTo>
                  <a:lnTo>
                    <a:pt x="449647" y="61652"/>
                  </a:lnTo>
                  <a:lnTo>
                    <a:pt x="453216" y="62060"/>
                  </a:lnTo>
                  <a:lnTo>
                    <a:pt x="456784" y="62467"/>
                  </a:lnTo>
                  <a:lnTo>
                    <a:pt x="460353" y="62873"/>
                  </a:lnTo>
                  <a:lnTo>
                    <a:pt x="463922" y="63277"/>
                  </a:lnTo>
                  <a:lnTo>
                    <a:pt x="467490" y="63681"/>
                  </a:lnTo>
                  <a:lnTo>
                    <a:pt x="471059" y="64083"/>
                  </a:lnTo>
                  <a:lnTo>
                    <a:pt x="474628" y="64483"/>
                  </a:lnTo>
                  <a:lnTo>
                    <a:pt x="478196" y="64883"/>
                  </a:lnTo>
                  <a:lnTo>
                    <a:pt x="481765" y="65281"/>
                  </a:lnTo>
                  <a:lnTo>
                    <a:pt x="485333" y="65678"/>
                  </a:lnTo>
                  <a:lnTo>
                    <a:pt x="488902" y="66074"/>
                  </a:lnTo>
                  <a:lnTo>
                    <a:pt x="492471" y="66468"/>
                  </a:lnTo>
                  <a:lnTo>
                    <a:pt x="496039" y="66861"/>
                  </a:lnTo>
                  <a:lnTo>
                    <a:pt x="499608" y="67253"/>
                  </a:lnTo>
                  <a:lnTo>
                    <a:pt x="503177" y="67644"/>
                  </a:lnTo>
                  <a:lnTo>
                    <a:pt x="506745" y="68033"/>
                  </a:lnTo>
                  <a:lnTo>
                    <a:pt x="510314" y="68422"/>
                  </a:lnTo>
                  <a:lnTo>
                    <a:pt x="513882" y="68809"/>
                  </a:lnTo>
                  <a:lnTo>
                    <a:pt x="517451" y="69194"/>
                  </a:lnTo>
                  <a:lnTo>
                    <a:pt x="521020" y="69579"/>
                  </a:lnTo>
                  <a:lnTo>
                    <a:pt x="524588" y="69962"/>
                  </a:lnTo>
                  <a:lnTo>
                    <a:pt x="528157" y="70344"/>
                  </a:lnTo>
                  <a:lnTo>
                    <a:pt x="531726" y="70725"/>
                  </a:lnTo>
                  <a:lnTo>
                    <a:pt x="535294" y="71104"/>
                  </a:lnTo>
                  <a:lnTo>
                    <a:pt x="538863" y="71483"/>
                  </a:lnTo>
                  <a:lnTo>
                    <a:pt x="542432" y="71860"/>
                  </a:lnTo>
                  <a:lnTo>
                    <a:pt x="546000" y="72235"/>
                  </a:lnTo>
                  <a:lnTo>
                    <a:pt x="549569" y="72610"/>
                  </a:lnTo>
                  <a:lnTo>
                    <a:pt x="553137" y="72983"/>
                  </a:lnTo>
                  <a:lnTo>
                    <a:pt x="556706" y="73356"/>
                  </a:lnTo>
                  <a:lnTo>
                    <a:pt x="560275" y="73727"/>
                  </a:lnTo>
                  <a:lnTo>
                    <a:pt x="563843" y="74096"/>
                  </a:lnTo>
                  <a:lnTo>
                    <a:pt x="567412" y="74465"/>
                  </a:lnTo>
                  <a:lnTo>
                    <a:pt x="570981" y="74832"/>
                  </a:lnTo>
                  <a:lnTo>
                    <a:pt x="574549" y="75198"/>
                  </a:lnTo>
                  <a:lnTo>
                    <a:pt x="578118" y="75563"/>
                  </a:lnTo>
                  <a:lnTo>
                    <a:pt x="581686" y="75927"/>
                  </a:lnTo>
                  <a:lnTo>
                    <a:pt x="585255" y="76289"/>
                  </a:lnTo>
                  <a:lnTo>
                    <a:pt x="588824" y="76651"/>
                  </a:lnTo>
                  <a:lnTo>
                    <a:pt x="592392" y="77011"/>
                  </a:lnTo>
                  <a:lnTo>
                    <a:pt x="595961" y="77370"/>
                  </a:lnTo>
                  <a:lnTo>
                    <a:pt x="599530" y="77727"/>
                  </a:lnTo>
                  <a:lnTo>
                    <a:pt x="603098" y="78084"/>
                  </a:lnTo>
                  <a:lnTo>
                    <a:pt x="606667" y="78439"/>
                  </a:lnTo>
                  <a:lnTo>
                    <a:pt x="610236" y="78793"/>
                  </a:lnTo>
                  <a:lnTo>
                    <a:pt x="613804" y="79146"/>
                  </a:lnTo>
                  <a:lnTo>
                    <a:pt x="617373" y="79498"/>
                  </a:lnTo>
                  <a:lnTo>
                    <a:pt x="620941" y="79849"/>
                  </a:lnTo>
                  <a:lnTo>
                    <a:pt x="624510" y="80198"/>
                  </a:lnTo>
                  <a:lnTo>
                    <a:pt x="628079" y="80546"/>
                  </a:lnTo>
                  <a:lnTo>
                    <a:pt x="631647" y="80893"/>
                  </a:lnTo>
                  <a:lnTo>
                    <a:pt x="635216" y="81239"/>
                  </a:lnTo>
                  <a:lnTo>
                    <a:pt x="638785" y="81584"/>
                  </a:lnTo>
                  <a:lnTo>
                    <a:pt x="642353" y="81928"/>
                  </a:lnTo>
                  <a:lnTo>
                    <a:pt x="645922" y="82270"/>
                  </a:lnTo>
                  <a:lnTo>
                    <a:pt x="649490" y="82611"/>
                  </a:lnTo>
                  <a:lnTo>
                    <a:pt x="653059" y="82951"/>
                  </a:lnTo>
                  <a:lnTo>
                    <a:pt x="656628" y="83290"/>
                  </a:lnTo>
                  <a:lnTo>
                    <a:pt x="660196" y="83628"/>
                  </a:lnTo>
                  <a:lnTo>
                    <a:pt x="663765" y="83965"/>
                  </a:lnTo>
                  <a:lnTo>
                    <a:pt x="667334" y="84300"/>
                  </a:lnTo>
                  <a:lnTo>
                    <a:pt x="670902" y="84634"/>
                  </a:lnTo>
                  <a:lnTo>
                    <a:pt x="674471" y="84967"/>
                  </a:lnTo>
                  <a:lnTo>
                    <a:pt x="678040" y="85299"/>
                  </a:lnTo>
                  <a:lnTo>
                    <a:pt x="681608" y="85630"/>
                  </a:lnTo>
                  <a:lnTo>
                    <a:pt x="685177" y="85960"/>
                  </a:lnTo>
                  <a:lnTo>
                    <a:pt x="688745" y="86289"/>
                  </a:lnTo>
                  <a:lnTo>
                    <a:pt x="692314" y="86616"/>
                  </a:lnTo>
                  <a:lnTo>
                    <a:pt x="695883" y="86943"/>
                  </a:lnTo>
                  <a:lnTo>
                    <a:pt x="699451" y="87268"/>
                  </a:lnTo>
                  <a:lnTo>
                    <a:pt x="703020" y="87592"/>
                  </a:lnTo>
                  <a:lnTo>
                    <a:pt x="706589" y="87915"/>
                  </a:lnTo>
                  <a:lnTo>
                    <a:pt x="710157" y="88237"/>
                  </a:lnTo>
                  <a:lnTo>
                    <a:pt x="713726" y="88558"/>
                  </a:lnTo>
                  <a:lnTo>
                    <a:pt x="717294" y="88877"/>
                  </a:lnTo>
                  <a:lnTo>
                    <a:pt x="720863" y="89196"/>
                  </a:lnTo>
                  <a:lnTo>
                    <a:pt x="724432" y="89513"/>
                  </a:lnTo>
                  <a:lnTo>
                    <a:pt x="728000" y="89830"/>
                  </a:lnTo>
                  <a:lnTo>
                    <a:pt x="731569" y="90145"/>
                  </a:lnTo>
                  <a:lnTo>
                    <a:pt x="735138" y="90459"/>
                  </a:lnTo>
                  <a:lnTo>
                    <a:pt x="738706" y="90772"/>
                  </a:lnTo>
                  <a:lnTo>
                    <a:pt x="742275" y="91084"/>
                  </a:lnTo>
                  <a:lnTo>
                    <a:pt x="745844" y="91395"/>
                  </a:lnTo>
                  <a:lnTo>
                    <a:pt x="749412" y="91704"/>
                  </a:lnTo>
                  <a:lnTo>
                    <a:pt x="752981" y="92013"/>
                  </a:lnTo>
                  <a:lnTo>
                    <a:pt x="756549" y="92321"/>
                  </a:lnTo>
                  <a:lnTo>
                    <a:pt x="760118" y="92627"/>
                  </a:lnTo>
                  <a:lnTo>
                    <a:pt x="763687" y="92933"/>
                  </a:lnTo>
                  <a:lnTo>
                    <a:pt x="767255" y="93237"/>
                  </a:lnTo>
                  <a:lnTo>
                    <a:pt x="770824" y="93540"/>
                  </a:lnTo>
                  <a:lnTo>
                    <a:pt x="774393" y="93843"/>
                  </a:lnTo>
                  <a:lnTo>
                    <a:pt x="777961" y="94144"/>
                  </a:lnTo>
                  <a:lnTo>
                    <a:pt x="781530" y="94444"/>
                  </a:lnTo>
                  <a:lnTo>
                    <a:pt x="785098" y="94743"/>
                  </a:lnTo>
                  <a:lnTo>
                    <a:pt x="788667" y="95041"/>
                  </a:lnTo>
                  <a:lnTo>
                    <a:pt x="792236" y="95338"/>
                  </a:lnTo>
                  <a:lnTo>
                    <a:pt x="795804" y="95634"/>
                  </a:lnTo>
                  <a:lnTo>
                    <a:pt x="799373" y="95928"/>
                  </a:lnTo>
                  <a:lnTo>
                    <a:pt x="802942" y="96222"/>
                  </a:lnTo>
                  <a:lnTo>
                    <a:pt x="806510" y="96515"/>
                  </a:lnTo>
                  <a:lnTo>
                    <a:pt x="810079" y="96807"/>
                  </a:lnTo>
                  <a:lnTo>
                    <a:pt x="813648" y="97097"/>
                  </a:lnTo>
                  <a:lnTo>
                    <a:pt x="817216" y="97387"/>
                  </a:lnTo>
                  <a:lnTo>
                    <a:pt x="820785" y="97675"/>
                  </a:lnTo>
                  <a:lnTo>
                    <a:pt x="824353" y="97963"/>
                  </a:lnTo>
                  <a:lnTo>
                    <a:pt x="827922" y="98249"/>
                  </a:lnTo>
                  <a:lnTo>
                    <a:pt x="831491" y="98535"/>
                  </a:lnTo>
                  <a:lnTo>
                    <a:pt x="835059" y="98819"/>
                  </a:lnTo>
                  <a:lnTo>
                    <a:pt x="838628" y="99103"/>
                  </a:lnTo>
                  <a:lnTo>
                    <a:pt x="842197" y="99385"/>
                  </a:lnTo>
                  <a:lnTo>
                    <a:pt x="845765" y="99667"/>
                  </a:lnTo>
                  <a:lnTo>
                    <a:pt x="849334" y="99947"/>
                  </a:lnTo>
                  <a:lnTo>
                    <a:pt x="852902" y="100227"/>
                  </a:lnTo>
                </a:path>
              </a:pathLst>
            </a:custGeom>
            <a:ln w="28456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5632821" y="4632901"/>
              <a:ext cx="93819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5675466" y="4669764"/>
              <a:ext cx="852902" cy="737252"/>
            </a:xfrm>
            <a:custGeom>
              <a:avLst/>
              <a:pathLst>
                <a:path w="852902" h="737252">
                  <a:moveTo>
                    <a:pt x="0" y="623637"/>
                  </a:moveTo>
                  <a:lnTo>
                    <a:pt x="3568" y="622936"/>
                  </a:lnTo>
                  <a:lnTo>
                    <a:pt x="7137" y="622097"/>
                  </a:lnTo>
                  <a:lnTo>
                    <a:pt x="10705" y="621299"/>
                  </a:lnTo>
                  <a:lnTo>
                    <a:pt x="14274" y="620504"/>
                  </a:lnTo>
                  <a:lnTo>
                    <a:pt x="17843" y="619572"/>
                  </a:lnTo>
                  <a:lnTo>
                    <a:pt x="21411" y="618572"/>
                  </a:lnTo>
                  <a:lnTo>
                    <a:pt x="24980" y="617565"/>
                  </a:lnTo>
                  <a:lnTo>
                    <a:pt x="28549" y="616784"/>
                  </a:lnTo>
                  <a:lnTo>
                    <a:pt x="32117" y="615875"/>
                  </a:lnTo>
                  <a:lnTo>
                    <a:pt x="35686" y="615060"/>
                  </a:lnTo>
                  <a:lnTo>
                    <a:pt x="39254" y="614246"/>
                  </a:lnTo>
                  <a:lnTo>
                    <a:pt x="42823" y="613428"/>
                  </a:lnTo>
                  <a:lnTo>
                    <a:pt x="46392" y="612751"/>
                  </a:lnTo>
                  <a:lnTo>
                    <a:pt x="49960" y="612055"/>
                  </a:lnTo>
                  <a:lnTo>
                    <a:pt x="53529" y="611226"/>
                  </a:lnTo>
                  <a:lnTo>
                    <a:pt x="57098" y="610482"/>
                  </a:lnTo>
                  <a:lnTo>
                    <a:pt x="60666" y="609740"/>
                  </a:lnTo>
                  <a:lnTo>
                    <a:pt x="64235" y="609004"/>
                  </a:lnTo>
                  <a:lnTo>
                    <a:pt x="67804" y="608255"/>
                  </a:lnTo>
                  <a:lnTo>
                    <a:pt x="71372" y="607422"/>
                  </a:lnTo>
                  <a:lnTo>
                    <a:pt x="74941" y="606434"/>
                  </a:lnTo>
                  <a:lnTo>
                    <a:pt x="78509" y="605564"/>
                  </a:lnTo>
                  <a:lnTo>
                    <a:pt x="82078" y="604611"/>
                  </a:lnTo>
                  <a:lnTo>
                    <a:pt x="85647" y="603665"/>
                  </a:lnTo>
                  <a:lnTo>
                    <a:pt x="89215" y="602957"/>
                  </a:lnTo>
                  <a:lnTo>
                    <a:pt x="92784" y="602000"/>
                  </a:lnTo>
                  <a:lnTo>
                    <a:pt x="96353" y="601022"/>
                  </a:lnTo>
                  <a:lnTo>
                    <a:pt x="99921" y="600208"/>
                  </a:lnTo>
                  <a:lnTo>
                    <a:pt x="103490" y="599189"/>
                  </a:lnTo>
                  <a:lnTo>
                    <a:pt x="107058" y="598200"/>
                  </a:lnTo>
                  <a:lnTo>
                    <a:pt x="110627" y="597331"/>
                  </a:lnTo>
                  <a:lnTo>
                    <a:pt x="114196" y="596627"/>
                  </a:lnTo>
                  <a:lnTo>
                    <a:pt x="117764" y="595798"/>
                  </a:lnTo>
                  <a:lnTo>
                    <a:pt x="121333" y="594885"/>
                  </a:lnTo>
                  <a:lnTo>
                    <a:pt x="124902" y="593968"/>
                  </a:lnTo>
                  <a:lnTo>
                    <a:pt x="128470" y="593047"/>
                  </a:lnTo>
                  <a:lnTo>
                    <a:pt x="132039" y="592125"/>
                  </a:lnTo>
                  <a:lnTo>
                    <a:pt x="135608" y="591199"/>
                  </a:lnTo>
                  <a:lnTo>
                    <a:pt x="139176" y="590269"/>
                  </a:lnTo>
                  <a:lnTo>
                    <a:pt x="142745" y="589370"/>
                  </a:lnTo>
                  <a:lnTo>
                    <a:pt x="146313" y="588216"/>
                  </a:lnTo>
                  <a:lnTo>
                    <a:pt x="149882" y="587371"/>
                  </a:lnTo>
                  <a:lnTo>
                    <a:pt x="153451" y="586386"/>
                  </a:lnTo>
                  <a:lnTo>
                    <a:pt x="157019" y="585444"/>
                  </a:lnTo>
                  <a:lnTo>
                    <a:pt x="160588" y="584419"/>
                  </a:lnTo>
                  <a:lnTo>
                    <a:pt x="164157" y="583136"/>
                  </a:lnTo>
                  <a:lnTo>
                    <a:pt x="167725" y="582095"/>
                  </a:lnTo>
                  <a:lnTo>
                    <a:pt x="171294" y="580965"/>
                  </a:lnTo>
                  <a:lnTo>
                    <a:pt x="174862" y="579814"/>
                  </a:lnTo>
                  <a:lnTo>
                    <a:pt x="178431" y="578606"/>
                  </a:lnTo>
                  <a:lnTo>
                    <a:pt x="182000" y="577572"/>
                  </a:lnTo>
                  <a:lnTo>
                    <a:pt x="185568" y="576624"/>
                  </a:lnTo>
                  <a:lnTo>
                    <a:pt x="189137" y="575477"/>
                  </a:lnTo>
                  <a:lnTo>
                    <a:pt x="192706" y="574411"/>
                  </a:lnTo>
                  <a:lnTo>
                    <a:pt x="196274" y="573301"/>
                  </a:lnTo>
                  <a:lnTo>
                    <a:pt x="199843" y="571982"/>
                  </a:lnTo>
                  <a:lnTo>
                    <a:pt x="203412" y="570558"/>
                  </a:lnTo>
                  <a:lnTo>
                    <a:pt x="206980" y="569363"/>
                  </a:lnTo>
                  <a:lnTo>
                    <a:pt x="210549" y="568292"/>
                  </a:lnTo>
                  <a:lnTo>
                    <a:pt x="214117" y="566707"/>
                  </a:lnTo>
                  <a:lnTo>
                    <a:pt x="217686" y="565373"/>
                  </a:lnTo>
                  <a:lnTo>
                    <a:pt x="221255" y="564009"/>
                  </a:lnTo>
                  <a:lnTo>
                    <a:pt x="224823" y="562735"/>
                  </a:lnTo>
                  <a:lnTo>
                    <a:pt x="228392" y="561451"/>
                  </a:lnTo>
                  <a:lnTo>
                    <a:pt x="231961" y="560266"/>
                  </a:lnTo>
                  <a:lnTo>
                    <a:pt x="235529" y="559043"/>
                  </a:lnTo>
                  <a:lnTo>
                    <a:pt x="239098" y="558012"/>
                  </a:lnTo>
                  <a:lnTo>
                    <a:pt x="242666" y="557014"/>
                  </a:lnTo>
                  <a:lnTo>
                    <a:pt x="246235" y="555686"/>
                  </a:lnTo>
                  <a:lnTo>
                    <a:pt x="249804" y="554767"/>
                  </a:lnTo>
                  <a:lnTo>
                    <a:pt x="253372" y="553312"/>
                  </a:lnTo>
                  <a:lnTo>
                    <a:pt x="256941" y="551848"/>
                  </a:lnTo>
                  <a:lnTo>
                    <a:pt x="260510" y="550408"/>
                  </a:lnTo>
                  <a:lnTo>
                    <a:pt x="264078" y="549069"/>
                  </a:lnTo>
                  <a:lnTo>
                    <a:pt x="267647" y="547942"/>
                  </a:lnTo>
                  <a:lnTo>
                    <a:pt x="271216" y="546771"/>
                  </a:lnTo>
                  <a:lnTo>
                    <a:pt x="274784" y="545957"/>
                  </a:lnTo>
                  <a:lnTo>
                    <a:pt x="278353" y="544365"/>
                  </a:lnTo>
                  <a:lnTo>
                    <a:pt x="281921" y="542607"/>
                  </a:lnTo>
                  <a:lnTo>
                    <a:pt x="285490" y="541606"/>
                  </a:lnTo>
                  <a:lnTo>
                    <a:pt x="289059" y="540406"/>
                  </a:lnTo>
                  <a:lnTo>
                    <a:pt x="292627" y="539017"/>
                  </a:lnTo>
                  <a:lnTo>
                    <a:pt x="296196" y="537442"/>
                  </a:lnTo>
                  <a:lnTo>
                    <a:pt x="299765" y="536390"/>
                  </a:lnTo>
                  <a:lnTo>
                    <a:pt x="303333" y="534520"/>
                  </a:lnTo>
                  <a:lnTo>
                    <a:pt x="306902" y="533206"/>
                  </a:lnTo>
                  <a:lnTo>
                    <a:pt x="310470" y="531524"/>
                  </a:lnTo>
                  <a:lnTo>
                    <a:pt x="314039" y="529590"/>
                  </a:lnTo>
                  <a:lnTo>
                    <a:pt x="317608" y="527788"/>
                  </a:lnTo>
                  <a:lnTo>
                    <a:pt x="321176" y="525991"/>
                  </a:lnTo>
                  <a:lnTo>
                    <a:pt x="324745" y="524081"/>
                  </a:lnTo>
                  <a:lnTo>
                    <a:pt x="328314" y="522209"/>
                  </a:lnTo>
                  <a:lnTo>
                    <a:pt x="331882" y="520301"/>
                  </a:lnTo>
                  <a:lnTo>
                    <a:pt x="335451" y="518901"/>
                  </a:lnTo>
                  <a:lnTo>
                    <a:pt x="339020" y="517063"/>
                  </a:lnTo>
                  <a:lnTo>
                    <a:pt x="342588" y="515376"/>
                  </a:lnTo>
                  <a:lnTo>
                    <a:pt x="346157" y="513127"/>
                  </a:lnTo>
                  <a:lnTo>
                    <a:pt x="349725" y="511136"/>
                  </a:lnTo>
                  <a:lnTo>
                    <a:pt x="353294" y="509338"/>
                  </a:lnTo>
                  <a:lnTo>
                    <a:pt x="356863" y="507586"/>
                  </a:lnTo>
                  <a:lnTo>
                    <a:pt x="360431" y="505880"/>
                  </a:lnTo>
                  <a:lnTo>
                    <a:pt x="364000" y="504182"/>
                  </a:lnTo>
                  <a:lnTo>
                    <a:pt x="367569" y="502214"/>
                  </a:lnTo>
                  <a:lnTo>
                    <a:pt x="371137" y="499982"/>
                  </a:lnTo>
                  <a:lnTo>
                    <a:pt x="374706" y="497787"/>
                  </a:lnTo>
                  <a:lnTo>
                    <a:pt x="378274" y="495596"/>
                  </a:lnTo>
                  <a:lnTo>
                    <a:pt x="381843" y="492970"/>
                  </a:lnTo>
                  <a:lnTo>
                    <a:pt x="385412" y="490659"/>
                  </a:lnTo>
                  <a:lnTo>
                    <a:pt x="388980" y="488876"/>
                  </a:lnTo>
                  <a:lnTo>
                    <a:pt x="392549" y="487141"/>
                  </a:lnTo>
                  <a:lnTo>
                    <a:pt x="396118" y="484923"/>
                  </a:lnTo>
                  <a:lnTo>
                    <a:pt x="399686" y="482517"/>
                  </a:lnTo>
                  <a:lnTo>
                    <a:pt x="403255" y="480100"/>
                  </a:lnTo>
                  <a:lnTo>
                    <a:pt x="406824" y="478420"/>
                  </a:lnTo>
                  <a:lnTo>
                    <a:pt x="410392" y="475982"/>
                  </a:lnTo>
                  <a:lnTo>
                    <a:pt x="413961" y="473575"/>
                  </a:lnTo>
                  <a:lnTo>
                    <a:pt x="417529" y="470962"/>
                  </a:lnTo>
                  <a:lnTo>
                    <a:pt x="421098" y="468455"/>
                  </a:lnTo>
                  <a:lnTo>
                    <a:pt x="424667" y="465927"/>
                  </a:lnTo>
                  <a:lnTo>
                    <a:pt x="428235" y="463386"/>
                  </a:lnTo>
                  <a:lnTo>
                    <a:pt x="431804" y="460621"/>
                  </a:lnTo>
                  <a:lnTo>
                    <a:pt x="435373" y="457904"/>
                  </a:lnTo>
                  <a:lnTo>
                    <a:pt x="438941" y="455476"/>
                  </a:lnTo>
                  <a:lnTo>
                    <a:pt x="442510" y="452781"/>
                  </a:lnTo>
                  <a:lnTo>
                    <a:pt x="446078" y="450437"/>
                  </a:lnTo>
                  <a:lnTo>
                    <a:pt x="449647" y="447884"/>
                  </a:lnTo>
                  <a:lnTo>
                    <a:pt x="453216" y="445461"/>
                  </a:lnTo>
                  <a:lnTo>
                    <a:pt x="456784" y="442613"/>
                  </a:lnTo>
                  <a:lnTo>
                    <a:pt x="460353" y="439771"/>
                  </a:lnTo>
                  <a:lnTo>
                    <a:pt x="463922" y="436077"/>
                  </a:lnTo>
                  <a:lnTo>
                    <a:pt x="467490" y="433566"/>
                  </a:lnTo>
                  <a:lnTo>
                    <a:pt x="471059" y="429800"/>
                  </a:lnTo>
                  <a:lnTo>
                    <a:pt x="474628" y="427137"/>
                  </a:lnTo>
                  <a:lnTo>
                    <a:pt x="478196" y="424428"/>
                  </a:lnTo>
                  <a:lnTo>
                    <a:pt x="481765" y="421584"/>
                  </a:lnTo>
                  <a:lnTo>
                    <a:pt x="485333" y="418449"/>
                  </a:lnTo>
                  <a:lnTo>
                    <a:pt x="488902" y="415142"/>
                  </a:lnTo>
                  <a:lnTo>
                    <a:pt x="492471" y="411423"/>
                  </a:lnTo>
                  <a:lnTo>
                    <a:pt x="496039" y="408162"/>
                  </a:lnTo>
                  <a:lnTo>
                    <a:pt x="499608" y="404497"/>
                  </a:lnTo>
                  <a:lnTo>
                    <a:pt x="503177" y="401105"/>
                  </a:lnTo>
                  <a:lnTo>
                    <a:pt x="506745" y="397336"/>
                  </a:lnTo>
                  <a:lnTo>
                    <a:pt x="510314" y="393772"/>
                  </a:lnTo>
                  <a:lnTo>
                    <a:pt x="513882" y="389986"/>
                  </a:lnTo>
                  <a:lnTo>
                    <a:pt x="517451" y="385760"/>
                  </a:lnTo>
                  <a:lnTo>
                    <a:pt x="521020" y="381700"/>
                  </a:lnTo>
                  <a:lnTo>
                    <a:pt x="524588" y="377529"/>
                  </a:lnTo>
                  <a:lnTo>
                    <a:pt x="528157" y="374392"/>
                  </a:lnTo>
                  <a:lnTo>
                    <a:pt x="531726" y="370855"/>
                  </a:lnTo>
                  <a:lnTo>
                    <a:pt x="535294" y="367082"/>
                  </a:lnTo>
                  <a:lnTo>
                    <a:pt x="538863" y="363108"/>
                  </a:lnTo>
                  <a:lnTo>
                    <a:pt x="542432" y="360167"/>
                  </a:lnTo>
                  <a:lnTo>
                    <a:pt x="546000" y="355742"/>
                  </a:lnTo>
                  <a:lnTo>
                    <a:pt x="549569" y="351189"/>
                  </a:lnTo>
                  <a:lnTo>
                    <a:pt x="553137" y="347339"/>
                  </a:lnTo>
                  <a:lnTo>
                    <a:pt x="556706" y="342886"/>
                  </a:lnTo>
                  <a:lnTo>
                    <a:pt x="560275" y="338627"/>
                  </a:lnTo>
                  <a:lnTo>
                    <a:pt x="563843" y="334561"/>
                  </a:lnTo>
                  <a:lnTo>
                    <a:pt x="567412" y="330554"/>
                  </a:lnTo>
                  <a:lnTo>
                    <a:pt x="570981" y="326388"/>
                  </a:lnTo>
                  <a:lnTo>
                    <a:pt x="574549" y="321976"/>
                  </a:lnTo>
                  <a:lnTo>
                    <a:pt x="578118" y="317911"/>
                  </a:lnTo>
                  <a:lnTo>
                    <a:pt x="581686" y="313399"/>
                  </a:lnTo>
                  <a:lnTo>
                    <a:pt x="585255" y="309747"/>
                  </a:lnTo>
                  <a:lnTo>
                    <a:pt x="588824" y="305820"/>
                  </a:lnTo>
                  <a:lnTo>
                    <a:pt x="592392" y="302035"/>
                  </a:lnTo>
                  <a:lnTo>
                    <a:pt x="595961" y="298358"/>
                  </a:lnTo>
                  <a:lnTo>
                    <a:pt x="599530" y="294132"/>
                  </a:lnTo>
                  <a:lnTo>
                    <a:pt x="603098" y="289837"/>
                  </a:lnTo>
                  <a:lnTo>
                    <a:pt x="606667" y="285499"/>
                  </a:lnTo>
                  <a:lnTo>
                    <a:pt x="610236" y="281790"/>
                  </a:lnTo>
                  <a:lnTo>
                    <a:pt x="613804" y="278301"/>
                  </a:lnTo>
                  <a:lnTo>
                    <a:pt x="617373" y="273588"/>
                  </a:lnTo>
                  <a:lnTo>
                    <a:pt x="620941" y="268916"/>
                  </a:lnTo>
                  <a:lnTo>
                    <a:pt x="624510" y="264450"/>
                  </a:lnTo>
                  <a:lnTo>
                    <a:pt x="628079" y="260567"/>
                  </a:lnTo>
                  <a:lnTo>
                    <a:pt x="631647" y="256554"/>
                  </a:lnTo>
                  <a:lnTo>
                    <a:pt x="635216" y="252098"/>
                  </a:lnTo>
                  <a:lnTo>
                    <a:pt x="638785" y="248102"/>
                  </a:lnTo>
                  <a:lnTo>
                    <a:pt x="642353" y="243144"/>
                  </a:lnTo>
                  <a:lnTo>
                    <a:pt x="645922" y="238551"/>
                  </a:lnTo>
                  <a:lnTo>
                    <a:pt x="649490" y="234567"/>
                  </a:lnTo>
                  <a:lnTo>
                    <a:pt x="653059" y="230565"/>
                  </a:lnTo>
                  <a:lnTo>
                    <a:pt x="656628" y="226610"/>
                  </a:lnTo>
                  <a:lnTo>
                    <a:pt x="660196" y="222416"/>
                  </a:lnTo>
                  <a:lnTo>
                    <a:pt x="663765" y="218243"/>
                  </a:lnTo>
                  <a:lnTo>
                    <a:pt x="667334" y="213659"/>
                  </a:lnTo>
                  <a:lnTo>
                    <a:pt x="670902" y="209043"/>
                  </a:lnTo>
                  <a:lnTo>
                    <a:pt x="674471" y="203662"/>
                  </a:lnTo>
                  <a:lnTo>
                    <a:pt x="678040" y="198301"/>
                  </a:lnTo>
                  <a:lnTo>
                    <a:pt x="681608" y="193254"/>
                  </a:lnTo>
                  <a:lnTo>
                    <a:pt x="685177" y="188548"/>
                  </a:lnTo>
                  <a:lnTo>
                    <a:pt x="688745" y="184295"/>
                  </a:lnTo>
                  <a:lnTo>
                    <a:pt x="692314" y="179818"/>
                  </a:lnTo>
                  <a:lnTo>
                    <a:pt x="695883" y="176103"/>
                  </a:lnTo>
                  <a:lnTo>
                    <a:pt x="699451" y="171560"/>
                  </a:lnTo>
                  <a:lnTo>
                    <a:pt x="703020" y="166743"/>
                  </a:lnTo>
                  <a:lnTo>
                    <a:pt x="706589" y="162202"/>
                  </a:lnTo>
                  <a:lnTo>
                    <a:pt x="710157" y="157869"/>
                  </a:lnTo>
                  <a:lnTo>
                    <a:pt x="713726" y="153308"/>
                  </a:lnTo>
                  <a:lnTo>
                    <a:pt x="717294" y="149515"/>
                  </a:lnTo>
                  <a:lnTo>
                    <a:pt x="720863" y="145788"/>
                  </a:lnTo>
                  <a:lnTo>
                    <a:pt x="724432" y="141710"/>
                  </a:lnTo>
                  <a:lnTo>
                    <a:pt x="728000" y="137076"/>
                  </a:lnTo>
                  <a:lnTo>
                    <a:pt x="731569" y="132559"/>
                  </a:lnTo>
                  <a:lnTo>
                    <a:pt x="735138" y="127916"/>
                  </a:lnTo>
                  <a:lnTo>
                    <a:pt x="738706" y="123618"/>
                  </a:lnTo>
                  <a:lnTo>
                    <a:pt x="742275" y="120257"/>
                  </a:lnTo>
                  <a:lnTo>
                    <a:pt x="745844" y="116922"/>
                  </a:lnTo>
                  <a:lnTo>
                    <a:pt x="749412" y="112819"/>
                  </a:lnTo>
                  <a:lnTo>
                    <a:pt x="752981" y="109080"/>
                  </a:lnTo>
                  <a:lnTo>
                    <a:pt x="756549" y="104732"/>
                  </a:lnTo>
                  <a:lnTo>
                    <a:pt x="760118" y="100668"/>
                  </a:lnTo>
                  <a:lnTo>
                    <a:pt x="763687" y="96945"/>
                  </a:lnTo>
                  <a:lnTo>
                    <a:pt x="767255" y="92248"/>
                  </a:lnTo>
                  <a:lnTo>
                    <a:pt x="770824" y="87891"/>
                  </a:lnTo>
                  <a:lnTo>
                    <a:pt x="774393" y="84042"/>
                  </a:lnTo>
                  <a:lnTo>
                    <a:pt x="777961" y="80458"/>
                  </a:lnTo>
                  <a:lnTo>
                    <a:pt x="781530" y="76682"/>
                  </a:lnTo>
                  <a:lnTo>
                    <a:pt x="785098" y="72618"/>
                  </a:lnTo>
                  <a:lnTo>
                    <a:pt x="788667" y="68858"/>
                  </a:lnTo>
                  <a:lnTo>
                    <a:pt x="792236" y="65118"/>
                  </a:lnTo>
                  <a:lnTo>
                    <a:pt x="795804" y="61397"/>
                  </a:lnTo>
                  <a:lnTo>
                    <a:pt x="799373" y="57710"/>
                  </a:lnTo>
                  <a:lnTo>
                    <a:pt x="802942" y="53794"/>
                  </a:lnTo>
                  <a:lnTo>
                    <a:pt x="806510" y="49743"/>
                  </a:lnTo>
                  <a:lnTo>
                    <a:pt x="810079" y="45096"/>
                  </a:lnTo>
                  <a:lnTo>
                    <a:pt x="813648" y="40805"/>
                  </a:lnTo>
                  <a:lnTo>
                    <a:pt x="817216" y="36877"/>
                  </a:lnTo>
                  <a:lnTo>
                    <a:pt x="820785" y="33064"/>
                  </a:lnTo>
                  <a:lnTo>
                    <a:pt x="824353" y="29282"/>
                  </a:lnTo>
                  <a:lnTo>
                    <a:pt x="827922" y="25535"/>
                  </a:lnTo>
                  <a:lnTo>
                    <a:pt x="831491" y="21551"/>
                  </a:lnTo>
                  <a:lnTo>
                    <a:pt x="835059" y="17715"/>
                  </a:lnTo>
                  <a:lnTo>
                    <a:pt x="838628" y="14466"/>
                  </a:lnTo>
                  <a:lnTo>
                    <a:pt x="842197" y="10634"/>
                  </a:lnTo>
                  <a:lnTo>
                    <a:pt x="845765" y="6839"/>
                  </a:lnTo>
                  <a:lnTo>
                    <a:pt x="849334" y="3275"/>
                  </a:lnTo>
                  <a:lnTo>
                    <a:pt x="852902" y="0"/>
                  </a:lnTo>
                  <a:lnTo>
                    <a:pt x="852902" y="431585"/>
                  </a:lnTo>
                  <a:lnTo>
                    <a:pt x="849334" y="433228"/>
                  </a:lnTo>
                  <a:lnTo>
                    <a:pt x="845765" y="434094"/>
                  </a:lnTo>
                  <a:lnTo>
                    <a:pt x="842197" y="434959"/>
                  </a:lnTo>
                  <a:lnTo>
                    <a:pt x="838628" y="437157"/>
                  </a:lnTo>
                  <a:lnTo>
                    <a:pt x="835059" y="439494"/>
                  </a:lnTo>
                  <a:lnTo>
                    <a:pt x="831491" y="441060"/>
                  </a:lnTo>
                  <a:lnTo>
                    <a:pt x="827922" y="442053"/>
                  </a:lnTo>
                  <a:lnTo>
                    <a:pt x="824353" y="443899"/>
                  </a:lnTo>
                  <a:lnTo>
                    <a:pt x="820785" y="445139"/>
                  </a:lnTo>
                  <a:lnTo>
                    <a:pt x="817216" y="446371"/>
                  </a:lnTo>
                  <a:lnTo>
                    <a:pt x="813648" y="447601"/>
                  </a:lnTo>
                  <a:lnTo>
                    <a:pt x="810079" y="448827"/>
                  </a:lnTo>
                  <a:lnTo>
                    <a:pt x="806510" y="450225"/>
                  </a:lnTo>
                  <a:lnTo>
                    <a:pt x="802942" y="451426"/>
                  </a:lnTo>
                  <a:lnTo>
                    <a:pt x="799373" y="452617"/>
                  </a:lnTo>
                  <a:lnTo>
                    <a:pt x="795804" y="453706"/>
                  </a:lnTo>
                  <a:lnTo>
                    <a:pt x="792236" y="454920"/>
                  </a:lnTo>
                  <a:lnTo>
                    <a:pt x="788667" y="456130"/>
                  </a:lnTo>
                  <a:lnTo>
                    <a:pt x="785098" y="457388"/>
                  </a:lnTo>
                  <a:lnTo>
                    <a:pt x="781530" y="458580"/>
                  </a:lnTo>
                  <a:lnTo>
                    <a:pt x="777961" y="460069"/>
                  </a:lnTo>
                  <a:lnTo>
                    <a:pt x="774393" y="461541"/>
                  </a:lnTo>
                  <a:lnTo>
                    <a:pt x="770824" y="462995"/>
                  </a:lnTo>
                  <a:lnTo>
                    <a:pt x="767255" y="464348"/>
                  </a:lnTo>
                  <a:lnTo>
                    <a:pt x="763687" y="466019"/>
                  </a:lnTo>
                  <a:lnTo>
                    <a:pt x="760118" y="467725"/>
                  </a:lnTo>
                  <a:lnTo>
                    <a:pt x="756549" y="469258"/>
                  </a:lnTo>
                  <a:lnTo>
                    <a:pt x="752981" y="470968"/>
                  </a:lnTo>
                  <a:lnTo>
                    <a:pt x="749412" y="472256"/>
                  </a:lnTo>
                  <a:lnTo>
                    <a:pt x="745844" y="473556"/>
                  </a:lnTo>
                  <a:lnTo>
                    <a:pt x="742275" y="475411"/>
                  </a:lnTo>
                  <a:lnTo>
                    <a:pt x="738706" y="477270"/>
                  </a:lnTo>
                  <a:lnTo>
                    <a:pt x="735138" y="479110"/>
                  </a:lnTo>
                  <a:lnTo>
                    <a:pt x="731569" y="480561"/>
                  </a:lnTo>
                  <a:lnTo>
                    <a:pt x="728000" y="481947"/>
                  </a:lnTo>
                  <a:lnTo>
                    <a:pt x="724432" y="482975"/>
                  </a:lnTo>
                  <a:lnTo>
                    <a:pt x="720863" y="483925"/>
                  </a:lnTo>
                  <a:lnTo>
                    <a:pt x="717294" y="484873"/>
                  </a:lnTo>
                  <a:lnTo>
                    <a:pt x="713726" y="486156"/>
                  </a:lnTo>
                  <a:lnTo>
                    <a:pt x="710157" y="487347"/>
                  </a:lnTo>
                  <a:lnTo>
                    <a:pt x="706589" y="488734"/>
                  </a:lnTo>
                  <a:lnTo>
                    <a:pt x="703020" y="490111"/>
                  </a:lnTo>
                  <a:lnTo>
                    <a:pt x="699451" y="491058"/>
                  </a:lnTo>
                  <a:lnTo>
                    <a:pt x="695883" y="492401"/>
                  </a:lnTo>
                  <a:lnTo>
                    <a:pt x="692314" y="493969"/>
                  </a:lnTo>
                  <a:lnTo>
                    <a:pt x="688745" y="495012"/>
                  </a:lnTo>
                  <a:lnTo>
                    <a:pt x="685177" y="496052"/>
                  </a:lnTo>
                  <a:lnTo>
                    <a:pt x="681608" y="497870"/>
                  </a:lnTo>
                  <a:lnTo>
                    <a:pt x="678040" y="499325"/>
                  </a:lnTo>
                  <a:lnTo>
                    <a:pt x="674471" y="501038"/>
                  </a:lnTo>
                  <a:lnTo>
                    <a:pt x="670902" y="501955"/>
                  </a:lnTo>
                  <a:lnTo>
                    <a:pt x="667334" y="503457"/>
                  </a:lnTo>
                  <a:lnTo>
                    <a:pt x="663765" y="504977"/>
                  </a:lnTo>
                  <a:lnTo>
                    <a:pt x="660196" y="506129"/>
                  </a:lnTo>
                  <a:lnTo>
                    <a:pt x="656628" y="507632"/>
                  </a:lnTo>
                  <a:lnTo>
                    <a:pt x="653059" y="508849"/>
                  </a:lnTo>
                  <a:lnTo>
                    <a:pt x="649490" y="510364"/>
                  </a:lnTo>
                  <a:lnTo>
                    <a:pt x="645922" y="511591"/>
                  </a:lnTo>
                  <a:lnTo>
                    <a:pt x="642353" y="512988"/>
                  </a:lnTo>
                  <a:lnTo>
                    <a:pt x="638785" y="514292"/>
                  </a:lnTo>
                  <a:lnTo>
                    <a:pt x="635216" y="515769"/>
                  </a:lnTo>
                  <a:lnTo>
                    <a:pt x="631647" y="517160"/>
                  </a:lnTo>
                  <a:lnTo>
                    <a:pt x="628079" y="518183"/>
                  </a:lnTo>
                  <a:lnTo>
                    <a:pt x="624510" y="519893"/>
                  </a:lnTo>
                  <a:lnTo>
                    <a:pt x="620941" y="521462"/>
                  </a:lnTo>
                  <a:lnTo>
                    <a:pt x="617373" y="522368"/>
                  </a:lnTo>
                  <a:lnTo>
                    <a:pt x="613804" y="523715"/>
                  </a:lnTo>
                  <a:lnTo>
                    <a:pt x="610236" y="525100"/>
                  </a:lnTo>
                  <a:lnTo>
                    <a:pt x="606667" y="526424"/>
                  </a:lnTo>
                  <a:lnTo>
                    <a:pt x="603098" y="528009"/>
                  </a:lnTo>
                  <a:lnTo>
                    <a:pt x="599530" y="529706"/>
                  </a:lnTo>
                  <a:lnTo>
                    <a:pt x="595961" y="530767"/>
                  </a:lnTo>
                  <a:lnTo>
                    <a:pt x="592392" y="532381"/>
                  </a:lnTo>
                  <a:lnTo>
                    <a:pt x="588824" y="533753"/>
                  </a:lnTo>
                  <a:lnTo>
                    <a:pt x="585255" y="535428"/>
                  </a:lnTo>
                  <a:lnTo>
                    <a:pt x="581686" y="537273"/>
                  </a:lnTo>
                  <a:lnTo>
                    <a:pt x="578118" y="539066"/>
                  </a:lnTo>
                  <a:lnTo>
                    <a:pt x="574549" y="540849"/>
                  </a:lnTo>
                  <a:lnTo>
                    <a:pt x="570981" y="542620"/>
                  </a:lnTo>
                  <a:lnTo>
                    <a:pt x="567412" y="544251"/>
                  </a:lnTo>
                  <a:lnTo>
                    <a:pt x="563843" y="545981"/>
                  </a:lnTo>
                  <a:lnTo>
                    <a:pt x="560275" y="547521"/>
                  </a:lnTo>
                  <a:lnTo>
                    <a:pt x="556706" y="548854"/>
                  </a:lnTo>
                  <a:lnTo>
                    <a:pt x="553137" y="550304"/>
                  </a:lnTo>
                  <a:lnTo>
                    <a:pt x="549569" y="551885"/>
                  </a:lnTo>
                  <a:lnTo>
                    <a:pt x="546000" y="553386"/>
                  </a:lnTo>
                  <a:lnTo>
                    <a:pt x="542432" y="555335"/>
                  </a:lnTo>
                  <a:lnTo>
                    <a:pt x="538863" y="557046"/>
                  </a:lnTo>
                  <a:lnTo>
                    <a:pt x="535294" y="558597"/>
                  </a:lnTo>
                  <a:lnTo>
                    <a:pt x="531726" y="560506"/>
                  </a:lnTo>
                  <a:lnTo>
                    <a:pt x="528157" y="561921"/>
                  </a:lnTo>
                  <a:lnTo>
                    <a:pt x="524588" y="563406"/>
                  </a:lnTo>
                  <a:lnTo>
                    <a:pt x="521020" y="564989"/>
                  </a:lnTo>
                  <a:lnTo>
                    <a:pt x="517451" y="566382"/>
                  </a:lnTo>
                  <a:lnTo>
                    <a:pt x="513882" y="567755"/>
                  </a:lnTo>
                  <a:lnTo>
                    <a:pt x="510314" y="569691"/>
                  </a:lnTo>
                  <a:lnTo>
                    <a:pt x="506745" y="571395"/>
                  </a:lnTo>
                  <a:lnTo>
                    <a:pt x="503177" y="573017"/>
                  </a:lnTo>
                  <a:lnTo>
                    <a:pt x="499608" y="574634"/>
                  </a:lnTo>
                  <a:lnTo>
                    <a:pt x="496039" y="575820"/>
                  </a:lnTo>
                  <a:lnTo>
                    <a:pt x="492471" y="577481"/>
                  </a:lnTo>
                  <a:lnTo>
                    <a:pt x="488902" y="579499"/>
                  </a:lnTo>
                  <a:lnTo>
                    <a:pt x="485333" y="580614"/>
                  </a:lnTo>
                  <a:lnTo>
                    <a:pt x="481765" y="581575"/>
                  </a:lnTo>
                  <a:lnTo>
                    <a:pt x="478196" y="583247"/>
                  </a:lnTo>
                  <a:lnTo>
                    <a:pt x="474628" y="584939"/>
                  </a:lnTo>
                  <a:lnTo>
                    <a:pt x="471059" y="586648"/>
                  </a:lnTo>
                  <a:lnTo>
                    <a:pt x="467490" y="588422"/>
                  </a:lnTo>
                  <a:lnTo>
                    <a:pt x="463922" y="589954"/>
                  </a:lnTo>
                  <a:lnTo>
                    <a:pt x="460353" y="591803"/>
                  </a:lnTo>
                  <a:lnTo>
                    <a:pt x="456784" y="593431"/>
                  </a:lnTo>
                  <a:lnTo>
                    <a:pt x="453216" y="595268"/>
                  </a:lnTo>
                  <a:lnTo>
                    <a:pt x="449647" y="596990"/>
                  </a:lnTo>
                  <a:lnTo>
                    <a:pt x="446078" y="598727"/>
                  </a:lnTo>
                  <a:lnTo>
                    <a:pt x="442510" y="600412"/>
                  </a:lnTo>
                  <a:lnTo>
                    <a:pt x="438941" y="602108"/>
                  </a:lnTo>
                  <a:lnTo>
                    <a:pt x="435373" y="603789"/>
                  </a:lnTo>
                  <a:lnTo>
                    <a:pt x="431804" y="605454"/>
                  </a:lnTo>
                  <a:lnTo>
                    <a:pt x="428235" y="607207"/>
                  </a:lnTo>
                  <a:lnTo>
                    <a:pt x="424667" y="608883"/>
                  </a:lnTo>
                  <a:lnTo>
                    <a:pt x="421098" y="610506"/>
                  </a:lnTo>
                  <a:lnTo>
                    <a:pt x="417529" y="612052"/>
                  </a:lnTo>
                  <a:lnTo>
                    <a:pt x="413961" y="613739"/>
                  </a:lnTo>
                  <a:lnTo>
                    <a:pt x="410392" y="615597"/>
                  </a:lnTo>
                  <a:lnTo>
                    <a:pt x="406824" y="617456"/>
                  </a:lnTo>
                  <a:lnTo>
                    <a:pt x="403255" y="618705"/>
                  </a:lnTo>
                  <a:lnTo>
                    <a:pt x="399686" y="620444"/>
                  </a:lnTo>
                  <a:lnTo>
                    <a:pt x="396118" y="622138"/>
                  </a:lnTo>
                  <a:lnTo>
                    <a:pt x="392549" y="623790"/>
                  </a:lnTo>
                  <a:lnTo>
                    <a:pt x="388980" y="625775"/>
                  </a:lnTo>
                  <a:lnTo>
                    <a:pt x="385412" y="627340"/>
                  </a:lnTo>
                  <a:lnTo>
                    <a:pt x="381843" y="629193"/>
                  </a:lnTo>
                  <a:lnTo>
                    <a:pt x="378274" y="630674"/>
                  </a:lnTo>
                  <a:lnTo>
                    <a:pt x="374706" y="632062"/>
                  </a:lnTo>
                  <a:lnTo>
                    <a:pt x="371137" y="633956"/>
                  </a:lnTo>
                  <a:lnTo>
                    <a:pt x="367569" y="635921"/>
                  </a:lnTo>
                  <a:lnTo>
                    <a:pt x="364000" y="637545"/>
                  </a:lnTo>
                  <a:lnTo>
                    <a:pt x="360431" y="639095"/>
                  </a:lnTo>
                  <a:lnTo>
                    <a:pt x="356863" y="640454"/>
                  </a:lnTo>
                  <a:lnTo>
                    <a:pt x="353294" y="642135"/>
                  </a:lnTo>
                  <a:lnTo>
                    <a:pt x="349725" y="643703"/>
                  </a:lnTo>
                  <a:lnTo>
                    <a:pt x="346157" y="645117"/>
                  </a:lnTo>
                  <a:lnTo>
                    <a:pt x="342588" y="646861"/>
                  </a:lnTo>
                  <a:lnTo>
                    <a:pt x="339020" y="648372"/>
                  </a:lnTo>
                  <a:lnTo>
                    <a:pt x="335451" y="649890"/>
                  </a:lnTo>
                  <a:lnTo>
                    <a:pt x="331882" y="650998"/>
                  </a:lnTo>
                  <a:lnTo>
                    <a:pt x="328314" y="652672"/>
                  </a:lnTo>
                  <a:lnTo>
                    <a:pt x="324745" y="654361"/>
                  </a:lnTo>
                  <a:lnTo>
                    <a:pt x="321176" y="655820"/>
                  </a:lnTo>
                  <a:lnTo>
                    <a:pt x="317608" y="657371"/>
                  </a:lnTo>
                  <a:lnTo>
                    <a:pt x="314039" y="658763"/>
                  </a:lnTo>
                  <a:lnTo>
                    <a:pt x="310470" y="660264"/>
                  </a:lnTo>
                  <a:lnTo>
                    <a:pt x="306902" y="661232"/>
                  </a:lnTo>
                  <a:lnTo>
                    <a:pt x="303333" y="662460"/>
                  </a:lnTo>
                  <a:lnTo>
                    <a:pt x="299765" y="664113"/>
                  </a:lnTo>
                  <a:lnTo>
                    <a:pt x="296196" y="665418"/>
                  </a:lnTo>
                  <a:lnTo>
                    <a:pt x="292627" y="666967"/>
                  </a:lnTo>
                  <a:lnTo>
                    <a:pt x="289059" y="668148"/>
                  </a:lnTo>
                  <a:lnTo>
                    <a:pt x="285490" y="669639"/>
                  </a:lnTo>
                  <a:lnTo>
                    <a:pt x="281921" y="670972"/>
                  </a:lnTo>
                  <a:lnTo>
                    <a:pt x="278353" y="672274"/>
                  </a:lnTo>
                  <a:lnTo>
                    <a:pt x="274784" y="673432"/>
                  </a:lnTo>
                  <a:lnTo>
                    <a:pt x="271216" y="674776"/>
                  </a:lnTo>
                  <a:lnTo>
                    <a:pt x="267647" y="676214"/>
                  </a:lnTo>
                  <a:lnTo>
                    <a:pt x="264078" y="677618"/>
                  </a:lnTo>
                  <a:lnTo>
                    <a:pt x="260510" y="678906"/>
                  </a:lnTo>
                  <a:lnTo>
                    <a:pt x="256941" y="680173"/>
                  </a:lnTo>
                  <a:lnTo>
                    <a:pt x="253372" y="681312"/>
                  </a:lnTo>
                  <a:lnTo>
                    <a:pt x="249804" y="682446"/>
                  </a:lnTo>
                  <a:lnTo>
                    <a:pt x="246235" y="683661"/>
                  </a:lnTo>
                  <a:lnTo>
                    <a:pt x="242666" y="684855"/>
                  </a:lnTo>
                  <a:lnTo>
                    <a:pt x="239098" y="685955"/>
                  </a:lnTo>
                  <a:lnTo>
                    <a:pt x="235529" y="687152"/>
                  </a:lnTo>
                  <a:lnTo>
                    <a:pt x="231961" y="688244"/>
                  </a:lnTo>
                  <a:lnTo>
                    <a:pt x="228392" y="689449"/>
                  </a:lnTo>
                  <a:lnTo>
                    <a:pt x="224823" y="690590"/>
                  </a:lnTo>
                  <a:lnTo>
                    <a:pt x="221255" y="691791"/>
                  </a:lnTo>
                  <a:lnTo>
                    <a:pt x="217686" y="692903"/>
                  </a:lnTo>
                  <a:lnTo>
                    <a:pt x="214117" y="693873"/>
                  </a:lnTo>
                  <a:lnTo>
                    <a:pt x="210549" y="694953"/>
                  </a:lnTo>
                  <a:lnTo>
                    <a:pt x="206980" y="696060"/>
                  </a:lnTo>
                  <a:lnTo>
                    <a:pt x="203412" y="697028"/>
                  </a:lnTo>
                  <a:lnTo>
                    <a:pt x="199843" y="698125"/>
                  </a:lnTo>
                  <a:lnTo>
                    <a:pt x="196274" y="699228"/>
                  </a:lnTo>
                  <a:lnTo>
                    <a:pt x="192706" y="700228"/>
                  </a:lnTo>
                  <a:lnTo>
                    <a:pt x="189137" y="701225"/>
                  </a:lnTo>
                  <a:lnTo>
                    <a:pt x="185568" y="702176"/>
                  </a:lnTo>
                  <a:lnTo>
                    <a:pt x="182000" y="703063"/>
                  </a:lnTo>
                  <a:lnTo>
                    <a:pt x="178431" y="703929"/>
                  </a:lnTo>
                  <a:lnTo>
                    <a:pt x="174862" y="704781"/>
                  </a:lnTo>
                  <a:lnTo>
                    <a:pt x="171294" y="705624"/>
                  </a:lnTo>
                  <a:lnTo>
                    <a:pt x="167725" y="706546"/>
                  </a:lnTo>
                  <a:lnTo>
                    <a:pt x="164157" y="707560"/>
                  </a:lnTo>
                  <a:lnTo>
                    <a:pt x="160588" y="708347"/>
                  </a:lnTo>
                  <a:lnTo>
                    <a:pt x="157019" y="709289"/>
                  </a:lnTo>
                  <a:lnTo>
                    <a:pt x="153451" y="710184"/>
                  </a:lnTo>
                  <a:lnTo>
                    <a:pt x="149882" y="711064"/>
                  </a:lnTo>
                  <a:lnTo>
                    <a:pt x="146313" y="711887"/>
                  </a:lnTo>
                  <a:lnTo>
                    <a:pt x="142745" y="712734"/>
                  </a:lnTo>
                  <a:lnTo>
                    <a:pt x="139176" y="713567"/>
                  </a:lnTo>
                  <a:lnTo>
                    <a:pt x="135608" y="714430"/>
                  </a:lnTo>
                  <a:lnTo>
                    <a:pt x="132039" y="715334"/>
                  </a:lnTo>
                  <a:lnTo>
                    <a:pt x="128470" y="716146"/>
                  </a:lnTo>
                  <a:lnTo>
                    <a:pt x="124902" y="716917"/>
                  </a:lnTo>
                  <a:lnTo>
                    <a:pt x="121333" y="717577"/>
                  </a:lnTo>
                  <a:lnTo>
                    <a:pt x="117764" y="718278"/>
                  </a:lnTo>
                  <a:lnTo>
                    <a:pt x="114196" y="719053"/>
                  </a:lnTo>
                  <a:lnTo>
                    <a:pt x="110627" y="719867"/>
                  </a:lnTo>
                  <a:lnTo>
                    <a:pt x="107058" y="720573"/>
                  </a:lnTo>
                  <a:lnTo>
                    <a:pt x="103490" y="721267"/>
                  </a:lnTo>
                  <a:lnTo>
                    <a:pt x="99921" y="721948"/>
                  </a:lnTo>
                  <a:lnTo>
                    <a:pt x="96353" y="722618"/>
                  </a:lnTo>
                  <a:lnTo>
                    <a:pt x="92784" y="723282"/>
                  </a:lnTo>
                  <a:lnTo>
                    <a:pt x="89215" y="723904"/>
                  </a:lnTo>
                  <a:lnTo>
                    <a:pt x="85647" y="724546"/>
                  </a:lnTo>
                  <a:lnTo>
                    <a:pt x="82078" y="725189"/>
                  </a:lnTo>
                  <a:lnTo>
                    <a:pt x="78509" y="725842"/>
                  </a:lnTo>
                  <a:lnTo>
                    <a:pt x="74941" y="726424"/>
                  </a:lnTo>
                  <a:lnTo>
                    <a:pt x="71372" y="727051"/>
                  </a:lnTo>
                  <a:lnTo>
                    <a:pt x="67804" y="727614"/>
                  </a:lnTo>
                  <a:lnTo>
                    <a:pt x="64235" y="728152"/>
                  </a:lnTo>
                  <a:lnTo>
                    <a:pt x="60666" y="728715"/>
                  </a:lnTo>
                  <a:lnTo>
                    <a:pt x="57098" y="729259"/>
                  </a:lnTo>
                  <a:lnTo>
                    <a:pt x="53529" y="729808"/>
                  </a:lnTo>
                  <a:lnTo>
                    <a:pt x="49960" y="730394"/>
                  </a:lnTo>
                  <a:lnTo>
                    <a:pt x="46392" y="730968"/>
                  </a:lnTo>
                  <a:lnTo>
                    <a:pt x="42823" y="731552"/>
                  </a:lnTo>
                  <a:lnTo>
                    <a:pt x="39254" y="732128"/>
                  </a:lnTo>
                  <a:lnTo>
                    <a:pt x="35686" y="732683"/>
                  </a:lnTo>
                  <a:lnTo>
                    <a:pt x="32117" y="733158"/>
                  </a:lnTo>
                  <a:lnTo>
                    <a:pt x="28549" y="733677"/>
                  </a:lnTo>
                  <a:lnTo>
                    <a:pt x="24980" y="734169"/>
                  </a:lnTo>
                  <a:lnTo>
                    <a:pt x="21411" y="734673"/>
                  </a:lnTo>
                  <a:lnTo>
                    <a:pt x="17843" y="735170"/>
                  </a:lnTo>
                  <a:lnTo>
                    <a:pt x="14274" y="735608"/>
                  </a:lnTo>
                  <a:lnTo>
                    <a:pt x="10705" y="736025"/>
                  </a:lnTo>
                  <a:lnTo>
                    <a:pt x="7137" y="736467"/>
                  </a:lnTo>
                  <a:lnTo>
                    <a:pt x="3568" y="736900"/>
                  </a:lnTo>
                  <a:lnTo>
                    <a:pt x="0" y="737252"/>
                  </a:lnTo>
                  <a:close/>
                </a:path>
              </a:pathLst>
            </a:custGeom>
            <a:solidFill>
              <a:srgbClr val="CC79A7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675466" y="4669764"/>
              <a:ext cx="852902" cy="623637"/>
            </a:xfrm>
            <a:custGeom>
              <a:avLst/>
              <a:pathLst>
                <a:path w="852902" h="623637">
                  <a:moveTo>
                    <a:pt x="0" y="623637"/>
                  </a:moveTo>
                  <a:lnTo>
                    <a:pt x="3568" y="622936"/>
                  </a:lnTo>
                  <a:lnTo>
                    <a:pt x="7137" y="622097"/>
                  </a:lnTo>
                  <a:lnTo>
                    <a:pt x="10705" y="621299"/>
                  </a:lnTo>
                  <a:lnTo>
                    <a:pt x="14274" y="620504"/>
                  </a:lnTo>
                  <a:lnTo>
                    <a:pt x="17843" y="619572"/>
                  </a:lnTo>
                  <a:lnTo>
                    <a:pt x="21411" y="618572"/>
                  </a:lnTo>
                  <a:lnTo>
                    <a:pt x="24980" y="617565"/>
                  </a:lnTo>
                  <a:lnTo>
                    <a:pt x="28549" y="616784"/>
                  </a:lnTo>
                  <a:lnTo>
                    <a:pt x="32117" y="615875"/>
                  </a:lnTo>
                  <a:lnTo>
                    <a:pt x="35686" y="615060"/>
                  </a:lnTo>
                  <a:lnTo>
                    <a:pt x="39254" y="614246"/>
                  </a:lnTo>
                  <a:lnTo>
                    <a:pt x="42823" y="613428"/>
                  </a:lnTo>
                  <a:lnTo>
                    <a:pt x="46392" y="612751"/>
                  </a:lnTo>
                  <a:lnTo>
                    <a:pt x="49960" y="612055"/>
                  </a:lnTo>
                  <a:lnTo>
                    <a:pt x="53529" y="611226"/>
                  </a:lnTo>
                  <a:lnTo>
                    <a:pt x="57098" y="610482"/>
                  </a:lnTo>
                  <a:lnTo>
                    <a:pt x="60666" y="609740"/>
                  </a:lnTo>
                  <a:lnTo>
                    <a:pt x="64235" y="609004"/>
                  </a:lnTo>
                  <a:lnTo>
                    <a:pt x="67804" y="608255"/>
                  </a:lnTo>
                  <a:lnTo>
                    <a:pt x="71372" y="607422"/>
                  </a:lnTo>
                  <a:lnTo>
                    <a:pt x="74941" y="606434"/>
                  </a:lnTo>
                  <a:lnTo>
                    <a:pt x="78509" y="605564"/>
                  </a:lnTo>
                  <a:lnTo>
                    <a:pt x="82078" y="604611"/>
                  </a:lnTo>
                  <a:lnTo>
                    <a:pt x="85647" y="603665"/>
                  </a:lnTo>
                  <a:lnTo>
                    <a:pt x="89215" y="602957"/>
                  </a:lnTo>
                  <a:lnTo>
                    <a:pt x="92784" y="602000"/>
                  </a:lnTo>
                  <a:lnTo>
                    <a:pt x="96353" y="601022"/>
                  </a:lnTo>
                  <a:lnTo>
                    <a:pt x="99921" y="600208"/>
                  </a:lnTo>
                  <a:lnTo>
                    <a:pt x="103490" y="599189"/>
                  </a:lnTo>
                  <a:lnTo>
                    <a:pt x="107058" y="598200"/>
                  </a:lnTo>
                  <a:lnTo>
                    <a:pt x="110627" y="597331"/>
                  </a:lnTo>
                  <a:lnTo>
                    <a:pt x="114196" y="596627"/>
                  </a:lnTo>
                  <a:lnTo>
                    <a:pt x="117764" y="595798"/>
                  </a:lnTo>
                  <a:lnTo>
                    <a:pt x="121333" y="594885"/>
                  </a:lnTo>
                  <a:lnTo>
                    <a:pt x="124902" y="593968"/>
                  </a:lnTo>
                  <a:lnTo>
                    <a:pt x="128470" y="593047"/>
                  </a:lnTo>
                  <a:lnTo>
                    <a:pt x="132039" y="592125"/>
                  </a:lnTo>
                  <a:lnTo>
                    <a:pt x="135608" y="591199"/>
                  </a:lnTo>
                  <a:lnTo>
                    <a:pt x="139176" y="590269"/>
                  </a:lnTo>
                  <a:lnTo>
                    <a:pt x="142745" y="589370"/>
                  </a:lnTo>
                  <a:lnTo>
                    <a:pt x="146313" y="588216"/>
                  </a:lnTo>
                  <a:lnTo>
                    <a:pt x="149882" y="587371"/>
                  </a:lnTo>
                  <a:lnTo>
                    <a:pt x="153451" y="586386"/>
                  </a:lnTo>
                  <a:lnTo>
                    <a:pt x="157019" y="585444"/>
                  </a:lnTo>
                  <a:lnTo>
                    <a:pt x="160588" y="584419"/>
                  </a:lnTo>
                  <a:lnTo>
                    <a:pt x="164157" y="583136"/>
                  </a:lnTo>
                  <a:lnTo>
                    <a:pt x="167725" y="582095"/>
                  </a:lnTo>
                  <a:lnTo>
                    <a:pt x="171294" y="580965"/>
                  </a:lnTo>
                  <a:lnTo>
                    <a:pt x="174862" y="579814"/>
                  </a:lnTo>
                  <a:lnTo>
                    <a:pt x="178431" y="578606"/>
                  </a:lnTo>
                  <a:lnTo>
                    <a:pt x="182000" y="577572"/>
                  </a:lnTo>
                  <a:lnTo>
                    <a:pt x="185568" y="576624"/>
                  </a:lnTo>
                  <a:lnTo>
                    <a:pt x="189137" y="575477"/>
                  </a:lnTo>
                  <a:lnTo>
                    <a:pt x="192706" y="574411"/>
                  </a:lnTo>
                  <a:lnTo>
                    <a:pt x="196274" y="573301"/>
                  </a:lnTo>
                  <a:lnTo>
                    <a:pt x="199843" y="571982"/>
                  </a:lnTo>
                  <a:lnTo>
                    <a:pt x="203412" y="570558"/>
                  </a:lnTo>
                  <a:lnTo>
                    <a:pt x="206980" y="569363"/>
                  </a:lnTo>
                  <a:lnTo>
                    <a:pt x="210549" y="568292"/>
                  </a:lnTo>
                  <a:lnTo>
                    <a:pt x="214117" y="566707"/>
                  </a:lnTo>
                  <a:lnTo>
                    <a:pt x="217686" y="565373"/>
                  </a:lnTo>
                  <a:lnTo>
                    <a:pt x="221255" y="564009"/>
                  </a:lnTo>
                  <a:lnTo>
                    <a:pt x="224823" y="562735"/>
                  </a:lnTo>
                  <a:lnTo>
                    <a:pt x="228392" y="561451"/>
                  </a:lnTo>
                  <a:lnTo>
                    <a:pt x="231961" y="560266"/>
                  </a:lnTo>
                  <a:lnTo>
                    <a:pt x="235529" y="559043"/>
                  </a:lnTo>
                  <a:lnTo>
                    <a:pt x="239098" y="558012"/>
                  </a:lnTo>
                  <a:lnTo>
                    <a:pt x="242666" y="557014"/>
                  </a:lnTo>
                  <a:lnTo>
                    <a:pt x="246235" y="555686"/>
                  </a:lnTo>
                  <a:lnTo>
                    <a:pt x="249804" y="554767"/>
                  </a:lnTo>
                  <a:lnTo>
                    <a:pt x="253372" y="553312"/>
                  </a:lnTo>
                  <a:lnTo>
                    <a:pt x="256941" y="551848"/>
                  </a:lnTo>
                  <a:lnTo>
                    <a:pt x="260510" y="550408"/>
                  </a:lnTo>
                  <a:lnTo>
                    <a:pt x="264078" y="549069"/>
                  </a:lnTo>
                  <a:lnTo>
                    <a:pt x="267647" y="547942"/>
                  </a:lnTo>
                  <a:lnTo>
                    <a:pt x="271216" y="546771"/>
                  </a:lnTo>
                  <a:lnTo>
                    <a:pt x="274784" y="545957"/>
                  </a:lnTo>
                  <a:lnTo>
                    <a:pt x="278353" y="544365"/>
                  </a:lnTo>
                  <a:lnTo>
                    <a:pt x="281921" y="542607"/>
                  </a:lnTo>
                  <a:lnTo>
                    <a:pt x="285490" y="541606"/>
                  </a:lnTo>
                  <a:lnTo>
                    <a:pt x="289059" y="540406"/>
                  </a:lnTo>
                  <a:lnTo>
                    <a:pt x="292627" y="539017"/>
                  </a:lnTo>
                  <a:lnTo>
                    <a:pt x="296196" y="537442"/>
                  </a:lnTo>
                  <a:lnTo>
                    <a:pt x="299765" y="536390"/>
                  </a:lnTo>
                  <a:lnTo>
                    <a:pt x="303333" y="534520"/>
                  </a:lnTo>
                  <a:lnTo>
                    <a:pt x="306902" y="533206"/>
                  </a:lnTo>
                  <a:lnTo>
                    <a:pt x="310470" y="531524"/>
                  </a:lnTo>
                  <a:lnTo>
                    <a:pt x="314039" y="529590"/>
                  </a:lnTo>
                  <a:lnTo>
                    <a:pt x="317608" y="527788"/>
                  </a:lnTo>
                  <a:lnTo>
                    <a:pt x="321176" y="525991"/>
                  </a:lnTo>
                  <a:lnTo>
                    <a:pt x="324745" y="524081"/>
                  </a:lnTo>
                  <a:lnTo>
                    <a:pt x="328314" y="522209"/>
                  </a:lnTo>
                  <a:lnTo>
                    <a:pt x="331882" y="520301"/>
                  </a:lnTo>
                  <a:lnTo>
                    <a:pt x="335451" y="518901"/>
                  </a:lnTo>
                  <a:lnTo>
                    <a:pt x="339020" y="517063"/>
                  </a:lnTo>
                  <a:lnTo>
                    <a:pt x="342588" y="515376"/>
                  </a:lnTo>
                  <a:lnTo>
                    <a:pt x="346157" y="513127"/>
                  </a:lnTo>
                  <a:lnTo>
                    <a:pt x="349725" y="511136"/>
                  </a:lnTo>
                  <a:lnTo>
                    <a:pt x="353294" y="509338"/>
                  </a:lnTo>
                  <a:lnTo>
                    <a:pt x="356863" y="507586"/>
                  </a:lnTo>
                  <a:lnTo>
                    <a:pt x="360431" y="505880"/>
                  </a:lnTo>
                  <a:lnTo>
                    <a:pt x="364000" y="504182"/>
                  </a:lnTo>
                  <a:lnTo>
                    <a:pt x="367569" y="502214"/>
                  </a:lnTo>
                  <a:lnTo>
                    <a:pt x="371137" y="499982"/>
                  </a:lnTo>
                  <a:lnTo>
                    <a:pt x="374706" y="497787"/>
                  </a:lnTo>
                  <a:lnTo>
                    <a:pt x="378274" y="495596"/>
                  </a:lnTo>
                  <a:lnTo>
                    <a:pt x="381843" y="492970"/>
                  </a:lnTo>
                  <a:lnTo>
                    <a:pt x="385412" y="490659"/>
                  </a:lnTo>
                  <a:lnTo>
                    <a:pt x="388980" y="488876"/>
                  </a:lnTo>
                  <a:lnTo>
                    <a:pt x="392549" y="487141"/>
                  </a:lnTo>
                  <a:lnTo>
                    <a:pt x="396118" y="484923"/>
                  </a:lnTo>
                  <a:lnTo>
                    <a:pt x="399686" y="482517"/>
                  </a:lnTo>
                  <a:lnTo>
                    <a:pt x="403255" y="480100"/>
                  </a:lnTo>
                  <a:lnTo>
                    <a:pt x="406824" y="478420"/>
                  </a:lnTo>
                  <a:lnTo>
                    <a:pt x="410392" y="475982"/>
                  </a:lnTo>
                  <a:lnTo>
                    <a:pt x="413961" y="473575"/>
                  </a:lnTo>
                  <a:lnTo>
                    <a:pt x="417529" y="470962"/>
                  </a:lnTo>
                  <a:lnTo>
                    <a:pt x="421098" y="468455"/>
                  </a:lnTo>
                  <a:lnTo>
                    <a:pt x="424667" y="465927"/>
                  </a:lnTo>
                  <a:lnTo>
                    <a:pt x="428235" y="463386"/>
                  </a:lnTo>
                  <a:lnTo>
                    <a:pt x="431804" y="460621"/>
                  </a:lnTo>
                  <a:lnTo>
                    <a:pt x="435373" y="457904"/>
                  </a:lnTo>
                  <a:lnTo>
                    <a:pt x="438941" y="455476"/>
                  </a:lnTo>
                  <a:lnTo>
                    <a:pt x="442510" y="452781"/>
                  </a:lnTo>
                  <a:lnTo>
                    <a:pt x="446078" y="450437"/>
                  </a:lnTo>
                  <a:lnTo>
                    <a:pt x="449647" y="447884"/>
                  </a:lnTo>
                  <a:lnTo>
                    <a:pt x="453216" y="445461"/>
                  </a:lnTo>
                  <a:lnTo>
                    <a:pt x="456784" y="442613"/>
                  </a:lnTo>
                  <a:lnTo>
                    <a:pt x="460353" y="439771"/>
                  </a:lnTo>
                  <a:lnTo>
                    <a:pt x="463922" y="436077"/>
                  </a:lnTo>
                  <a:lnTo>
                    <a:pt x="467490" y="433566"/>
                  </a:lnTo>
                  <a:lnTo>
                    <a:pt x="471059" y="429800"/>
                  </a:lnTo>
                  <a:lnTo>
                    <a:pt x="474628" y="427137"/>
                  </a:lnTo>
                  <a:lnTo>
                    <a:pt x="478196" y="424428"/>
                  </a:lnTo>
                  <a:lnTo>
                    <a:pt x="481765" y="421584"/>
                  </a:lnTo>
                  <a:lnTo>
                    <a:pt x="485333" y="418449"/>
                  </a:lnTo>
                  <a:lnTo>
                    <a:pt x="488902" y="415142"/>
                  </a:lnTo>
                  <a:lnTo>
                    <a:pt x="492471" y="411423"/>
                  </a:lnTo>
                  <a:lnTo>
                    <a:pt x="496039" y="408162"/>
                  </a:lnTo>
                  <a:lnTo>
                    <a:pt x="499608" y="404497"/>
                  </a:lnTo>
                  <a:lnTo>
                    <a:pt x="503177" y="401105"/>
                  </a:lnTo>
                  <a:lnTo>
                    <a:pt x="506745" y="397336"/>
                  </a:lnTo>
                  <a:lnTo>
                    <a:pt x="510314" y="393772"/>
                  </a:lnTo>
                  <a:lnTo>
                    <a:pt x="513882" y="389986"/>
                  </a:lnTo>
                  <a:lnTo>
                    <a:pt x="517451" y="385760"/>
                  </a:lnTo>
                  <a:lnTo>
                    <a:pt x="521020" y="381700"/>
                  </a:lnTo>
                  <a:lnTo>
                    <a:pt x="524588" y="377529"/>
                  </a:lnTo>
                  <a:lnTo>
                    <a:pt x="528157" y="374392"/>
                  </a:lnTo>
                  <a:lnTo>
                    <a:pt x="531726" y="370855"/>
                  </a:lnTo>
                  <a:lnTo>
                    <a:pt x="535294" y="367082"/>
                  </a:lnTo>
                  <a:lnTo>
                    <a:pt x="538863" y="363108"/>
                  </a:lnTo>
                  <a:lnTo>
                    <a:pt x="542432" y="360167"/>
                  </a:lnTo>
                  <a:lnTo>
                    <a:pt x="546000" y="355742"/>
                  </a:lnTo>
                  <a:lnTo>
                    <a:pt x="549569" y="351189"/>
                  </a:lnTo>
                  <a:lnTo>
                    <a:pt x="553137" y="347339"/>
                  </a:lnTo>
                  <a:lnTo>
                    <a:pt x="556706" y="342886"/>
                  </a:lnTo>
                  <a:lnTo>
                    <a:pt x="560275" y="338627"/>
                  </a:lnTo>
                  <a:lnTo>
                    <a:pt x="563843" y="334561"/>
                  </a:lnTo>
                  <a:lnTo>
                    <a:pt x="567412" y="330554"/>
                  </a:lnTo>
                  <a:lnTo>
                    <a:pt x="570981" y="326388"/>
                  </a:lnTo>
                  <a:lnTo>
                    <a:pt x="574549" y="321976"/>
                  </a:lnTo>
                  <a:lnTo>
                    <a:pt x="578118" y="317911"/>
                  </a:lnTo>
                  <a:lnTo>
                    <a:pt x="581686" y="313399"/>
                  </a:lnTo>
                  <a:lnTo>
                    <a:pt x="585255" y="309747"/>
                  </a:lnTo>
                  <a:lnTo>
                    <a:pt x="588824" y="305820"/>
                  </a:lnTo>
                  <a:lnTo>
                    <a:pt x="592392" y="302035"/>
                  </a:lnTo>
                  <a:lnTo>
                    <a:pt x="595961" y="298358"/>
                  </a:lnTo>
                  <a:lnTo>
                    <a:pt x="599530" y="294132"/>
                  </a:lnTo>
                  <a:lnTo>
                    <a:pt x="603098" y="289837"/>
                  </a:lnTo>
                  <a:lnTo>
                    <a:pt x="606667" y="285499"/>
                  </a:lnTo>
                  <a:lnTo>
                    <a:pt x="610236" y="281790"/>
                  </a:lnTo>
                  <a:lnTo>
                    <a:pt x="613804" y="278301"/>
                  </a:lnTo>
                  <a:lnTo>
                    <a:pt x="617373" y="273588"/>
                  </a:lnTo>
                  <a:lnTo>
                    <a:pt x="620941" y="268916"/>
                  </a:lnTo>
                  <a:lnTo>
                    <a:pt x="624510" y="264450"/>
                  </a:lnTo>
                  <a:lnTo>
                    <a:pt x="628079" y="260567"/>
                  </a:lnTo>
                  <a:lnTo>
                    <a:pt x="631647" y="256554"/>
                  </a:lnTo>
                  <a:lnTo>
                    <a:pt x="635216" y="252098"/>
                  </a:lnTo>
                  <a:lnTo>
                    <a:pt x="638785" y="248102"/>
                  </a:lnTo>
                  <a:lnTo>
                    <a:pt x="642353" y="243144"/>
                  </a:lnTo>
                  <a:lnTo>
                    <a:pt x="645922" y="238551"/>
                  </a:lnTo>
                  <a:lnTo>
                    <a:pt x="649490" y="234567"/>
                  </a:lnTo>
                  <a:lnTo>
                    <a:pt x="653059" y="230565"/>
                  </a:lnTo>
                  <a:lnTo>
                    <a:pt x="656628" y="226610"/>
                  </a:lnTo>
                  <a:lnTo>
                    <a:pt x="660196" y="222416"/>
                  </a:lnTo>
                  <a:lnTo>
                    <a:pt x="663765" y="218243"/>
                  </a:lnTo>
                  <a:lnTo>
                    <a:pt x="667334" y="213659"/>
                  </a:lnTo>
                  <a:lnTo>
                    <a:pt x="670902" y="209043"/>
                  </a:lnTo>
                  <a:lnTo>
                    <a:pt x="674471" y="203662"/>
                  </a:lnTo>
                  <a:lnTo>
                    <a:pt x="678040" y="198301"/>
                  </a:lnTo>
                  <a:lnTo>
                    <a:pt x="681608" y="193254"/>
                  </a:lnTo>
                  <a:lnTo>
                    <a:pt x="685177" y="188548"/>
                  </a:lnTo>
                  <a:lnTo>
                    <a:pt x="688745" y="184295"/>
                  </a:lnTo>
                  <a:lnTo>
                    <a:pt x="692314" y="179818"/>
                  </a:lnTo>
                  <a:lnTo>
                    <a:pt x="695883" y="176103"/>
                  </a:lnTo>
                  <a:lnTo>
                    <a:pt x="699451" y="171560"/>
                  </a:lnTo>
                  <a:lnTo>
                    <a:pt x="703020" y="166743"/>
                  </a:lnTo>
                  <a:lnTo>
                    <a:pt x="706589" y="162202"/>
                  </a:lnTo>
                  <a:lnTo>
                    <a:pt x="710157" y="157869"/>
                  </a:lnTo>
                  <a:lnTo>
                    <a:pt x="713726" y="153308"/>
                  </a:lnTo>
                  <a:lnTo>
                    <a:pt x="717294" y="149515"/>
                  </a:lnTo>
                  <a:lnTo>
                    <a:pt x="720863" y="145788"/>
                  </a:lnTo>
                  <a:lnTo>
                    <a:pt x="724432" y="141710"/>
                  </a:lnTo>
                  <a:lnTo>
                    <a:pt x="728000" y="137076"/>
                  </a:lnTo>
                  <a:lnTo>
                    <a:pt x="731569" y="132559"/>
                  </a:lnTo>
                  <a:lnTo>
                    <a:pt x="735138" y="127916"/>
                  </a:lnTo>
                  <a:lnTo>
                    <a:pt x="738706" y="123618"/>
                  </a:lnTo>
                  <a:lnTo>
                    <a:pt x="742275" y="120257"/>
                  </a:lnTo>
                  <a:lnTo>
                    <a:pt x="745844" y="116922"/>
                  </a:lnTo>
                  <a:lnTo>
                    <a:pt x="749412" y="112819"/>
                  </a:lnTo>
                  <a:lnTo>
                    <a:pt x="752981" y="109080"/>
                  </a:lnTo>
                  <a:lnTo>
                    <a:pt x="756549" y="104732"/>
                  </a:lnTo>
                  <a:lnTo>
                    <a:pt x="760118" y="100668"/>
                  </a:lnTo>
                  <a:lnTo>
                    <a:pt x="763687" y="96945"/>
                  </a:lnTo>
                  <a:lnTo>
                    <a:pt x="767255" y="92248"/>
                  </a:lnTo>
                  <a:lnTo>
                    <a:pt x="770824" y="87891"/>
                  </a:lnTo>
                  <a:lnTo>
                    <a:pt x="774393" y="84042"/>
                  </a:lnTo>
                  <a:lnTo>
                    <a:pt x="777961" y="80458"/>
                  </a:lnTo>
                  <a:lnTo>
                    <a:pt x="781530" y="76682"/>
                  </a:lnTo>
                  <a:lnTo>
                    <a:pt x="785098" y="72618"/>
                  </a:lnTo>
                  <a:lnTo>
                    <a:pt x="788667" y="68858"/>
                  </a:lnTo>
                  <a:lnTo>
                    <a:pt x="792236" y="65118"/>
                  </a:lnTo>
                  <a:lnTo>
                    <a:pt x="795804" y="61397"/>
                  </a:lnTo>
                  <a:lnTo>
                    <a:pt x="799373" y="57710"/>
                  </a:lnTo>
                  <a:lnTo>
                    <a:pt x="802942" y="53794"/>
                  </a:lnTo>
                  <a:lnTo>
                    <a:pt x="806510" y="49743"/>
                  </a:lnTo>
                  <a:lnTo>
                    <a:pt x="810079" y="45096"/>
                  </a:lnTo>
                  <a:lnTo>
                    <a:pt x="813648" y="40805"/>
                  </a:lnTo>
                  <a:lnTo>
                    <a:pt x="817216" y="36877"/>
                  </a:lnTo>
                  <a:lnTo>
                    <a:pt x="820785" y="33064"/>
                  </a:lnTo>
                  <a:lnTo>
                    <a:pt x="824353" y="29282"/>
                  </a:lnTo>
                  <a:lnTo>
                    <a:pt x="827922" y="25535"/>
                  </a:lnTo>
                  <a:lnTo>
                    <a:pt x="831491" y="21551"/>
                  </a:lnTo>
                  <a:lnTo>
                    <a:pt x="835059" y="17715"/>
                  </a:lnTo>
                  <a:lnTo>
                    <a:pt x="838628" y="14466"/>
                  </a:lnTo>
                  <a:lnTo>
                    <a:pt x="842197" y="10634"/>
                  </a:lnTo>
                  <a:lnTo>
                    <a:pt x="845765" y="6839"/>
                  </a:lnTo>
                  <a:lnTo>
                    <a:pt x="849334" y="3275"/>
                  </a:lnTo>
                  <a:lnTo>
                    <a:pt x="85290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675466" y="5101349"/>
              <a:ext cx="852902" cy="305667"/>
            </a:xfrm>
            <a:custGeom>
              <a:avLst/>
              <a:pathLst>
                <a:path w="852902" h="305667">
                  <a:moveTo>
                    <a:pt x="852902" y="0"/>
                  </a:moveTo>
                  <a:lnTo>
                    <a:pt x="849334" y="1643"/>
                  </a:lnTo>
                  <a:lnTo>
                    <a:pt x="845765" y="2509"/>
                  </a:lnTo>
                  <a:lnTo>
                    <a:pt x="842197" y="3374"/>
                  </a:lnTo>
                  <a:lnTo>
                    <a:pt x="838628" y="5572"/>
                  </a:lnTo>
                  <a:lnTo>
                    <a:pt x="835059" y="7908"/>
                  </a:lnTo>
                  <a:lnTo>
                    <a:pt x="831491" y="9475"/>
                  </a:lnTo>
                  <a:lnTo>
                    <a:pt x="827922" y="10467"/>
                  </a:lnTo>
                  <a:lnTo>
                    <a:pt x="824353" y="12314"/>
                  </a:lnTo>
                  <a:lnTo>
                    <a:pt x="820785" y="13554"/>
                  </a:lnTo>
                  <a:lnTo>
                    <a:pt x="817216" y="14786"/>
                  </a:lnTo>
                  <a:lnTo>
                    <a:pt x="813648" y="16015"/>
                  </a:lnTo>
                  <a:lnTo>
                    <a:pt x="810079" y="17242"/>
                  </a:lnTo>
                  <a:lnTo>
                    <a:pt x="806510" y="18640"/>
                  </a:lnTo>
                  <a:lnTo>
                    <a:pt x="802942" y="19840"/>
                  </a:lnTo>
                  <a:lnTo>
                    <a:pt x="799373" y="21032"/>
                  </a:lnTo>
                  <a:lnTo>
                    <a:pt x="795804" y="22121"/>
                  </a:lnTo>
                  <a:lnTo>
                    <a:pt x="792236" y="23334"/>
                  </a:lnTo>
                  <a:lnTo>
                    <a:pt x="788667" y="24544"/>
                  </a:lnTo>
                  <a:lnTo>
                    <a:pt x="785098" y="25803"/>
                  </a:lnTo>
                  <a:lnTo>
                    <a:pt x="781530" y="26994"/>
                  </a:lnTo>
                  <a:lnTo>
                    <a:pt x="777961" y="28484"/>
                  </a:lnTo>
                  <a:lnTo>
                    <a:pt x="774393" y="29956"/>
                  </a:lnTo>
                  <a:lnTo>
                    <a:pt x="770824" y="31409"/>
                  </a:lnTo>
                  <a:lnTo>
                    <a:pt x="767255" y="32763"/>
                  </a:lnTo>
                  <a:lnTo>
                    <a:pt x="763687" y="34434"/>
                  </a:lnTo>
                  <a:lnTo>
                    <a:pt x="760118" y="36140"/>
                  </a:lnTo>
                  <a:lnTo>
                    <a:pt x="756549" y="37673"/>
                  </a:lnTo>
                  <a:lnTo>
                    <a:pt x="752981" y="39383"/>
                  </a:lnTo>
                  <a:lnTo>
                    <a:pt x="749412" y="40670"/>
                  </a:lnTo>
                  <a:lnTo>
                    <a:pt x="745844" y="41970"/>
                  </a:lnTo>
                  <a:lnTo>
                    <a:pt x="742275" y="43825"/>
                  </a:lnTo>
                  <a:lnTo>
                    <a:pt x="738706" y="45685"/>
                  </a:lnTo>
                  <a:lnTo>
                    <a:pt x="735138" y="47525"/>
                  </a:lnTo>
                  <a:lnTo>
                    <a:pt x="731569" y="48976"/>
                  </a:lnTo>
                  <a:lnTo>
                    <a:pt x="728000" y="50362"/>
                  </a:lnTo>
                  <a:lnTo>
                    <a:pt x="724432" y="51390"/>
                  </a:lnTo>
                  <a:lnTo>
                    <a:pt x="720863" y="52340"/>
                  </a:lnTo>
                  <a:lnTo>
                    <a:pt x="717294" y="53287"/>
                  </a:lnTo>
                  <a:lnTo>
                    <a:pt x="713726" y="54570"/>
                  </a:lnTo>
                  <a:lnTo>
                    <a:pt x="710157" y="55761"/>
                  </a:lnTo>
                  <a:lnTo>
                    <a:pt x="706589" y="57149"/>
                  </a:lnTo>
                  <a:lnTo>
                    <a:pt x="703020" y="58525"/>
                  </a:lnTo>
                  <a:lnTo>
                    <a:pt x="699451" y="59473"/>
                  </a:lnTo>
                  <a:lnTo>
                    <a:pt x="695883" y="60815"/>
                  </a:lnTo>
                  <a:lnTo>
                    <a:pt x="692314" y="62384"/>
                  </a:lnTo>
                  <a:lnTo>
                    <a:pt x="688745" y="63426"/>
                  </a:lnTo>
                  <a:lnTo>
                    <a:pt x="685177" y="64467"/>
                  </a:lnTo>
                  <a:lnTo>
                    <a:pt x="681608" y="66285"/>
                  </a:lnTo>
                  <a:lnTo>
                    <a:pt x="678040" y="67740"/>
                  </a:lnTo>
                  <a:lnTo>
                    <a:pt x="674471" y="69453"/>
                  </a:lnTo>
                  <a:lnTo>
                    <a:pt x="670902" y="70369"/>
                  </a:lnTo>
                  <a:lnTo>
                    <a:pt x="667334" y="71872"/>
                  </a:lnTo>
                  <a:lnTo>
                    <a:pt x="663765" y="73392"/>
                  </a:lnTo>
                  <a:lnTo>
                    <a:pt x="660196" y="74544"/>
                  </a:lnTo>
                  <a:lnTo>
                    <a:pt x="656628" y="76046"/>
                  </a:lnTo>
                  <a:lnTo>
                    <a:pt x="653059" y="77264"/>
                  </a:lnTo>
                  <a:lnTo>
                    <a:pt x="649490" y="78779"/>
                  </a:lnTo>
                  <a:lnTo>
                    <a:pt x="645922" y="80006"/>
                  </a:lnTo>
                  <a:lnTo>
                    <a:pt x="642353" y="81403"/>
                  </a:lnTo>
                  <a:lnTo>
                    <a:pt x="638785" y="82707"/>
                  </a:lnTo>
                  <a:lnTo>
                    <a:pt x="635216" y="84184"/>
                  </a:lnTo>
                  <a:lnTo>
                    <a:pt x="631647" y="85575"/>
                  </a:lnTo>
                  <a:lnTo>
                    <a:pt x="628079" y="86597"/>
                  </a:lnTo>
                  <a:lnTo>
                    <a:pt x="624510" y="88307"/>
                  </a:lnTo>
                  <a:lnTo>
                    <a:pt x="620941" y="89876"/>
                  </a:lnTo>
                  <a:lnTo>
                    <a:pt x="617373" y="90783"/>
                  </a:lnTo>
                  <a:lnTo>
                    <a:pt x="613804" y="92130"/>
                  </a:lnTo>
                  <a:lnTo>
                    <a:pt x="610236" y="93515"/>
                  </a:lnTo>
                  <a:lnTo>
                    <a:pt x="606667" y="94838"/>
                  </a:lnTo>
                  <a:lnTo>
                    <a:pt x="603098" y="96424"/>
                  </a:lnTo>
                  <a:lnTo>
                    <a:pt x="599530" y="98121"/>
                  </a:lnTo>
                  <a:lnTo>
                    <a:pt x="595961" y="99182"/>
                  </a:lnTo>
                  <a:lnTo>
                    <a:pt x="592392" y="100796"/>
                  </a:lnTo>
                  <a:lnTo>
                    <a:pt x="588824" y="102167"/>
                  </a:lnTo>
                  <a:lnTo>
                    <a:pt x="585255" y="103843"/>
                  </a:lnTo>
                  <a:lnTo>
                    <a:pt x="581686" y="105687"/>
                  </a:lnTo>
                  <a:lnTo>
                    <a:pt x="578118" y="107481"/>
                  </a:lnTo>
                  <a:lnTo>
                    <a:pt x="574549" y="109263"/>
                  </a:lnTo>
                  <a:lnTo>
                    <a:pt x="570981" y="111034"/>
                  </a:lnTo>
                  <a:lnTo>
                    <a:pt x="567412" y="112665"/>
                  </a:lnTo>
                  <a:lnTo>
                    <a:pt x="563843" y="114396"/>
                  </a:lnTo>
                  <a:lnTo>
                    <a:pt x="560275" y="115935"/>
                  </a:lnTo>
                  <a:lnTo>
                    <a:pt x="556706" y="117269"/>
                  </a:lnTo>
                  <a:lnTo>
                    <a:pt x="553137" y="118719"/>
                  </a:lnTo>
                  <a:lnTo>
                    <a:pt x="549569" y="120299"/>
                  </a:lnTo>
                  <a:lnTo>
                    <a:pt x="546000" y="121801"/>
                  </a:lnTo>
                  <a:lnTo>
                    <a:pt x="542432" y="123750"/>
                  </a:lnTo>
                  <a:lnTo>
                    <a:pt x="538863" y="125461"/>
                  </a:lnTo>
                  <a:lnTo>
                    <a:pt x="535294" y="127012"/>
                  </a:lnTo>
                  <a:lnTo>
                    <a:pt x="531726" y="128921"/>
                  </a:lnTo>
                  <a:lnTo>
                    <a:pt x="528157" y="130336"/>
                  </a:lnTo>
                  <a:lnTo>
                    <a:pt x="524588" y="131821"/>
                  </a:lnTo>
                  <a:lnTo>
                    <a:pt x="521020" y="133404"/>
                  </a:lnTo>
                  <a:lnTo>
                    <a:pt x="517451" y="134797"/>
                  </a:lnTo>
                  <a:lnTo>
                    <a:pt x="513882" y="136170"/>
                  </a:lnTo>
                  <a:lnTo>
                    <a:pt x="510314" y="138105"/>
                  </a:lnTo>
                  <a:lnTo>
                    <a:pt x="506745" y="139809"/>
                  </a:lnTo>
                  <a:lnTo>
                    <a:pt x="503177" y="141432"/>
                  </a:lnTo>
                  <a:lnTo>
                    <a:pt x="499608" y="143049"/>
                  </a:lnTo>
                  <a:lnTo>
                    <a:pt x="496039" y="144235"/>
                  </a:lnTo>
                  <a:lnTo>
                    <a:pt x="492471" y="145896"/>
                  </a:lnTo>
                  <a:lnTo>
                    <a:pt x="488902" y="147913"/>
                  </a:lnTo>
                  <a:lnTo>
                    <a:pt x="485333" y="149029"/>
                  </a:lnTo>
                  <a:lnTo>
                    <a:pt x="481765" y="149989"/>
                  </a:lnTo>
                  <a:lnTo>
                    <a:pt x="478196" y="151662"/>
                  </a:lnTo>
                  <a:lnTo>
                    <a:pt x="474628" y="153353"/>
                  </a:lnTo>
                  <a:lnTo>
                    <a:pt x="471059" y="155062"/>
                  </a:lnTo>
                  <a:lnTo>
                    <a:pt x="467490" y="156837"/>
                  </a:lnTo>
                  <a:lnTo>
                    <a:pt x="463922" y="158369"/>
                  </a:lnTo>
                  <a:lnTo>
                    <a:pt x="460353" y="160217"/>
                  </a:lnTo>
                  <a:lnTo>
                    <a:pt x="456784" y="161845"/>
                  </a:lnTo>
                  <a:lnTo>
                    <a:pt x="453216" y="163683"/>
                  </a:lnTo>
                  <a:lnTo>
                    <a:pt x="449647" y="165404"/>
                  </a:lnTo>
                  <a:lnTo>
                    <a:pt x="446078" y="167141"/>
                  </a:lnTo>
                  <a:lnTo>
                    <a:pt x="442510" y="168826"/>
                  </a:lnTo>
                  <a:lnTo>
                    <a:pt x="438941" y="170523"/>
                  </a:lnTo>
                  <a:lnTo>
                    <a:pt x="435373" y="172203"/>
                  </a:lnTo>
                  <a:lnTo>
                    <a:pt x="431804" y="173869"/>
                  </a:lnTo>
                  <a:lnTo>
                    <a:pt x="428235" y="175621"/>
                  </a:lnTo>
                  <a:lnTo>
                    <a:pt x="424667" y="177297"/>
                  </a:lnTo>
                  <a:lnTo>
                    <a:pt x="421098" y="178920"/>
                  </a:lnTo>
                  <a:lnTo>
                    <a:pt x="417529" y="180467"/>
                  </a:lnTo>
                  <a:lnTo>
                    <a:pt x="413961" y="182154"/>
                  </a:lnTo>
                  <a:lnTo>
                    <a:pt x="410392" y="184011"/>
                  </a:lnTo>
                  <a:lnTo>
                    <a:pt x="406824" y="185871"/>
                  </a:lnTo>
                  <a:lnTo>
                    <a:pt x="403255" y="187120"/>
                  </a:lnTo>
                  <a:lnTo>
                    <a:pt x="399686" y="188859"/>
                  </a:lnTo>
                  <a:lnTo>
                    <a:pt x="396118" y="190553"/>
                  </a:lnTo>
                  <a:lnTo>
                    <a:pt x="392549" y="192204"/>
                  </a:lnTo>
                  <a:lnTo>
                    <a:pt x="388980" y="194190"/>
                  </a:lnTo>
                  <a:lnTo>
                    <a:pt x="385412" y="195755"/>
                  </a:lnTo>
                  <a:lnTo>
                    <a:pt x="381843" y="197607"/>
                  </a:lnTo>
                  <a:lnTo>
                    <a:pt x="378274" y="199089"/>
                  </a:lnTo>
                  <a:lnTo>
                    <a:pt x="374706" y="200477"/>
                  </a:lnTo>
                  <a:lnTo>
                    <a:pt x="371137" y="202370"/>
                  </a:lnTo>
                  <a:lnTo>
                    <a:pt x="367569" y="204336"/>
                  </a:lnTo>
                  <a:lnTo>
                    <a:pt x="364000" y="205959"/>
                  </a:lnTo>
                  <a:lnTo>
                    <a:pt x="360431" y="207510"/>
                  </a:lnTo>
                  <a:lnTo>
                    <a:pt x="356863" y="208868"/>
                  </a:lnTo>
                  <a:lnTo>
                    <a:pt x="353294" y="210549"/>
                  </a:lnTo>
                  <a:lnTo>
                    <a:pt x="349725" y="212118"/>
                  </a:lnTo>
                  <a:lnTo>
                    <a:pt x="346157" y="213531"/>
                  </a:lnTo>
                  <a:lnTo>
                    <a:pt x="342588" y="215276"/>
                  </a:lnTo>
                  <a:lnTo>
                    <a:pt x="339020" y="216787"/>
                  </a:lnTo>
                  <a:lnTo>
                    <a:pt x="335451" y="218305"/>
                  </a:lnTo>
                  <a:lnTo>
                    <a:pt x="331882" y="219413"/>
                  </a:lnTo>
                  <a:lnTo>
                    <a:pt x="328314" y="221087"/>
                  </a:lnTo>
                  <a:lnTo>
                    <a:pt x="324745" y="222775"/>
                  </a:lnTo>
                  <a:lnTo>
                    <a:pt x="321176" y="224235"/>
                  </a:lnTo>
                  <a:lnTo>
                    <a:pt x="317608" y="225786"/>
                  </a:lnTo>
                  <a:lnTo>
                    <a:pt x="314039" y="227178"/>
                  </a:lnTo>
                  <a:lnTo>
                    <a:pt x="310470" y="228679"/>
                  </a:lnTo>
                  <a:lnTo>
                    <a:pt x="306902" y="229646"/>
                  </a:lnTo>
                  <a:lnTo>
                    <a:pt x="303333" y="230874"/>
                  </a:lnTo>
                  <a:lnTo>
                    <a:pt x="299765" y="232528"/>
                  </a:lnTo>
                  <a:lnTo>
                    <a:pt x="296196" y="233833"/>
                  </a:lnTo>
                  <a:lnTo>
                    <a:pt x="292627" y="235381"/>
                  </a:lnTo>
                  <a:lnTo>
                    <a:pt x="289059" y="236562"/>
                  </a:lnTo>
                  <a:lnTo>
                    <a:pt x="285490" y="238054"/>
                  </a:lnTo>
                  <a:lnTo>
                    <a:pt x="281921" y="239387"/>
                  </a:lnTo>
                  <a:lnTo>
                    <a:pt x="278353" y="240689"/>
                  </a:lnTo>
                  <a:lnTo>
                    <a:pt x="274784" y="241847"/>
                  </a:lnTo>
                  <a:lnTo>
                    <a:pt x="271216" y="243190"/>
                  </a:lnTo>
                  <a:lnTo>
                    <a:pt x="267647" y="244629"/>
                  </a:lnTo>
                  <a:lnTo>
                    <a:pt x="264078" y="246033"/>
                  </a:lnTo>
                  <a:lnTo>
                    <a:pt x="260510" y="247320"/>
                  </a:lnTo>
                  <a:lnTo>
                    <a:pt x="256941" y="248588"/>
                  </a:lnTo>
                  <a:lnTo>
                    <a:pt x="253372" y="249726"/>
                  </a:lnTo>
                  <a:lnTo>
                    <a:pt x="249804" y="250861"/>
                  </a:lnTo>
                  <a:lnTo>
                    <a:pt x="246235" y="252075"/>
                  </a:lnTo>
                  <a:lnTo>
                    <a:pt x="242666" y="253270"/>
                  </a:lnTo>
                  <a:lnTo>
                    <a:pt x="239098" y="254370"/>
                  </a:lnTo>
                  <a:lnTo>
                    <a:pt x="235529" y="255566"/>
                  </a:lnTo>
                  <a:lnTo>
                    <a:pt x="231961" y="256659"/>
                  </a:lnTo>
                  <a:lnTo>
                    <a:pt x="228392" y="257863"/>
                  </a:lnTo>
                  <a:lnTo>
                    <a:pt x="224823" y="259004"/>
                  </a:lnTo>
                  <a:lnTo>
                    <a:pt x="221255" y="260205"/>
                  </a:lnTo>
                  <a:lnTo>
                    <a:pt x="217686" y="261318"/>
                  </a:lnTo>
                  <a:lnTo>
                    <a:pt x="214117" y="262288"/>
                  </a:lnTo>
                  <a:lnTo>
                    <a:pt x="210549" y="263367"/>
                  </a:lnTo>
                  <a:lnTo>
                    <a:pt x="206980" y="264475"/>
                  </a:lnTo>
                  <a:lnTo>
                    <a:pt x="203412" y="265443"/>
                  </a:lnTo>
                  <a:lnTo>
                    <a:pt x="199843" y="266540"/>
                  </a:lnTo>
                  <a:lnTo>
                    <a:pt x="196274" y="267643"/>
                  </a:lnTo>
                  <a:lnTo>
                    <a:pt x="192706" y="268643"/>
                  </a:lnTo>
                  <a:lnTo>
                    <a:pt x="189137" y="269639"/>
                  </a:lnTo>
                  <a:lnTo>
                    <a:pt x="185568" y="270591"/>
                  </a:lnTo>
                  <a:lnTo>
                    <a:pt x="182000" y="271477"/>
                  </a:lnTo>
                  <a:lnTo>
                    <a:pt x="178431" y="272344"/>
                  </a:lnTo>
                  <a:lnTo>
                    <a:pt x="174862" y="273195"/>
                  </a:lnTo>
                  <a:lnTo>
                    <a:pt x="171294" y="274038"/>
                  </a:lnTo>
                  <a:lnTo>
                    <a:pt x="167725" y="274960"/>
                  </a:lnTo>
                  <a:lnTo>
                    <a:pt x="164157" y="275974"/>
                  </a:lnTo>
                  <a:lnTo>
                    <a:pt x="160588" y="276761"/>
                  </a:lnTo>
                  <a:lnTo>
                    <a:pt x="157019" y="277704"/>
                  </a:lnTo>
                  <a:lnTo>
                    <a:pt x="153451" y="278599"/>
                  </a:lnTo>
                  <a:lnTo>
                    <a:pt x="149882" y="279479"/>
                  </a:lnTo>
                  <a:lnTo>
                    <a:pt x="146313" y="280301"/>
                  </a:lnTo>
                  <a:lnTo>
                    <a:pt x="142745" y="281149"/>
                  </a:lnTo>
                  <a:lnTo>
                    <a:pt x="139176" y="281982"/>
                  </a:lnTo>
                  <a:lnTo>
                    <a:pt x="135608" y="282845"/>
                  </a:lnTo>
                  <a:lnTo>
                    <a:pt x="132039" y="283748"/>
                  </a:lnTo>
                  <a:lnTo>
                    <a:pt x="128470" y="284561"/>
                  </a:lnTo>
                  <a:lnTo>
                    <a:pt x="124902" y="285332"/>
                  </a:lnTo>
                  <a:lnTo>
                    <a:pt x="121333" y="285992"/>
                  </a:lnTo>
                  <a:lnTo>
                    <a:pt x="117764" y="286692"/>
                  </a:lnTo>
                  <a:lnTo>
                    <a:pt x="114196" y="287467"/>
                  </a:lnTo>
                  <a:lnTo>
                    <a:pt x="110627" y="288281"/>
                  </a:lnTo>
                  <a:lnTo>
                    <a:pt x="107058" y="288987"/>
                  </a:lnTo>
                  <a:lnTo>
                    <a:pt x="103490" y="289682"/>
                  </a:lnTo>
                  <a:lnTo>
                    <a:pt x="99921" y="290362"/>
                  </a:lnTo>
                  <a:lnTo>
                    <a:pt x="96353" y="291033"/>
                  </a:lnTo>
                  <a:lnTo>
                    <a:pt x="92784" y="291697"/>
                  </a:lnTo>
                  <a:lnTo>
                    <a:pt x="89215" y="292318"/>
                  </a:lnTo>
                  <a:lnTo>
                    <a:pt x="85647" y="292961"/>
                  </a:lnTo>
                  <a:lnTo>
                    <a:pt x="82078" y="293604"/>
                  </a:lnTo>
                  <a:lnTo>
                    <a:pt x="78509" y="294256"/>
                  </a:lnTo>
                  <a:lnTo>
                    <a:pt x="74941" y="294839"/>
                  </a:lnTo>
                  <a:lnTo>
                    <a:pt x="71372" y="295466"/>
                  </a:lnTo>
                  <a:lnTo>
                    <a:pt x="67804" y="296029"/>
                  </a:lnTo>
                  <a:lnTo>
                    <a:pt x="64235" y="296567"/>
                  </a:lnTo>
                  <a:lnTo>
                    <a:pt x="60666" y="297130"/>
                  </a:lnTo>
                  <a:lnTo>
                    <a:pt x="57098" y="297673"/>
                  </a:lnTo>
                  <a:lnTo>
                    <a:pt x="53529" y="298222"/>
                  </a:lnTo>
                  <a:lnTo>
                    <a:pt x="49960" y="298808"/>
                  </a:lnTo>
                  <a:lnTo>
                    <a:pt x="46392" y="299383"/>
                  </a:lnTo>
                  <a:lnTo>
                    <a:pt x="42823" y="299967"/>
                  </a:lnTo>
                  <a:lnTo>
                    <a:pt x="39254" y="300542"/>
                  </a:lnTo>
                  <a:lnTo>
                    <a:pt x="35686" y="301098"/>
                  </a:lnTo>
                  <a:lnTo>
                    <a:pt x="32117" y="301573"/>
                  </a:lnTo>
                  <a:lnTo>
                    <a:pt x="28549" y="302092"/>
                  </a:lnTo>
                  <a:lnTo>
                    <a:pt x="24980" y="302584"/>
                  </a:lnTo>
                  <a:lnTo>
                    <a:pt x="21411" y="303087"/>
                  </a:lnTo>
                  <a:lnTo>
                    <a:pt x="17843" y="303585"/>
                  </a:lnTo>
                  <a:lnTo>
                    <a:pt x="14274" y="304023"/>
                  </a:lnTo>
                  <a:lnTo>
                    <a:pt x="10705" y="304439"/>
                  </a:lnTo>
                  <a:lnTo>
                    <a:pt x="7137" y="304882"/>
                  </a:lnTo>
                  <a:lnTo>
                    <a:pt x="3568" y="305314"/>
                  </a:lnTo>
                  <a:lnTo>
                    <a:pt x="0" y="30566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675466" y="4875626"/>
              <a:ext cx="852902" cy="490994"/>
            </a:xfrm>
            <a:custGeom>
              <a:avLst/>
              <a:pathLst>
                <a:path w="852902" h="490994">
                  <a:moveTo>
                    <a:pt x="0" y="490994"/>
                  </a:moveTo>
                  <a:lnTo>
                    <a:pt x="3568" y="490340"/>
                  </a:lnTo>
                  <a:lnTo>
                    <a:pt x="7137" y="489678"/>
                  </a:lnTo>
                  <a:lnTo>
                    <a:pt x="10705" y="489009"/>
                  </a:lnTo>
                  <a:lnTo>
                    <a:pt x="14274" y="488332"/>
                  </a:lnTo>
                  <a:lnTo>
                    <a:pt x="17843" y="487648"/>
                  </a:lnTo>
                  <a:lnTo>
                    <a:pt x="21411" y="486957"/>
                  </a:lnTo>
                  <a:lnTo>
                    <a:pt x="24980" y="486258"/>
                  </a:lnTo>
                  <a:lnTo>
                    <a:pt x="28549" y="485551"/>
                  </a:lnTo>
                  <a:lnTo>
                    <a:pt x="32117" y="484836"/>
                  </a:lnTo>
                  <a:lnTo>
                    <a:pt x="35686" y="484114"/>
                  </a:lnTo>
                  <a:lnTo>
                    <a:pt x="39254" y="483383"/>
                  </a:lnTo>
                  <a:lnTo>
                    <a:pt x="42823" y="482645"/>
                  </a:lnTo>
                  <a:lnTo>
                    <a:pt x="46392" y="481898"/>
                  </a:lnTo>
                  <a:lnTo>
                    <a:pt x="49960" y="481143"/>
                  </a:lnTo>
                  <a:lnTo>
                    <a:pt x="53529" y="480380"/>
                  </a:lnTo>
                  <a:lnTo>
                    <a:pt x="57098" y="479609"/>
                  </a:lnTo>
                  <a:lnTo>
                    <a:pt x="60666" y="478829"/>
                  </a:lnTo>
                  <a:lnTo>
                    <a:pt x="64235" y="478041"/>
                  </a:lnTo>
                  <a:lnTo>
                    <a:pt x="67804" y="477243"/>
                  </a:lnTo>
                  <a:lnTo>
                    <a:pt x="71372" y="476438"/>
                  </a:lnTo>
                  <a:lnTo>
                    <a:pt x="74941" y="475623"/>
                  </a:lnTo>
                  <a:lnTo>
                    <a:pt x="78509" y="474800"/>
                  </a:lnTo>
                  <a:lnTo>
                    <a:pt x="82078" y="473967"/>
                  </a:lnTo>
                  <a:lnTo>
                    <a:pt x="85647" y="473126"/>
                  </a:lnTo>
                  <a:lnTo>
                    <a:pt x="89215" y="472275"/>
                  </a:lnTo>
                  <a:lnTo>
                    <a:pt x="92784" y="471415"/>
                  </a:lnTo>
                  <a:lnTo>
                    <a:pt x="96353" y="470546"/>
                  </a:lnTo>
                  <a:lnTo>
                    <a:pt x="99921" y="469667"/>
                  </a:lnTo>
                  <a:lnTo>
                    <a:pt x="103490" y="468779"/>
                  </a:lnTo>
                  <a:lnTo>
                    <a:pt x="107058" y="467881"/>
                  </a:lnTo>
                  <a:lnTo>
                    <a:pt x="110627" y="466974"/>
                  </a:lnTo>
                  <a:lnTo>
                    <a:pt x="114196" y="466056"/>
                  </a:lnTo>
                  <a:lnTo>
                    <a:pt x="117764" y="465129"/>
                  </a:lnTo>
                  <a:lnTo>
                    <a:pt x="121333" y="464192"/>
                  </a:lnTo>
                  <a:lnTo>
                    <a:pt x="124902" y="463244"/>
                  </a:lnTo>
                  <a:lnTo>
                    <a:pt x="128470" y="462287"/>
                  </a:lnTo>
                  <a:lnTo>
                    <a:pt x="132039" y="461319"/>
                  </a:lnTo>
                  <a:lnTo>
                    <a:pt x="135608" y="460341"/>
                  </a:lnTo>
                  <a:lnTo>
                    <a:pt x="139176" y="459352"/>
                  </a:lnTo>
                  <a:lnTo>
                    <a:pt x="142745" y="458353"/>
                  </a:lnTo>
                  <a:lnTo>
                    <a:pt x="146313" y="457343"/>
                  </a:lnTo>
                  <a:lnTo>
                    <a:pt x="149882" y="456322"/>
                  </a:lnTo>
                  <a:lnTo>
                    <a:pt x="153451" y="455290"/>
                  </a:lnTo>
                  <a:lnTo>
                    <a:pt x="157019" y="454248"/>
                  </a:lnTo>
                  <a:lnTo>
                    <a:pt x="160588" y="453194"/>
                  </a:lnTo>
                  <a:lnTo>
                    <a:pt x="164157" y="452129"/>
                  </a:lnTo>
                  <a:lnTo>
                    <a:pt x="167725" y="451053"/>
                  </a:lnTo>
                  <a:lnTo>
                    <a:pt x="171294" y="449966"/>
                  </a:lnTo>
                  <a:lnTo>
                    <a:pt x="174862" y="448867"/>
                  </a:lnTo>
                  <a:lnTo>
                    <a:pt x="178431" y="447756"/>
                  </a:lnTo>
                  <a:lnTo>
                    <a:pt x="182000" y="446634"/>
                  </a:lnTo>
                  <a:lnTo>
                    <a:pt x="185568" y="445500"/>
                  </a:lnTo>
                  <a:lnTo>
                    <a:pt x="189137" y="444354"/>
                  </a:lnTo>
                  <a:lnTo>
                    <a:pt x="192706" y="443197"/>
                  </a:lnTo>
                  <a:lnTo>
                    <a:pt x="196274" y="442027"/>
                  </a:lnTo>
                  <a:lnTo>
                    <a:pt x="199843" y="440845"/>
                  </a:lnTo>
                  <a:lnTo>
                    <a:pt x="203412" y="439651"/>
                  </a:lnTo>
                  <a:lnTo>
                    <a:pt x="206980" y="438444"/>
                  </a:lnTo>
                  <a:lnTo>
                    <a:pt x="210549" y="437225"/>
                  </a:lnTo>
                  <a:lnTo>
                    <a:pt x="214117" y="435993"/>
                  </a:lnTo>
                  <a:lnTo>
                    <a:pt x="217686" y="434749"/>
                  </a:lnTo>
                  <a:lnTo>
                    <a:pt x="221255" y="433492"/>
                  </a:lnTo>
                  <a:lnTo>
                    <a:pt x="224823" y="432222"/>
                  </a:lnTo>
                  <a:lnTo>
                    <a:pt x="228392" y="430939"/>
                  </a:lnTo>
                  <a:lnTo>
                    <a:pt x="231961" y="429643"/>
                  </a:lnTo>
                  <a:lnTo>
                    <a:pt x="235529" y="428334"/>
                  </a:lnTo>
                  <a:lnTo>
                    <a:pt x="239098" y="427011"/>
                  </a:lnTo>
                  <a:lnTo>
                    <a:pt x="242666" y="425676"/>
                  </a:lnTo>
                  <a:lnTo>
                    <a:pt x="246235" y="424326"/>
                  </a:lnTo>
                  <a:lnTo>
                    <a:pt x="249804" y="422964"/>
                  </a:lnTo>
                  <a:lnTo>
                    <a:pt x="253372" y="421587"/>
                  </a:lnTo>
                  <a:lnTo>
                    <a:pt x="256941" y="420197"/>
                  </a:lnTo>
                  <a:lnTo>
                    <a:pt x="260510" y="418793"/>
                  </a:lnTo>
                  <a:lnTo>
                    <a:pt x="264078" y="417375"/>
                  </a:lnTo>
                  <a:lnTo>
                    <a:pt x="267647" y="415943"/>
                  </a:lnTo>
                  <a:lnTo>
                    <a:pt x="271216" y="414497"/>
                  </a:lnTo>
                  <a:lnTo>
                    <a:pt x="274784" y="413037"/>
                  </a:lnTo>
                  <a:lnTo>
                    <a:pt x="278353" y="411562"/>
                  </a:lnTo>
                  <a:lnTo>
                    <a:pt x="281921" y="410073"/>
                  </a:lnTo>
                  <a:lnTo>
                    <a:pt x="285490" y="408569"/>
                  </a:lnTo>
                  <a:lnTo>
                    <a:pt x="289059" y="407051"/>
                  </a:lnTo>
                  <a:lnTo>
                    <a:pt x="292627" y="405519"/>
                  </a:lnTo>
                  <a:lnTo>
                    <a:pt x="296196" y="403971"/>
                  </a:lnTo>
                  <a:lnTo>
                    <a:pt x="299765" y="402409"/>
                  </a:lnTo>
                  <a:lnTo>
                    <a:pt x="303333" y="400832"/>
                  </a:lnTo>
                  <a:lnTo>
                    <a:pt x="306902" y="399239"/>
                  </a:lnTo>
                  <a:lnTo>
                    <a:pt x="310470" y="397632"/>
                  </a:lnTo>
                  <a:lnTo>
                    <a:pt x="314039" y="396010"/>
                  </a:lnTo>
                  <a:lnTo>
                    <a:pt x="317608" y="394372"/>
                  </a:lnTo>
                  <a:lnTo>
                    <a:pt x="321176" y="392719"/>
                  </a:lnTo>
                  <a:lnTo>
                    <a:pt x="324745" y="391051"/>
                  </a:lnTo>
                  <a:lnTo>
                    <a:pt x="328314" y="389367"/>
                  </a:lnTo>
                  <a:lnTo>
                    <a:pt x="331882" y="387668"/>
                  </a:lnTo>
                  <a:lnTo>
                    <a:pt x="335451" y="385953"/>
                  </a:lnTo>
                  <a:lnTo>
                    <a:pt x="339020" y="384222"/>
                  </a:lnTo>
                  <a:lnTo>
                    <a:pt x="342588" y="382476"/>
                  </a:lnTo>
                  <a:lnTo>
                    <a:pt x="346157" y="380714"/>
                  </a:lnTo>
                  <a:lnTo>
                    <a:pt x="349725" y="378936"/>
                  </a:lnTo>
                  <a:lnTo>
                    <a:pt x="353294" y="377142"/>
                  </a:lnTo>
                  <a:lnTo>
                    <a:pt x="356863" y="375332"/>
                  </a:lnTo>
                  <a:lnTo>
                    <a:pt x="360431" y="373506"/>
                  </a:lnTo>
                  <a:lnTo>
                    <a:pt x="364000" y="371664"/>
                  </a:lnTo>
                  <a:lnTo>
                    <a:pt x="367569" y="369806"/>
                  </a:lnTo>
                  <a:lnTo>
                    <a:pt x="371137" y="367932"/>
                  </a:lnTo>
                  <a:lnTo>
                    <a:pt x="374706" y="366042"/>
                  </a:lnTo>
                  <a:lnTo>
                    <a:pt x="378274" y="364135"/>
                  </a:lnTo>
                  <a:lnTo>
                    <a:pt x="381843" y="362212"/>
                  </a:lnTo>
                  <a:lnTo>
                    <a:pt x="385412" y="360273"/>
                  </a:lnTo>
                  <a:lnTo>
                    <a:pt x="388980" y="358317"/>
                  </a:lnTo>
                  <a:lnTo>
                    <a:pt x="392549" y="356345"/>
                  </a:lnTo>
                  <a:lnTo>
                    <a:pt x="396118" y="354356"/>
                  </a:lnTo>
                  <a:lnTo>
                    <a:pt x="399686" y="352351"/>
                  </a:lnTo>
                  <a:lnTo>
                    <a:pt x="403255" y="350330"/>
                  </a:lnTo>
                  <a:lnTo>
                    <a:pt x="406824" y="348292"/>
                  </a:lnTo>
                  <a:lnTo>
                    <a:pt x="410392" y="346238"/>
                  </a:lnTo>
                  <a:lnTo>
                    <a:pt x="413961" y="344167"/>
                  </a:lnTo>
                  <a:lnTo>
                    <a:pt x="417529" y="342079"/>
                  </a:lnTo>
                  <a:lnTo>
                    <a:pt x="421098" y="339975"/>
                  </a:lnTo>
                  <a:lnTo>
                    <a:pt x="424667" y="337855"/>
                  </a:lnTo>
                  <a:lnTo>
                    <a:pt x="428235" y="335718"/>
                  </a:lnTo>
                  <a:lnTo>
                    <a:pt x="431804" y="333564"/>
                  </a:lnTo>
                  <a:lnTo>
                    <a:pt x="435373" y="331394"/>
                  </a:lnTo>
                  <a:lnTo>
                    <a:pt x="438941" y="329208"/>
                  </a:lnTo>
                  <a:lnTo>
                    <a:pt x="442510" y="327005"/>
                  </a:lnTo>
                  <a:lnTo>
                    <a:pt x="446078" y="324785"/>
                  </a:lnTo>
                  <a:lnTo>
                    <a:pt x="449647" y="322549"/>
                  </a:lnTo>
                  <a:lnTo>
                    <a:pt x="453216" y="320297"/>
                  </a:lnTo>
                  <a:lnTo>
                    <a:pt x="456784" y="318028"/>
                  </a:lnTo>
                  <a:lnTo>
                    <a:pt x="460353" y="315743"/>
                  </a:lnTo>
                  <a:lnTo>
                    <a:pt x="463922" y="313442"/>
                  </a:lnTo>
                  <a:lnTo>
                    <a:pt x="467490" y="311125"/>
                  </a:lnTo>
                  <a:lnTo>
                    <a:pt x="471059" y="308791"/>
                  </a:lnTo>
                  <a:lnTo>
                    <a:pt x="474628" y="306441"/>
                  </a:lnTo>
                  <a:lnTo>
                    <a:pt x="478196" y="304075"/>
                  </a:lnTo>
                  <a:lnTo>
                    <a:pt x="481765" y="301693"/>
                  </a:lnTo>
                  <a:lnTo>
                    <a:pt x="485333" y="299295"/>
                  </a:lnTo>
                  <a:lnTo>
                    <a:pt x="488902" y="296882"/>
                  </a:lnTo>
                  <a:lnTo>
                    <a:pt x="492471" y="294452"/>
                  </a:lnTo>
                  <a:lnTo>
                    <a:pt x="496039" y="292007"/>
                  </a:lnTo>
                  <a:lnTo>
                    <a:pt x="499608" y="289546"/>
                  </a:lnTo>
                  <a:lnTo>
                    <a:pt x="503177" y="287069"/>
                  </a:lnTo>
                  <a:lnTo>
                    <a:pt x="506745" y="284577"/>
                  </a:lnTo>
                  <a:lnTo>
                    <a:pt x="510314" y="282070"/>
                  </a:lnTo>
                  <a:lnTo>
                    <a:pt x="513882" y="279548"/>
                  </a:lnTo>
                  <a:lnTo>
                    <a:pt x="517451" y="277010"/>
                  </a:lnTo>
                  <a:lnTo>
                    <a:pt x="521020" y="274458"/>
                  </a:lnTo>
                  <a:lnTo>
                    <a:pt x="524588" y="271890"/>
                  </a:lnTo>
                  <a:lnTo>
                    <a:pt x="528157" y="269308"/>
                  </a:lnTo>
                  <a:lnTo>
                    <a:pt x="531726" y="266711"/>
                  </a:lnTo>
                  <a:lnTo>
                    <a:pt x="535294" y="264100"/>
                  </a:lnTo>
                  <a:lnTo>
                    <a:pt x="538863" y="261474"/>
                  </a:lnTo>
                  <a:lnTo>
                    <a:pt x="542432" y="258834"/>
                  </a:lnTo>
                  <a:lnTo>
                    <a:pt x="546000" y="256180"/>
                  </a:lnTo>
                  <a:lnTo>
                    <a:pt x="549569" y="253512"/>
                  </a:lnTo>
                  <a:lnTo>
                    <a:pt x="553137" y="250830"/>
                  </a:lnTo>
                  <a:lnTo>
                    <a:pt x="556706" y="248135"/>
                  </a:lnTo>
                  <a:lnTo>
                    <a:pt x="560275" y="245426"/>
                  </a:lnTo>
                  <a:lnTo>
                    <a:pt x="563843" y="242704"/>
                  </a:lnTo>
                  <a:lnTo>
                    <a:pt x="567412" y="239969"/>
                  </a:lnTo>
                  <a:lnTo>
                    <a:pt x="570981" y="237221"/>
                  </a:lnTo>
                  <a:lnTo>
                    <a:pt x="574549" y="234460"/>
                  </a:lnTo>
                  <a:lnTo>
                    <a:pt x="578118" y="231686"/>
                  </a:lnTo>
                  <a:lnTo>
                    <a:pt x="581686" y="228901"/>
                  </a:lnTo>
                  <a:lnTo>
                    <a:pt x="585255" y="226103"/>
                  </a:lnTo>
                  <a:lnTo>
                    <a:pt x="588824" y="223293"/>
                  </a:lnTo>
                  <a:lnTo>
                    <a:pt x="592392" y="220471"/>
                  </a:lnTo>
                  <a:lnTo>
                    <a:pt x="595961" y="217638"/>
                  </a:lnTo>
                  <a:lnTo>
                    <a:pt x="599530" y="214794"/>
                  </a:lnTo>
                  <a:lnTo>
                    <a:pt x="603098" y="211938"/>
                  </a:lnTo>
                  <a:lnTo>
                    <a:pt x="606667" y="209072"/>
                  </a:lnTo>
                  <a:lnTo>
                    <a:pt x="610236" y="206195"/>
                  </a:lnTo>
                  <a:lnTo>
                    <a:pt x="613804" y="203307"/>
                  </a:lnTo>
                  <a:lnTo>
                    <a:pt x="617373" y="200410"/>
                  </a:lnTo>
                  <a:lnTo>
                    <a:pt x="620941" y="197502"/>
                  </a:lnTo>
                  <a:lnTo>
                    <a:pt x="624510" y="194584"/>
                  </a:lnTo>
                  <a:lnTo>
                    <a:pt x="628079" y="191657"/>
                  </a:lnTo>
                  <a:lnTo>
                    <a:pt x="631647" y="188721"/>
                  </a:lnTo>
                  <a:lnTo>
                    <a:pt x="635216" y="185776"/>
                  </a:lnTo>
                  <a:lnTo>
                    <a:pt x="638785" y="182822"/>
                  </a:lnTo>
                  <a:lnTo>
                    <a:pt x="642353" y="179860"/>
                  </a:lnTo>
                  <a:lnTo>
                    <a:pt x="645922" y="176889"/>
                  </a:lnTo>
                  <a:lnTo>
                    <a:pt x="649490" y="173911"/>
                  </a:lnTo>
                  <a:lnTo>
                    <a:pt x="653059" y="170924"/>
                  </a:lnTo>
                  <a:lnTo>
                    <a:pt x="656628" y="167931"/>
                  </a:lnTo>
                  <a:lnTo>
                    <a:pt x="660196" y="164930"/>
                  </a:lnTo>
                  <a:lnTo>
                    <a:pt x="663765" y="161922"/>
                  </a:lnTo>
                  <a:lnTo>
                    <a:pt x="667334" y="158908"/>
                  </a:lnTo>
                  <a:lnTo>
                    <a:pt x="670902" y="155887"/>
                  </a:lnTo>
                  <a:lnTo>
                    <a:pt x="674471" y="152860"/>
                  </a:lnTo>
                  <a:lnTo>
                    <a:pt x="678040" y="149827"/>
                  </a:lnTo>
                  <a:lnTo>
                    <a:pt x="681608" y="146789"/>
                  </a:lnTo>
                  <a:lnTo>
                    <a:pt x="685177" y="143746"/>
                  </a:lnTo>
                  <a:lnTo>
                    <a:pt x="688745" y="140697"/>
                  </a:lnTo>
                  <a:lnTo>
                    <a:pt x="692314" y="137644"/>
                  </a:lnTo>
                  <a:lnTo>
                    <a:pt x="695883" y="134587"/>
                  </a:lnTo>
                  <a:lnTo>
                    <a:pt x="699451" y="131525"/>
                  </a:lnTo>
                  <a:lnTo>
                    <a:pt x="703020" y="128460"/>
                  </a:lnTo>
                  <a:lnTo>
                    <a:pt x="706589" y="125391"/>
                  </a:lnTo>
                  <a:lnTo>
                    <a:pt x="710157" y="122319"/>
                  </a:lnTo>
                  <a:lnTo>
                    <a:pt x="713726" y="119244"/>
                  </a:lnTo>
                  <a:lnTo>
                    <a:pt x="717294" y="116166"/>
                  </a:lnTo>
                  <a:lnTo>
                    <a:pt x="720863" y="113086"/>
                  </a:lnTo>
                  <a:lnTo>
                    <a:pt x="724432" y="110003"/>
                  </a:lnTo>
                  <a:lnTo>
                    <a:pt x="728000" y="106919"/>
                  </a:lnTo>
                  <a:lnTo>
                    <a:pt x="731569" y="103833"/>
                  </a:lnTo>
                  <a:lnTo>
                    <a:pt x="735138" y="100747"/>
                  </a:lnTo>
                  <a:lnTo>
                    <a:pt x="738706" y="97659"/>
                  </a:lnTo>
                  <a:lnTo>
                    <a:pt x="742275" y="94570"/>
                  </a:lnTo>
                  <a:lnTo>
                    <a:pt x="745844" y="91481"/>
                  </a:lnTo>
                  <a:lnTo>
                    <a:pt x="749412" y="88393"/>
                  </a:lnTo>
                  <a:lnTo>
                    <a:pt x="752981" y="85304"/>
                  </a:lnTo>
                  <a:lnTo>
                    <a:pt x="756549" y="82216"/>
                  </a:lnTo>
                  <a:lnTo>
                    <a:pt x="760118" y="79128"/>
                  </a:lnTo>
                  <a:lnTo>
                    <a:pt x="763687" y="76042"/>
                  </a:lnTo>
                  <a:lnTo>
                    <a:pt x="767255" y="72956"/>
                  </a:lnTo>
                  <a:lnTo>
                    <a:pt x="770824" y="69873"/>
                  </a:lnTo>
                  <a:lnTo>
                    <a:pt x="774393" y="66791"/>
                  </a:lnTo>
                  <a:lnTo>
                    <a:pt x="777961" y="63712"/>
                  </a:lnTo>
                  <a:lnTo>
                    <a:pt x="781530" y="60635"/>
                  </a:lnTo>
                  <a:lnTo>
                    <a:pt x="785098" y="57560"/>
                  </a:lnTo>
                  <a:lnTo>
                    <a:pt x="788667" y="54489"/>
                  </a:lnTo>
                  <a:lnTo>
                    <a:pt x="792236" y="51420"/>
                  </a:lnTo>
                  <a:lnTo>
                    <a:pt x="795804" y="48356"/>
                  </a:lnTo>
                  <a:lnTo>
                    <a:pt x="799373" y="45295"/>
                  </a:lnTo>
                  <a:lnTo>
                    <a:pt x="802942" y="42238"/>
                  </a:lnTo>
                  <a:lnTo>
                    <a:pt x="806510" y="39185"/>
                  </a:lnTo>
                  <a:lnTo>
                    <a:pt x="810079" y="36137"/>
                  </a:lnTo>
                  <a:lnTo>
                    <a:pt x="813648" y="33093"/>
                  </a:lnTo>
                  <a:lnTo>
                    <a:pt x="817216" y="30055"/>
                  </a:lnTo>
                  <a:lnTo>
                    <a:pt x="820785" y="27022"/>
                  </a:lnTo>
                  <a:lnTo>
                    <a:pt x="824353" y="23994"/>
                  </a:lnTo>
                  <a:lnTo>
                    <a:pt x="827922" y="20972"/>
                  </a:lnTo>
                  <a:lnTo>
                    <a:pt x="831491" y="17956"/>
                  </a:lnTo>
                  <a:lnTo>
                    <a:pt x="835059" y="14947"/>
                  </a:lnTo>
                  <a:lnTo>
                    <a:pt x="838628" y="11943"/>
                  </a:lnTo>
                  <a:lnTo>
                    <a:pt x="842197" y="8947"/>
                  </a:lnTo>
                  <a:lnTo>
                    <a:pt x="845765" y="5957"/>
                  </a:lnTo>
                  <a:lnTo>
                    <a:pt x="849334" y="2975"/>
                  </a:lnTo>
                  <a:lnTo>
                    <a:pt x="852902" y="0"/>
                  </a:lnTo>
                </a:path>
              </a:pathLst>
            </a:custGeom>
            <a:ln w="28456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1148528" y="2238751"/>
              <a:ext cx="938193" cy="4064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3202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1371651" y="2290130"/>
              <a:ext cx="491946" cy="1240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Primary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1287360" y="2440379"/>
              <a:ext cx="660528" cy="124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vegetation</a:t>
              </a:r>
            </a:p>
          </p:txBody>
        </p:sp>
        <p:sp>
          <p:nvSpPr>
            <p:cNvPr id="83" name="rc83"/>
            <p:cNvSpPr/>
            <p:nvPr/>
          </p:nvSpPr>
          <p:spPr>
            <a:xfrm>
              <a:off x="2269601" y="2238751"/>
              <a:ext cx="938193" cy="4064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3202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2401017" y="2287938"/>
              <a:ext cx="675362" cy="1262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Secondary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408433" y="2440379"/>
              <a:ext cx="660528" cy="124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vegetation</a:t>
              </a:r>
            </a:p>
          </p:txBody>
        </p:sp>
        <p:sp>
          <p:nvSpPr>
            <p:cNvPr id="86" name="rc86"/>
            <p:cNvSpPr/>
            <p:nvPr/>
          </p:nvSpPr>
          <p:spPr>
            <a:xfrm>
              <a:off x="3390674" y="2238751"/>
              <a:ext cx="938193" cy="4064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3202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tx87"/>
            <p:cNvSpPr/>
            <p:nvPr/>
          </p:nvSpPr>
          <p:spPr>
            <a:xfrm>
              <a:off x="3507515" y="2289808"/>
              <a:ext cx="704512" cy="124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Agriculture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705731" y="2441540"/>
              <a:ext cx="308079" cy="1232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(low)</a:t>
              </a:r>
            </a:p>
          </p:txBody>
        </p:sp>
        <p:sp>
          <p:nvSpPr>
            <p:cNvPr id="89" name="rc89"/>
            <p:cNvSpPr/>
            <p:nvPr/>
          </p:nvSpPr>
          <p:spPr>
            <a:xfrm>
              <a:off x="4511748" y="2238751"/>
              <a:ext cx="938193" cy="4064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3202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tx90"/>
            <p:cNvSpPr/>
            <p:nvPr/>
          </p:nvSpPr>
          <p:spPr>
            <a:xfrm>
              <a:off x="4628588" y="2289808"/>
              <a:ext cx="704512" cy="124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Agriculture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4797493" y="2439412"/>
              <a:ext cx="366702" cy="1253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(high)</a:t>
              </a:r>
            </a:p>
          </p:txBody>
        </p:sp>
        <p:sp>
          <p:nvSpPr>
            <p:cNvPr id="92" name="rc92"/>
            <p:cNvSpPr/>
            <p:nvPr/>
          </p:nvSpPr>
          <p:spPr>
            <a:xfrm>
              <a:off x="5632821" y="2238751"/>
              <a:ext cx="938193" cy="4064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3202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tx93"/>
            <p:cNvSpPr/>
            <p:nvPr/>
          </p:nvSpPr>
          <p:spPr>
            <a:xfrm>
              <a:off x="5911117" y="2391987"/>
              <a:ext cx="381600" cy="975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Urban</a:t>
              </a:r>
            </a:p>
          </p:txBody>
        </p:sp>
        <p:sp>
          <p:nvSpPr>
            <p:cNvPr id="94" name="rc94"/>
            <p:cNvSpPr/>
            <p:nvPr/>
          </p:nvSpPr>
          <p:spPr>
            <a:xfrm>
              <a:off x="6571014" y="2645185"/>
              <a:ext cx="181212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3202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tx95"/>
            <p:cNvSpPr/>
            <p:nvPr/>
          </p:nvSpPr>
          <p:spPr>
            <a:xfrm>
              <a:off x="7348640" y="2922892"/>
              <a:ext cx="256872" cy="1000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FG1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6636808" y="3046763"/>
              <a:ext cx="1680537" cy="126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slow-history / large-bodied</a:t>
              </a:r>
            </a:p>
          </p:txBody>
        </p:sp>
        <p:sp>
          <p:nvSpPr>
            <p:cNvPr id="97" name="rc97"/>
            <p:cNvSpPr/>
            <p:nvPr/>
          </p:nvSpPr>
          <p:spPr>
            <a:xfrm>
              <a:off x="6571014" y="3639043"/>
              <a:ext cx="181212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3202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tx98"/>
            <p:cNvSpPr/>
            <p:nvPr/>
          </p:nvSpPr>
          <p:spPr>
            <a:xfrm>
              <a:off x="7348640" y="3916750"/>
              <a:ext cx="256872" cy="1000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FG2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6754216" y="4040944"/>
              <a:ext cx="1445721" cy="1264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broad niche / fecundity</a:t>
              </a:r>
            </a:p>
          </p:txBody>
        </p:sp>
        <p:sp>
          <p:nvSpPr>
            <p:cNvPr id="100" name="rc100"/>
            <p:cNvSpPr/>
            <p:nvPr/>
          </p:nvSpPr>
          <p:spPr>
            <a:xfrm>
              <a:off x="6571014" y="4632901"/>
              <a:ext cx="181212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3202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tx101"/>
            <p:cNvSpPr/>
            <p:nvPr/>
          </p:nvSpPr>
          <p:spPr>
            <a:xfrm>
              <a:off x="7348640" y="4910608"/>
              <a:ext cx="256872" cy="1000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FG3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6699010" y="5035576"/>
              <a:ext cx="1556131" cy="1256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restricted / low-dispersal</a:t>
              </a:r>
            </a:p>
          </p:txBody>
        </p:sp>
        <p:sp>
          <p:nvSpPr>
            <p:cNvPr id="103" name="pl103"/>
            <p:cNvSpPr/>
            <p:nvPr/>
          </p:nvSpPr>
          <p:spPr>
            <a:xfrm>
              <a:off x="1148528" y="5443879"/>
              <a:ext cx="938193" cy="0"/>
            </a:xfrm>
            <a:custGeom>
              <a:avLst/>
              <a:pathLst>
                <a:path w="938193" h="0">
                  <a:moveTo>
                    <a:pt x="0" y="0"/>
                  </a:moveTo>
                  <a:lnTo>
                    <a:pt x="938193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1327189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1539312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1751434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1963557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tx108"/>
            <p:cNvSpPr/>
            <p:nvPr/>
          </p:nvSpPr>
          <p:spPr>
            <a:xfrm>
              <a:off x="1268469" y="5520670"/>
              <a:ext cx="117440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1502583" y="5517768"/>
              <a:ext cx="73456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1714706" y="5520670"/>
              <a:ext cx="73456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1926829" y="5519960"/>
              <a:ext cx="73456" cy="926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12" name="pl112"/>
            <p:cNvSpPr/>
            <p:nvPr/>
          </p:nvSpPr>
          <p:spPr>
            <a:xfrm>
              <a:off x="2269601" y="5443879"/>
              <a:ext cx="938193" cy="0"/>
            </a:xfrm>
            <a:custGeom>
              <a:avLst/>
              <a:pathLst>
                <a:path w="938193" h="0">
                  <a:moveTo>
                    <a:pt x="0" y="0"/>
                  </a:moveTo>
                  <a:lnTo>
                    <a:pt x="938193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2448262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2660385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872508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3084630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tx117"/>
            <p:cNvSpPr/>
            <p:nvPr/>
          </p:nvSpPr>
          <p:spPr>
            <a:xfrm>
              <a:off x="2389542" y="5520670"/>
              <a:ext cx="117440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623657" y="5517768"/>
              <a:ext cx="73456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835779" y="5520670"/>
              <a:ext cx="73456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047902" y="5519960"/>
              <a:ext cx="73456" cy="926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21" name="pl121"/>
            <p:cNvSpPr/>
            <p:nvPr/>
          </p:nvSpPr>
          <p:spPr>
            <a:xfrm>
              <a:off x="3390674" y="5443879"/>
              <a:ext cx="938193" cy="0"/>
            </a:xfrm>
            <a:custGeom>
              <a:avLst/>
              <a:pathLst>
                <a:path w="938193" h="0">
                  <a:moveTo>
                    <a:pt x="0" y="0"/>
                  </a:moveTo>
                  <a:lnTo>
                    <a:pt x="938193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3569335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3781458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3993581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205703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tx126"/>
            <p:cNvSpPr/>
            <p:nvPr/>
          </p:nvSpPr>
          <p:spPr>
            <a:xfrm>
              <a:off x="3510615" y="5520670"/>
              <a:ext cx="117440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3744730" y="5517768"/>
              <a:ext cx="73456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956853" y="5520670"/>
              <a:ext cx="73456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168975" y="5519960"/>
              <a:ext cx="73456" cy="926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30" name="pl130"/>
            <p:cNvSpPr/>
            <p:nvPr/>
          </p:nvSpPr>
          <p:spPr>
            <a:xfrm>
              <a:off x="4511748" y="5443879"/>
              <a:ext cx="938193" cy="0"/>
            </a:xfrm>
            <a:custGeom>
              <a:avLst/>
              <a:pathLst>
                <a:path w="938193" h="0">
                  <a:moveTo>
                    <a:pt x="0" y="0"/>
                  </a:moveTo>
                  <a:lnTo>
                    <a:pt x="938193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690409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902531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114654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326777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4631689" y="5520670"/>
              <a:ext cx="117440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4865803" y="5517768"/>
              <a:ext cx="73456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5077926" y="5520670"/>
              <a:ext cx="73456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5290048" y="5519960"/>
              <a:ext cx="73456" cy="926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39" name="pl139"/>
            <p:cNvSpPr/>
            <p:nvPr/>
          </p:nvSpPr>
          <p:spPr>
            <a:xfrm>
              <a:off x="5632821" y="5443879"/>
              <a:ext cx="938193" cy="0"/>
            </a:xfrm>
            <a:custGeom>
              <a:avLst/>
              <a:pathLst>
                <a:path w="938193" h="0">
                  <a:moveTo>
                    <a:pt x="0" y="0"/>
                  </a:moveTo>
                  <a:lnTo>
                    <a:pt x="938193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811482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023605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6235727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6447850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tx144"/>
            <p:cNvSpPr/>
            <p:nvPr/>
          </p:nvSpPr>
          <p:spPr>
            <a:xfrm>
              <a:off x="5752762" y="5520670"/>
              <a:ext cx="117440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5986876" y="5517768"/>
              <a:ext cx="73456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6198999" y="5520670"/>
              <a:ext cx="73456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6411122" y="5519960"/>
              <a:ext cx="73456" cy="926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48" name="pl148"/>
            <p:cNvSpPr/>
            <p:nvPr/>
          </p:nvSpPr>
          <p:spPr>
            <a:xfrm>
              <a:off x="1148528" y="2645185"/>
              <a:ext cx="0" cy="810977"/>
            </a:xfrm>
            <a:custGeom>
              <a:avLst/>
              <a:pathLst>
                <a:path w="0" h="810977">
                  <a:moveTo>
                    <a:pt x="0" y="810977"/>
                  </a:moveTo>
                  <a:lnTo>
                    <a:pt x="0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tx149"/>
            <p:cNvSpPr/>
            <p:nvPr/>
          </p:nvSpPr>
          <p:spPr>
            <a:xfrm>
              <a:off x="890901" y="3393762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890901" y="3191901"/>
              <a:ext cx="183609" cy="951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890901" y="2990427"/>
              <a:ext cx="183609" cy="95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890901" y="2788760"/>
              <a:ext cx="183609" cy="952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153" name="pl153"/>
            <p:cNvSpPr/>
            <p:nvPr/>
          </p:nvSpPr>
          <p:spPr>
            <a:xfrm>
              <a:off x="1107407" y="344126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1107407" y="3239722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1107407" y="303818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1107407" y="283664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1148528" y="3639043"/>
              <a:ext cx="0" cy="810977"/>
            </a:xfrm>
            <a:custGeom>
              <a:avLst/>
              <a:pathLst>
                <a:path w="0" h="810977">
                  <a:moveTo>
                    <a:pt x="0" y="810977"/>
                  </a:moveTo>
                  <a:lnTo>
                    <a:pt x="0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tx158"/>
            <p:cNvSpPr/>
            <p:nvPr/>
          </p:nvSpPr>
          <p:spPr>
            <a:xfrm>
              <a:off x="890901" y="4387620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890901" y="4185759"/>
              <a:ext cx="183609" cy="951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890901" y="3984285"/>
              <a:ext cx="183609" cy="95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890901" y="3782618"/>
              <a:ext cx="183609" cy="952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162" name="pl162"/>
            <p:cNvSpPr/>
            <p:nvPr/>
          </p:nvSpPr>
          <p:spPr>
            <a:xfrm>
              <a:off x="1107407" y="4435119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1107407" y="4233580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1107407" y="4032042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1107407" y="3830503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1148528" y="4632901"/>
              <a:ext cx="0" cy="810977"/>
            </a:xfrm>
            <a:custGeom>
              <a:avLst/>
              <a:pathLst>
                <a:path w="0" h="810977">
                  <a:moveTo>
                    <a:pt x="0" y="810977"/>
                  </a:moveTo>
                  <a:lnTo>
                    <a:pt x="0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tx167"/>
            <p:cNvSpPr/>
            <p:nvPr/>
          </p:nvSpPr>
          <p:spPr>
            <a:xfrm>
              <a:off x="890901" y="5381478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890901" y="5179617"/>
              <a:ext cx="183609" cy="951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890901" y="4978143"/>
              <a:ext cx="183609" cy="95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890901" y="4776476"/>
              <a:ext cx="183609" cy="952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171" name="pl171"/>
            <p:cNvSpPr/>
            <p:nvPr/>
          </p:nvSpPr>
          <p:spPr>
            <a:xfrm>
              <a:off x="1107407" y="5428977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1107407" y="5227438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1107407" y="5025900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1107407" y="482436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tx175"/>
            <p:cNvSpPr/>
            <p:nvPr/>
          </p:nvSpPr>
          <p:spPr>
            <a:xfrm>
              <a:off x="1300076" y="5704053"/>
              <a:ext cx="5119389" cy="1578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Standardised mean temperature anomaly (StdTmeanAnomalyRS)</a:t>
              </a:r>
            </a:p>
          </p:txBody>
        </p:sp>
        <p:sp>
          <p:nvSpPr>
            <p:cNvPr id="176" name="tx176"/>
            <p:cNvSpPr/>
            <p:nvPr/>
          </p:nvSpPr>
          <p:spPr>
            <a:xfrm rot="-5400000">
              <a:off x="-714558" y="3966738"/>
              <a:ext cx="2779855" cy="155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probability of occurrence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1148528" y="1961824"/>
              <a:ext cx="5294244" cy="158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glmmTMB fixed effects; fast 95% CI via link-scale normal approximation.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148528" y="1709403"/>
              <a:ext cx="7478972" cy="1705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Occurrence responses to land use and warming differ among functional strategy groups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2026-03-26T19:10:41Z</dcterms:modified>
  <cp:category/>
</cp:coreProperties>
</file>