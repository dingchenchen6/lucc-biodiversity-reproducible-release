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148528" y="2494614"/>
              <a:ext cx="1306085" cy="29575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148528" y="5317776"/>
              <a:ext cx="1306085" cy="0"/>
            </a:xfrm>
            <a:custGeom>
              <a:avLst/>
              <a:pathLst>
                <a:path w="1306085" h="0">
                  <a:moveTo>
                    <a:pt x="0" y="0"/>
                  </a:moveTo>
                  <a:lnTo>
                    <a:pt x="1306085" y="0"/>
                  </a:lnTo>
                  <a:lnTo>
                    <a:pt x="1306085" y="0"/>
                  </a:lnTo>
                </a:path>
              </a:pathLst>
            </a:custGeom>
            <a:ln w="10840" cap="flat">
              <a:solidFill>
                <a:srgbClr val="D1D1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253182" y="3682411"/>
              <a:ext cx="0" cy="598586"/>
            </a:xfrm>
            <a:custGeom>
              <a:avLst/>
              <a:pathLst>
                <a:path w="0" h="598586">
                  <a:moveTo>
                    <a:pt x="0" y="598586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04352" y="3689837"/>
              <a:ext cx="0" cy="595891"/>
            </a:xfrm>
            <a:custGeom>
              <a:avLst/>
              <a:pathLst>
                <a:path w="0" h="595891">
                  <a:moveTo>
                    <a:pt x="0" y="595891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55523" y="3692608"/>
              <a:ext cx="0" cy="591938"/>
            </a:xfrm>
            <a:custGeom>
              <a:avLst/>
              <a:pathLst>
                <a:path w="0" h="591938">
                  <a:moveTo>
                    <a:pt x="0" y="591938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06693" y="3551304"/>
              <a:ext cx="0" cy="641442"/>
            </a:xfrm>
            <a:custGeom>
              <a:avLst/>
              <a:pathLst>
                <a:path w="0" h="641442">
                  <a:moveTo>
                    <a:pt x="0" y="64144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257863" y="3729853"/>
              <a:ext cx="0" cy="637415"/>
            </a:xfrm>
            <a:custGeom>
              <a:avLst/>
              <a:pathLst>
                <a:path w="0" h="637415">
                  <a:moveTo>
                    <a:pt x="0" y="6374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299230" y="3682411"/>
              <a:ext cx="0" cy="598586"/>
            </a:xfrm>
            <a:custGeom>
              <a:avLst/>
              <a:pathLst>
                <a:path w="0" h="598586">
                  <a:moveTo>
                    <a:pt x="0" y="598586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550400" y="3689837"/>
              <a:ext cx="0" cy="595891"/>
            </a:xfrm>
            <a:custGeom>
              <a:avLst/>
              <a:pathLst>
                <a:path w="0" h="595891">
                  <a:moveTo>
                    <a:pt x="0" y="595891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01570" y="3692608"/>
              <a:ext cx="0" cy="591938"/>
            </a:xfrm>
            <a:custGeom>
              <a:avLst/>
              <a:pathLst>
                <a:path w="0" h="591938">
                  <a:moveTo>
                    <a:pt x="0" y="591938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052741" y="3551304"/>
              <a:ext cx="0" cy="641442"/>
            </a:xfrm>
            <a:custGeom>
              <a:avLst/>
              <a:pathLst>
                <a:path w="0" h="641442">
                  <a:moveTo>
                    <a:pt x="0" y="64144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303911" y="3729853"/>
              <a:ext cx="0" cy="637415"/>
            </a:xfrm>
            <a:custGeom>
              <a:avLst/>
              <a:pathLst>
                <a:path w="0" h="637415">
                  <a:moveTo>
                    <a:pt x="0" y="6374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345278" y="2880631"/>
              <a:ext cx="0" cy="754924"/>
            </a:xfrm>
            <a:custGeom>
              <a:avLst/>
              <a:pathLst>
                <a:path w="0" h="754924">
                  <a:moveTo>
                    <a:pt x="0" y="754924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596448" y="3338478"/>
              <a:ext cx="0" cy="677896"/>
            </a:xfrm>
            <a:custGeom>
              <a:avLst/>
              <a:pathLst>
                <a:path w="0" h="677896">
                  <a:moveTo>
                    <a:pt x="0" y="677896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847618" y="3587763"/>
              <a:ext cx="0" cy="617180"/>
            </a:xfrm>
            <a:custGeom>
              <a:avLst/>
              <a:pathLst>
                <a:path w="0" h="617180">
                  <a:moveTo>
                    <a:pt x="0" y="617180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098789" y="4021685"/>
              <a:ext cx="0" cy="491955"/>
            </a:xfrm>
            <a:custGeom>
              <a:avLst/>
              <a:pathLst>
                <a:path w="0" h="491955">
                  <a:moveTo>
                    <a:pt x="0" y="49195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349959" y="3895214"/>
              <a:ext cx="0" cy="751600"/>
            </a:xfrm>
            <a:custGeom>
              <a:avLst/>
              <a:pathLst>
                <a:path w="0" h="751600">
                  <a:moveTo>
                    <a:pt x="0" y="751600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1210517" y="3950652"/>
              <a:ext cx="85330" cy="85330"/>
            </a:xfrm>
            <a:prstGeom prst="ellipse">
              <a:avLst/>
            </a:prstGeom>
            <a:solidFill>
              <a:srgbClr val="F05A5A">
                <a:alpha val="100000"/>
              </a:srgbClr>
            </a:solidFill>
            <a:ln w="21272" cap="rnd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1461687" y="3960722"/>
              <a:ext cx="85330" cy="85330"/>
            </a:xfrm>
            <a:prstGeom prst="ellipse">
              <a:avLst/>
            </a:prstGeom>
            <a:solidFill>
              <a:srgbClr val="F05A5A">
                <a:alpha val="100000"/>
              </a:srgbClr>
            </a:solidFill>
            <a:ln w="21272" cap="rnd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1712858" y="3960928"/>
              <a:ext cx="85330" cy="85330"/>
            </a:xfrm>
            <a:prstGeom prst="ellipse">
              <a:avLst/>
            </a:prstGeom>
            <a:solidFill>
              <a:srgbClr val="F05A5A">
                <a:alpha val="100000"/>
              </a:srgbClr>
            </a:solidFill>
            <a:ln w="21272" cap="rnd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964028" y="3845492"/>
              <a:ext cx="85330" cy="85330"/>
            </a:xfrm>
            <a:prstGeom prst="ellipse">
              <a:avLst/>
            </a:prstGeom>
            <a:solidFill>
              <a:srgbClr val="F05A5A">
                <a:alpha val="100000"/>
              </a:srgbClr>
            </a:solidFill>
            <a:ln w="21272" cap="rnd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215198" y="4031511"/>
              <a:ext cx="85330" cy="85330"/>
            </a:xfrm>
            <a:prstGeom prst="ellipse">
              <a:avLst/>
            </a:prstGeom>
            <a:solidFill>
              <a:srgbClr val="F05A5A">
                <a:alpha val="100000"/>
              </a:srgbClr>
            </a:solidFill>
            <a:ln w="21272" cap="rnd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1256565" y="3950652"/>
              <a:ext cx="85330" cy="85330"/>
            </a:xfrm>
            <a:prstGeom prst="ellipse">
              <a:avLst/>
            </a:prstGeom>
            <a:solidFill>
              <a:srgbClr val="19B51E">
                <a:alpha val="100000"/>
              </a:srgbClr>
            </a:solidFill>
            <a:ln w="21272" cap="rnd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1507735" y="3960722"/>
              <a:ext cx="85330" cy="85330"/>
            </a:xfrm>
            <a:prstGeom prst="ellipse">
              <a:avLst/>
            </a:prstGeom>
            <a:solidFill>
              <a:srgbClr val="19B51E">
                <a:alpha val="100000"/>
              </a:srgbClr>
            </a:solidFill>
            <a:ln w="21272" cap="rnd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1758905" y="3960928"/>
              <a:ext cx="85330" cy="85330"/>
            </a:xfrm>
            <a:prstGeom prst="ellipse">
              <a:avLst/>
            </a:prstGeom>
            <a:solidFill>
              <a:srgbClr val="19B51E">
                <a:alpha val="100000"/>
              </a:srgbClr>
            </a:solidFill>
            <a:ln w="21272" cap="rnd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2010076" y="3845492"/>
              <a:ext cx="85330" cy="85330"/>
            </a:xfrm>
            <a:prstGeom prst="ellipse">
              <a:avLst/>
            </a:prstGeom>
            <a:solidFill>
              <a:srgbClr val="19B51E">
                <a:alpha val="100000"/>
              </a:srgbClr>
            </a:solidFill>
            <a:ln w="21272" cap="rnd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261246" y="4031511"/>
              <a:ext cx="85330" cy="85330"/>
            </a:xfrm>
            <a:prstGeom prst="ellipse">
              <a:avLst/>
            </a:prstGeom>
            <a:solidFill>
              <a:srgbClr val="19B51E">
                <a:alpha val="100000"/>
              </a:srgbClr>
            </a:solidFill>
            <a:ln w="21272" cap="rnd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1302613" y="3227597"/>
              <a:ext cx="85330" cy="85330"/>
            </a:xfrm>
            <a:prstGeom prst="ellipse">
              <a:avLst/>
            </a:prstGeom>
            <a:solidFill>
              <a:srgbClr val="4E79FF">
                <a:alpha val="100000"/>
              </a:srgbClr>
            </a:solidFill>
            <a:ln w="21272" cap="rnd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1553783" y="3648381"/>
              <a:ext cx="85330" cy="85330"/>
            </a:xfrm>
            <a:prstGeom prst="ellipse">
              <a:avLst/>
            </a:prstGeom>
            <a:solidFill>
              <a:srgbClr val="4E79FF">
                <a:alpha val="100000"/>
              </a:srgbClr>
            </a:solidFill>
            <a:ln w="21272" cap="rnd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1804953" y="3873516"/>
              <a:ext cx="85330" cy="85330"/>
            </a:xfrm>
            <a:prstGeom prst="ellipse">
              <a:avLst/>
            </a:prstGeom>
            <a:solidFill>
              <a:srgbClr val="4E79FF">
                <a:alpha val="100000"/>
              </a:srgbClr>
            </a:solidFill>
            <a:ln w="21272" cap="rnd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056123" y="4243053"/>
              <a:ext cx="85330" cy="85330"/>
            </a:xfrm>
            <a:prstGeom prst="ellipse">
              <a:avLst/>
            </a:prstGeom>
            <a:solidFill>
              <a:srgbClr val="4E79FF">
                <a:alpha val="100000"/>
              </a:srgbClr>
            </a:solidFill>
            <a:ln w="21272" cap="rnd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307294" y="4257627"/>
              <a:ext cx="85330" cy="85330"/>
            </a:xfrm>
            <a:prstGeom prst="ellipse">
              <a:avLst/>
            </a:prstGeom>
            <a:solidFill>
              <a:srgbClr val="4E79FF">
                <a:alpha val="100000"/>
              </a:srgbClr>
            </a:solidFill>
            <a:ln w="21272" cap="rnd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2674069" y="2494614"/>
              <a:ext cx="1306085" cy="29575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74069" y="5317776"/>
              <a:ext cx="1306085" cy="0"/>
            </a:xfrm>
            <a:custGeom>
              <a:avLst/>
              <a:pathLst>
                <a:path w="1306085" h="0">
                  <a:moveTo>
                    <a:pt x="0" y="0"/>
                  </a:moveTo>
                  <a:lnTo>
                    <a:pt x="1306085" y="0"/>
                  </a:lnTo>
                  <a:lnTo>
                    <a:pt x="1306085" y="0"/>
                  </a:lnTo>
                </a:path>
              </a:pathLst>
            </a:custGeom>
            <a:ln w="10840" cap="flat">
              <a:solidFill>
                <a:srgbClr val="D1D1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778723" y="3644575"/>
              <a:ext cx="0" cy="692973"/>
            </a:xfrm>
            <a:custGeom>
              <a:avLst/>
              <a:pathLst>
                <a:path w="0" h="692973">
                  <a:moveTo>
                    <a:pt x="0" y="69297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029894" y="3508456"/>
              <a:ext cx="0" cy="745275"/>
            </a:xfrm>
            <a:custGeom>
              <a:avLst/>
              <a:pathLst>
                <a:path w="0" h="745275">
                  <a:moveTo>
                    <a:pt x="0" y="74527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3281064" y="3257738"/>
              <a:ext cx="0" cy="817780"/>
            </a:xfrm>
            <a:custGeom>
              <a:avLst/>
              <a:pathLst>
                <a:path w="0" h="817780">
                  <a:moveTo>
                    <a:pt x="0" y="817780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3532234" y="3341662"/>
              <a:ext cx="0" cy="782846"/>
            </a:xfrm>
            <a:custGeom>
              <a:avLst/>
              <a:pathLst>
                <a:path w="0" h="782846">
                  <a:moveTo>
                    <a:pt x="0" y="782846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3783404" y="3739083"/>
              <a:ext cx="0" cy="845176"/>
            </a:xfrm>
            <a:custGeom>
              <a:avLst/>
              <a:pathLst>
                <a:path w="0" h="845176">
                  <a:moveTo>
                    <a:pt x="0" y="845176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824771" y="3644575"/>
              <a:ext cx="0" cy="692973"/>
            </a:xfrm>
            <a:custGeom>
              <a:avLst/>
              <a:pathLst>
                <a:path w="0" h="692973">
                  <a:moveTo>
                    <a:pt x="0" y="69297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075941" y="3508456"/>
              <a:ext cx="0" cy="745275"/>
            </a:xfrm>
            <a:custGeom>
              <a:avLst/>
              <a:pathLst>
                <a:path w="0" h="745275">
                  <a:moveTo>
                    <a:pt x="0" y="74527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327112" y="3257738"/>
              <a:ext cx="0" cy="817780"/>
            </a:xfrm>
            <a:custGeom>
              <a:avLst/>
              <a:pathLst>
                <a:path w="0" h="817780">
                  <a:moveTo>
                    <a:pt x="0" y="817780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578282" y="3341662"/>
              <a:ext cx="0" cy="782846"/>
            </a:xfrm>
            <a:custGeom>
              <a:avLst/>
              <a:pathLst>
                <a:path w="0" h="782846">
                  <a:moveTo>
                    <a:pt x="0" y="782846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29452" y="3739083"/>
              <a:ext cx="0" cy="845176"/>
            </a:xfrm>
            <a:custGeom>
              <a:avLst/>
              <a:pathLst>
                <a:path w="0" h="845176">
                  <a:moveTo>
                    <a:pt x="0" y="845176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870819" y="2629050"/>
              <a:ext cx="0" cy="923575"/>
            </a:xfrm>
            <a:custGeom>
              <a:avLst/>
              <a:pathLst>
                <a:path w="0" h="923575">
                  <a:moveTo>
                    <a:pt x="0" y="92357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121989" y="3127775"/>
              <a:ext cx="0" cy="840150"/>
            </a:xfrm>
            <a:custGeom>
              <a:avLst/>
              <a:pathLst>
                <a:path w="0" h="840150">
                  <a:moveTo>
                    <a:pt x="0" y="840150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373160" y="3209750"/>
              <a:ext cx="0" cy="816339"/>
            </a:xfrm>
            <a:custGeom>
              <a:avLst/>
              <a:pathLst>
                <a:path w="0" h="816339">
                  <a:moveTo>
                    <a:pt x="0" y="816339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624330" y="3951549"/>
              <a:ext cx="0" cy="580463"/>
            </a:xfrm>
            <a:custGeom>
              <a:avLst/>
              <a:pathLst>
                <a:path w="0" h="580463">
                  <a:moveTo>
                    <a:pt x="0" y="58046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875500" y="2868463"/>
              <a:ext cx="0" cy="1191829"/>
            </a:xfrm>
            <a:custGeom>
              <a:avLst/>
              <a:pathLst>
                <a:path w="0" h="1191829">
                  <a:moveTo>
                    <a:pt x="0" y="1191829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2736058" y="3977442"/>
              <a:ext cx="85330" cy="85330"/>
            </a:xfrm>
            <a:prstGeom prst="ellipse">
              <a:avLst/>
            </a:prstGeom>
            <a:solidFill>
              <a:srgbClr val="F05A5A">
                <a:alpha val="100000"/>
              </a:srgbClr>
            </a:solidFill>
            <a:ln w="21272" cap="rnd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2987228" y="3871123"/>
              <a:ext cx="85330" cy="85330"/>
            </a:xfrm>
            <a:prstGeom prst="ellipse">
              <a:avLst/>
            </a:prstGeom>
            <a:solidFill>
              <a:srgbClr val="F05A5A">
                <a:alpha val="100000"/>
              </a:srgbClr>
            </a:solidFill>
            <a:ln w="21272" cap="rnd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238399" y="3655612"/>
              <a:ext cx="85330" cy="85330"/>
            </a:xfrm>
            <a:prstGeom prst="ellipse">
              <a:avLst/>
            </a:prstGeom>
            <a:solidFill>
              <a:srgbClr val="F05A5A">
                <a:alpha val="100000"/>
              </a:srgbClr>
            </a:solidFill>
            <a:ln w="21272" cap="rnd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489569" y="3722819"/>
              <a:ext cx="85330" cy="85330"/>
            </a:xfrm>
            <a:prstGeom prst="ellipse">
              <a:avLst/>
            </a:prstGeom>
            <a:solidFill>
              <a:srgbClr val="F05A5A">
                <a:alpha val="100000"/>
              </a:srgbClr>
            </a:solidFill>
            <a:ln w="21272" cap="rnd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740739" y="4172863"/>
              <a:ext cx="85330" cy="85330"/>
            </a:xfrm>
            <a:prstGeom prst="ellipse">
              <a:avLst/>
            </a:prstGeom>
            <a:solidFill>
              <a:srgbClr val="F05A5A">
                <a:alpha val="100000"/>
              </a:srgbClr>
            </a:solidFill>
            <a:ln w="21272" cap="rnd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2782106" y="3977442"/>
              <a:ext cx="85330" cy="85330"/>
            </a:xfrm>
            <a:prstGeom prst="ellipse">
              <a:avLst/>
            </a:prstGeom>
            <a:solidFill>
              <a:srgbClr val="19B51E">
                <a:alpha val="100000"/>
              </a:srgbClr>
            </a:solidFill>
            <a:ln w="21272" cap="rnd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033276" y="3871123"/>
              <a:ext cx="85330" cy="85330"/>
            </a:xfrm>
            <a:prstGeom prst="ellipse">
              <a:avLst/>
            </a:prstGeom>
            <a:solidFill>
              <a:srgbClr val="19B51E">
                <a:alpha val="100000"/>
              </a:srgbClr>
            </a:solidFill>
            <a:ln w="21272" cap="rnd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284447" y="3655612"/>
              <a:ext cx="85330" cy="85330"/>
            </a:xfrm>
            <a:prstGeom prst="ellipse">
              <a:avLst/>
            </a:prstGeom>
            <a:solidFill>
              <a:srgbClr val="19B51E">
                <a:alpha val="100000"/>
              </a:srgbClr>
            </a:solidFill>
            <a:ln w="21272" cap="rnd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535617" y="3722819"/>
              <a:ext cx="85330" cy="85330"/>
            </a:xfrm>
            <a:prstGeom prst="ellipse">
              <a:avLst/>
            </a:prstGeom>
            <a:solidFill>
              <a:srgbClr val="19B51E">
                <a:alpha val="100000"/>
              </a:srgbClr>
            </a:solidFill>
            <a:ln w="21272" cap="rnd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786787" y="4172863"/>
              <a:ext cx="85330" cy="85330"/>
            </a:xfrm>
            <a:prstGeom prst="ellipse">
              <a:avLst/>
            </a:prstGeom>
            <a:solidFill>
              <a:srgbClr val="19B51E">
                <a:alpha val="100000"/>
              </a:srgbClr>
            </a:solidFill>
            <a:ln w="21272" cap="rnd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2828154" y="3069862"/>
              <a:ext cx="85330" cy="85330"/>
            </a:xfrm>
            <a:prstGeom prst="ellipse">
              <a:avLst/>
            </a:prstGeom>
            <a:solidFill>
              <a:srgbClr val="4E79FF">
                <a:alpha val="100000"/>
              </a:srgbClr>
            </a:solidFill>
            <a:ln w="21272" cap="rnd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079324" y="3536051"/>
              <a:ext cx="85330" cy="85330"/>
            </a:xfrm>
            <a:prstGeom prst="ellipse">
              <a:avLst/>
            </a:prstGeom>
            <a:solidFill>
              <a:srgbClr val="4E79FF">
                <a:alpha val="100000"/>
              </a:srgbClr>
            </a:solidFill>
            <a:ln w="21272" cap="rnd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330494" y="3605156"/>
              <a:ext cx="85330" cy="85330"/>
            </a:xfrm>
            <a:prstGeom prst="ellipse">
              <a:avLst/>
            </a:prstGeom>
            <a:solidFill>
              <a:srgbClr val="4E79FF">
                <a:alpha val="100000"/>
              </a:srgbClr>
            </a:solidFill>
            <a:ln w="21272" cap="rnd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581665" y="4227679"/>
              <a:ext cx="85330" cy="85330"/>
            </a:xfrm>
            <a:prstGeom prst="ellipse">
              <a:avLst/>
            </a:prstGeom>
            <a:solidFill>
              <a:srgbClr val="4E79FF">
                <a:alpha val="100000"/>
              </a:srgbClr>
            </a:solidFill>
            <a:ln w="21272" cap="rnd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832835" y="3464490"/>
              <a:ext cx="85330" cy="85330"/>
            </a:xfrm>
            <a:prstGeom prst="ellipse">
              <a:avLst/>
            </a:prstGeom>
            <a:solidFill>
              <a:srgbClr val="4E79FF">
                <a:alpha val="100000"/>
              </a:srgbClr>
            </a:solidFill>
            <a:ln w="21272" cap="rnd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4199610" y="2494614"/>
              <a:ext cx="1306085" cy="29575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199610" y="5317776"/>
              <a:ext cx="1306085" cy="0"/>
            </a:xfrm>
            <a:custGeom>
              <a:avLst/>
              <a:pathLst>
                <a:path w="1306085" h="0">
                  <a:moveTo>
                    <a:pt x="0" y="0"/>
                  </a:moveTo>
                  <a:lnTo>
                    <a:pt x="1306085" y="0"/>
                  </a:lnTo>
                  <a:lnTo>
                    <a:pt x="1306085" y="0"/>
                  </a:lnTo>
                </a:path>
              </a:pathLst>
            </a:custGeom>
            <a:ln w="10840" cap="flat">
              <a:solidFill>
                <a:srgbClr val="D1D1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304265" y="3663658"/>
              <a:ext cx="0" cy="615265"/>
            </a:xfrm>
            <a:custGeom>
              <a:avLst/>
              <a:pathLst>
                <a:path w="0" h="615265">
                  <a:moveTo>
                    <a:pt x="0" y="61526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4555435" y="3716155"/>
              <a:ext cx="0" cy="605970"/>
            </a:xfrm>
            <a:custGeom>
              <a:avLst/>
              <a:pathLst>
                <a:path w="0" h="605970">
                  <a:moveTo>
                    <a:pt x="0" y="605970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806605" y="3792876"/>
              <a:ext cx="0" cy="583950"/>
            </a:xfrm>
            <a:custGeom>
              <a:avLst/>
              <a:pathLst>
                <a:path w="0" h="583950">
                  <a:moveTo>
                    <a:pt x="0" y="583950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057775" y="3583996"/>
              <a:ext cx="0" cy="652825"/>
            </a:xfrm>
            <a:custGeom>
              <a:avLst/>
              <a:pathLst>
                <a:path w="0" h="652825">
                  <a:moveTo>
                    <a:pt x="0" y="65282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308945" y="3684152"/>
              <a:ext cx="0" cy="633755"/>
            </a:xfrm>
            <a:custGeom>
              <a:avLst/>
              <a:pathLst>
                <a:path w="0" h="633755">
                  <a:moveTo>
                    <a:pt x="0" y="63375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4350312" y="3663658"/>
              <a:ext cx="0" cy="615265"/>
            </a:xfrm>
            <a:custGeom>
              <a:avLst/>
              <a:pathLst>
                <a:path w="0" h="615265">
                  <a:moveTo>
                    <a:pt x="0" y="61526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4601483" y="3716155"/>
              <a:ext cx="0" cy="605970"/>
            </a:xfrm>
            <a:custGeom>
              <a:avLst/>
              <a:pathLst>
                <a:path w="0" h="605970">
                  <a:moveTo>
                    <a:pt x="0" y="605970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4852653" y="3792876"/>
              <a:ext cx="0" cy="583950"/>
            </a:xfrm>
            <a:custGeom>
              <a:avLst/>
              <a:pathLst>
                <a:path w="0" h="583950">
                  <a:moveTo>
                    <a:pt x="0" y="583950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103823" y="3583996"/>
              <a:ext cx="0" cy="652825"/>
            </a:xfrm>
            <a:custGeom>
              <a:avLst/>
              <a:pathLst>
                <a:path w="0" h="652825">
                  <a:moveTo>
                    <a:pt x="0" y="65282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354993" y="3684152"/>
              <a:ext cx="0" cy="633755"/>
            </a:xfrm>
            <a:custGeom>
              <a:avLst/>
              <a:pathLst>
                <a:path w="0" h="633755">
                  <a:moveTo>
                    <a:pt x="0" y="63375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4396360" y="2918125"/>
              <a:ext cx="0" cy="781732"/>
            </a:xfrm>
            <a:custGeom>
              <a:avLst/>
              <a:pathLst>
                <a:path w="0" h="781732">
                  <a:moveTo>
                    <a:pt x="0" y="78173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4647530" y="3360729"/>
              <a:ext cx="0" cy="699447"/>
            </a:xfrm>
            <a:custGeom>
              <a:avLst/>
              <a:pathLst>
                <a:path w="0" h="699447">
                  <a:moveTo>
                    <a:pt x="0" y="699447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4898701" y="3668112"/>
              <a:ext cx="0" cy="621076"/>
            </a:xfrm>
            <a:custGeom>
              <a:avLst/>
              <a:pathLst>
                <a:path w="0" h="621076">
                  <a:moveTo>
                    <a:pt x="0" y="621076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149871" y="4018094"/>
              <a:ext cx="0" cy="506294"/>
            </a:xfrm>
            <a:custGeom>
              <a:avLst/>
              <a:pathLst>
                <a:path w="0" h="506294">
                  <a:moveTo>
                    <a:pt x="0" y="506294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401041" y="4078284"/>
              <a:ext cx="0" cy="742508"/>
            </a:xfrm>
            <a:custGeom>
              <a:avLst/>
              <a:pathLst>
                <a:path w="0" h="742508">
                  <a:moveTo>
                    <a:pt x="0" y="742508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4261599" y="3939778"/>
              <a:ext cx="85330" cy="85330"/>
            </a:xfrm>
            <a:prstGeom prst="ellipse">
              <a:avLst/>
            </a:prstGeom>
            <a:solidFill>
              <a:srgbClr val="F05A5A">
                <a:alpha val="100000"/>
              </a:srgbClr>
            </a:solidFill>
            <a:ln w="21272" cap="rnd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4512770" y="3990004"/>
              <a:ext cx="85330" cy="85330"/>
            </a:xfrm>
            <a:prstGeom prst="ellipse">
              <a:avLst/>
            </a:prstGeom>
            <a:solidFill>
              <a:srgbClr val="F05A5A">
                <a:alpha val="100000"/>
              </a:srgbClr>
            </a:solidFill>
            <a:ln w="21272" cap="rnd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4763940" y="4057215"/>
              <a:ext cx="85330" cy="85330"/>
            </a:xfrm>
            <a:prstGeom prst="ellipse">
              <a:avLst/>
            </a:prstGeom>
            <a:solidFill>
              <a:srgbClr val="F05A5A">
                <a:alpha val="100000"/>
              </a:srgbClr>
            </a:solidFill>
            <a:ln w="21272" cap="rnd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5015110" y="3885984"/>
              <a:ext cx="85330" cy="85330"/>
            </a:xfrm>
            <a:prstGeom prst="ellipse">
              <a:avLst/>
            </a:prstGeom>
            <a:solidFill>
              <a:srgbClr val="F05A5A">
                <a:alpha val="100000"/>
              </a:srgbClr>
            </a:solidFill>
            <a:ln w="21272" cap="rnd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5266280" y="3975327"/>
              <a:ext cx="85330" cy="85330"/>
            </a:xfrm>
            <a:prstGeom prst="ellipse">
              <a:avLst/>
            </a:prstGeom>
            <a:solidFill>
              <a:srgbClr val="F05A5A">
                <a:alpha val="100000"/>
              </a:srgbClr>
            </a:solidFill>
            <a:ln w="21272" cap="rnd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4307647" y="3939778"/>
              <a:ext cx="85330" cy="85330"/>
            </a:xfrm>
            <a:prstGeom prst="ellipse">
              <a:avLst/>
            </a:prstGeom>
            <a:solidFill>
              <a:srgbClr val="19B51E">
                <a:alpha val="100000"/>
              </a:srgbClr>
            </a:solidFill>
            <a:ln w="21272" cap="rnd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558818" y="3990004"/>
              <a:ext cx="85330" cy="85330"/>
            </a:xfrm>
            <a:prstGeom prst="ellipse">
              <a:avLst/>
            </a:prstGeom>
            <a:solidFill>
              <a:srgbClr val="19B51E">
                <a:alpha val="100000"/>
              </a:srgbClr>
            </a:solidFill>
            <a:ln w="21272" cap="rnd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4809988" y="4057215"/>
              <a:ext cx="85330" cy="85330"/>
            </a:xfrm>
            <a:prstGeom prst="ellipse">
              <a:avLst/>
            </a:prstGeom>
            <a:solidFill>
              <a:srgbClr val="19B51E">
                <a:alpha val="100000"/>
              </a:srgbClr>
            </a:solidFill>
            <a:ln w="21272" cap="rnd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5061158" y="3885984"/>
              <a:ext cx="85330" cy="85330"/>
            </a:xfrm>
            <a:prstGeom prst="ellipse">
              <a:avLst/>
            </a:prstGeom>
            <a:solidFill>
              <a:srgbClr val="19B51E">
                <a:alpha val="100000"/>
              </a:srgbClr>
            </a:solidFill>
            <a:ln w="21272" cap="rnd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5312328" y="3975327"/>
              <a:ext cx="85330" cy="85330"/>
            </a:xfrm>
            <a:prstGeom prst="ellipse">
              <a:avLst/>
            </a:prstGeom>
            <a:solidFill>
              <a:srgbClr val="19B51E">
                <a:alpha val="100000"/>
              </a:srgbClr>
            </a:solidFill>
            <a:ln w="21272" cap="rnd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4353695" y="3281126"/>
              <a:ext cx="85330" cy="85330"/>
            </a:xfrm>
            <a:prstGeom prst="ellipse">
              <a:avLst/>
            </a:prstGeom>
            <a:solidFill>
              <a:srgbClr val="4E79FF">
                <a:alpha val="100000"/>
              </a:srgbClr>
            </a:solidFill>
            <a:ln w="21272" cap="rnd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4604865" y="3685701"/>
              <a:ext cx="85330" cy="85330"/>
            </a:xfrm>
            <a:prstGeom prst="ellipse">
              <a:avLst/>
            </a:prstGeom>
            <a:solidFill>
              <a:srgbClr val="4E79FF">
                <a:alpha val="100000"/>
              </a:srgbClr>
            </a:solidFill>
            <a:ln w="21272" cap="rnd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4856036" y="3959641"/>
              <a:ext cx="85330" cy="85330"/>
            </a:xfrm>
            <a:prstGeom prst="ellipse">
              <a:avLst/>
            </a:prstGeom>
            <a:solidFill>
              <a:srgbClr val="4E79FF">
                <a:alpha val="100000"/>
              </a:srgbClr>
            </a:solidFill>
            <a:ln w="21272" cap="rnd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5107206" y="4247167"/>
              <a:ext cx="85330" cy="85330"/>
            </a:xfrm>
            <a:prstGeom prst="ellipse">
              <a:avLst/>
            </a:prstGeom>
            <a:solidFill>
              <a:srgbClr val="4E79FF">
                <a:alpha val="100000"/>
              </a:srgbClr>
            </a:solidFill>
            <a:ln w="21272" cap="rnd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5358376" y="4457519"/>
              <a:ext cx="85330" cy="85330"/>
            </a:xfrm>
            <a:prstGeom prst="ellipse">
              <a:avLst/>
            </a:prstGeom>
            <a:solidFill>
              <a:srgbClr val="4E79FF">
                <a:alpha val="100000"/>
              </a:srgbClr>
            </a:solidFill>
            <a:ln w="21272" cap="rnd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1148528" y="2238751"/>
              <a:ext cx="1306085" cy="2558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3202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tx102"/>
            <p:cNvSpPr/>
            <p:nvPr/>
          </p:nvSpPr>
          <p:spPr>
            <a:xfrm>
              <a:off x="1438222" y="2290969"/>
              <a:ext cx="726697" cy="1232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0 (baseline)</a:t>
              </a:r>
            </a:p>
          </p:txBody>
        </p:sp>
        <p:sp>
          <p:nvSpPr>
            <p:cNvPr id="103" name="rc103"/>
            <p:cNvSpPr/>
            <p:nvPr/>
          </p:nvSpPr>
          <p:spPr>
            <a:xfrm>
              <a:off x="2674069" y="2238751"/>
              <a:ext cx="1306085" cy="2558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3202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tx104"/>
            <p:cNvSpPr/>
            <p:nvPr/>
          </p:nvSpPr>
          <p:spPr>
            <a:xfrm>
              <a:off x="3042669" y="2289743"/>
              <a:ext cx="568885" cy="1244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1 (+1 SD)</a:t>
              </a:r>
            </a:p>
          </p:txBody>
        </p:sp>
        <p:sp>
          <p:nvSpPr>
            <p:cNvPr id="105" name="rc105"/>
            <p:cNvSpPr/>
            <p:nvPr/>
          </p:nvSpPr>
          <p:spPr>
            <a:xfrm>
              <a:off x="4199610" y="2238751"/>
              <a:ext cx="1306085" cy="2558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3202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tx106"/>
            <p:cNvSpPr/>
            <p:nvPr/>
          </p:nvSpPr>
          <p:spPr>
            <a:xfrm>
              <a:off x="4621448" y="2316250"/>
              <a:ext cx="462408" cy="979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median</a:t>
              </a:r>
            </a:p>
          </p:txBody>
        </p:sp>
        <p:sp>
          <p:nvSpPr>
            <p:cNvPr id="107" name="pl107"/>
            <p:cNvSpPr/>
            <p:nvPr/>
          </p:nvSpPr>
          <p:spPr>
            <a:xfrm>
              <a:off x="1148528" y="5452212"/>
              <a:ext cx="1306085" cy="0"/>
            </a:xfrm>
            <a:custGeom>
              <a:avLst/>
              <a:pathLst>
                <a:path w="1306085" h="0">
                  <a:moveTo>
                    <a:pt x="0" y="0"/>
                  </a:moveTo>
                  <a:lnTo>
                    <a:pt x="1306085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1299230" y="545221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1550400" y="545221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1801570" y="545221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2052741" y="545221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2303911" y="545221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tx113"/>
            <p:cNvSpPr/>
            <p:nvPr/>
          </p:nvSpPr>
          <p:spPr>
            <a:xfrm rot="-480000">
              <a:off x="825287" y="5529426"/>
              <a:ext cx="481173" cy="130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Primary</a:t>
              </a:r>
            </a:p>
          </p:txBody>
        </p:sp>
        <p:sp>
          <p:nvSpPr>
            <p:cNvPr id="114" name="tx114"/>
            <p:cNvSpPr/>
            <p:nvPr/>
          </p:nvSpPr>
          <p:spPr>
            <a:xfrm rot="-480000">
              <a:off x="1064049" y="5688026"/>
              <a:ext cx="264052" cy="1057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veg.</a:t>
              </a:r>
            </a:p>
          </p:txBody>
        </p:sp>
        <p:sp>
          <p:nvSpPr>
            <p:cNvPr id="115" name="tx115"/>
            <p:cNvSpPr/>
            <p:nvPr/>
          </p:nvSpPr>
          <p:spPr>
            <a:xfrm rot="-480000">
              <a:off x="890477" y="5539702"/>
              <a:ext cx="667872" cy="1328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Secondary</a:t>
              </a:r>
            </a:p>
          </p:txBody>
        </p:sp>
        <p:sp>
          <p:nvSpPr>
            <p:cNvPr id="116" name="tx116"/>
            <p:cNvSpPr/>
            <p:nvPr/>
          </p:nvSpPr>
          <p:spPr>
            <a:xfrm rot="-480000">
              <a:off x="1315219" y="5688026"/>
              <a:ext cx="264052" cy="1057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veg.</a:t>
              </a:r>
            </a:p>
          </p:txBody>
        </p:sp>
        <p:sp>
          <p:nvSpPr>
            <p:cNvPr id="117" name="tx117"/>
            <p:cNvSpPr/>
            <p:nvPr/>
          </p:nvSpPr>
          <p:spPr>
            <a:xfrm rot="-480000">
              <a:off x="1520546" y="5514980"/>
              <a:ext cx="28724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Agri.</a:t>
              </a:r>
            </a:p>
          </p:txBody>
        </p:sp>
        <p:sp>
          <p:nvSpPr>
            <p:cNvPr id="118" name="tx118"/>
            <p:cNvSpPr/>
            <p:nvPr/>
          </p:nvSpPr>
          <p:spPr>
            <a:xfrm rot="-480000">
              <a:off x="1526255" y="5666208"/>
              <a:ext cx="302660" cy="1303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(low)</a:t>
              </a:r>
            </a:p>
          </p:txBody>
        </p:sp>
        <p:sp>
          <p:nvSpPr>
            <p:cNvPr id="119" name="tx119"/>
            <p:cNvSpPr/>
            <p:nvPr/>
          </p:nvSpPr>
          <p:spPr>
            <a:xfrm rot="-480000">
              <a:off x="1771717" y="5514980"/>
              <a:ext cx="28724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Agri.</a:t>
              </a:r>
            </a:p>
          </p:txBody>
        </p:sp>
        <p:sp>
          <p:nvSpPr>
            <p:cNvPr id="120" name="tx120"/>
            <p:cNvSpPr/>
            <p:nvPr/>
          </p:nvSpPr>
          <p:spPr>
            <a:xfrm rot="-480000">
              <a:off x="1723023" y="5667624"/>
              <a:ext cx="357162" cy="1327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(high)</a:t>
              </a:r>
            </a:p>
          </p:txBody>
        </p:sp>
        <p:sp>
          <p:nvSpPr>
            <p:cNvPr id="121" name="tx121"/>
            <p:cNvSpPr/>
            <p:nvPr/>
          </p:nvSpPr>
          <p:spPr>
            <a:xfrm rot="-480000">
              <a:off x="1932035" y="5549232"/>
              <a:ext cx="380491" cy="103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Urban</a:t>
              </a:r>
            </a:p>
          </p:txBody>
        </p:sp>
        <p:sp>
          <p:nvSpPr>
            <p:cNvPr id="122" name="pl122"/>
            <p:cNvSpPr/>
            <p:nvPr/>
          </p:nvSpPr>
          <p:spPr>
            <a:xfrm>
              <a:off x="2674069" y="5452212"/>
              <a:ext cx="1306085" cy="0"/>
            </a:xfrm>
            <a:custGeom>
              <a:avLst/>
              <a:pathLst>
                <a:path w="1306085" h="0">
                  <a:moveTo>
                    <a:pt x="0" y="0"/>
                  </a:moveTo>
                  <a:lnTo>
                    <a:pt x="1306085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2824771" y="545221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3075941" y="545221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3327112" y="545221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3578282" y="545221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3829452" y="545221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tx128"/>
            <p:cNvSpPr/>
            <p:nvPr/>
          </p:nvSpPr>
          <p:spPr>
            <a:xfrm rot="-480000">
              <a:off x="2350828" y="5529426"/>
              <a:ext cx="481173" cy="130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Primary</a:t>
              </a:r>
            </a:p>
          </p:txBody>
        </p:sp>
        <p:sp>
          <p:nvSpPr>
            <p:cNvPr id="129" name="tx129"/>
            <p:cNvSpPr/>
            <p:nvPr/>
          </p:nvSpPr>
          <p:spPr>
            <a:xfrm rot="-480000">
              <a:off x="2589590" y="5688026"/>
              <a:ext cx="264052" cy="1057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veg.</a:t>
              </a:r>
            </a:p>
          </p:txBody>
        </p:sp>
        <p:sp>
          <p:nvSpPr>
            <p:cNvPr id="130" name="tx130"/>
            <p:cNvSpPr/>
            <p:nvPr/>
          </p:nvSpPr>
          <p:spPr>
            <a:xfrm rot="-480000">
              <a:off x="2416018" y="5539702"/>
              <a:ext cx="667872" cy="1328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Secondary</a:t>
              </a:r>
            </a:p>
          </p:txBody>
        </p:sp>
        <p:sp>
          <p:nvSpPr>
            <p:cNvPr id="131" name="tx131"/>
            <p:cNvSpPr/>
            <p:nvPr/>
          </p:nvSpPr>
          <p:spPr>
            <a:xfrm rot="-480000">
              <a:off x="2840761" y="5688026"/>
              <a:ext cx="264052" cy="1057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veg.</a:t>
              </a:r>
            </a:p>
          </p:txBody>
        </p:sp>
        <p:sp>
          <p:nvSpPr>
            <p:cNvPr id="132" name="tx132"/>
            <p:cNvSpPr/>
            <p:nvPr/>
          </p:nvSpPr>
          <p:spPr>
            <a:xfrm rot="-480000">
              <a:off x="3046088" y="5514980"/>
              <a:ext cx="28724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Agri.</a:t>
              </a:r>
            </a:p>
          </p:txBody>
        </p:sp>
        <p:sp>
          <p:nvSpPr>
            <p:cNvPr id="133" name="tx133"/>
            <p:cNvSpPr/>
            <p:nvPr/>
          </p:nvSpPr>
          <p:spPr>
            <a:xfrm rot="-480000">
              <a:off x="3051797" y="5666208"/>
              <a:ext cx="302660" cy="1303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(low)</a:t>
              </a:r>
            </a:p>
          </p:txBody>
        </p:sp>
        <p:sp>
          <p:nvSpPr>
            <p:cNvPr id="134" name="tx134"/>
            <p:cNvSpPr/>
            <p:nvPr/>
          </p:nvSpPr>
          <p:spPr>
            <a:xfrm rot="-480000">
              <a:off x="3297258" y="5514980"/>
              <a:ext cx="28724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Agri.</a:t>
              </a:r>
            </a:p>
          </p:txBody>
        </p:sp>
        <p:sp>
          <p:nvSpPr>
            <p:cNvPr id="135" name="tx135"/>
            <p:cNvSpPr/>
            <p:nvPr/>
          </p:nvSpPr>
          <p:spPr>
            <a:xfrm rot="-480000">
              <a:off x="3248564" y="5667624"/>
              <a:ext cx="357162" cy="1327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(high)</a:t>
              </a:r>
            </a:p>
          </p:txBody>
        </p:sp>
        <p:sp>
          <p:nvSpPr>
            <p:cNvPr id="136" name="tx136"/>
            <p:cNvSpPr/>
            <p:nvPr/>
          </p:nvSpPr>
          <p:spPr>
            <a:xfrm rot="-480000">
              <a:off x="3457576" y="5549232"/>
              <a:ext cx="380491" cy="103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Urban</a:t>
              </a:r>
            </a:p>
          </p:txBody>
        </p:sp>
        <p:sp>
          <p:nvSpPr>
            <p:cNvPr id="137" name="pl137"/>
            <p:cNvSpPr/>
            <p:nvPr/>
          </p:nvSpPr>
          <p:spPr>
            <a:xfrm>
              <a:off x="4199610" y="5452212"/>
              <a:ext cx="1306085" cy="0"/>
            </a:xfrm>
            <a:custGeom>
              <a:avLst/>
              <a:pathLst>
                <a:path w="1306085" h="0">
                  <a:moveTo>
                    <a:pt x="0" y="0"/>
                  </a:moveTo>
                  <a:lnTo>
                    <a:pt x="1306085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4350312" y="545221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4601483" y="545221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4852653" y="545221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103823" y="545221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5354993" y="545221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tx143"/>
            <p:cNvSpPr/>
            <p:nvPr/>
          </p:nvSpPr>
          <p:spPr>
            <a:xfrm rot="-480000">
              <a:off x="3876369" y="5529426"/>
              <a:ext cx="481173" cy="130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Primary</a:t>
              </a:r>
            </a:p>
          </p:txBody>
        </p:sp>
        <p:sp>
          <p:nvSpPr>
            <p:cNvPr id="144" name="tx144"/>
            <p:cNvSpPr/>
            <p:nvPr/>
          </p:nvSpPr>
          <p:spPr>
            <a:xfrm rot="-480000">
              <a:off x="4115131" y="5688026"/>
              <a:ext cx="264052" cy="1057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veg.</a:t>
              </a:r>
            </a:p>
          </p:txBody>
        </p:sp>
        <p:sp>
          <p:nvSpPr>
            <p:cNvPr id="145" name="tx145"/>
            <p:cNvSpPr/>
            <p:nvPr/>
          </p:nvSpPr>
          <p:spPr>
            <a:xfrm rot="-480000">
              <a:off x="3941559" y="5539702"/>
              <a:ext cx="667872" cy="1328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Secondary</a:t>
              </a:r>
            </a:p>
          </p:txBody>
        </p:sp>
        <p:sp>
          <p:nvSpPr>
            <p:cNvPr id="146" name="tx146"/>
            <p:cNvSpPr/>
            <p:nvPr/>
          </p:nvSpPr>
          <p:spPr>
            <a:xfrm rot="-480000">
              <a:off x="4366302" y="5688026"/>
              <a:ext cx="264052" cy="1057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veg.</a:t>
              </a:r>
            </a:p>
          </p:txBody>
        </p:sp>
        <p:sp>
          <p:nvSpPr>
            <p:cNvPr id="147" name="tx147"/>
            <p:cNvSpPr/>
            <p:nvPr/>
          </p:nvSpPr>
          <p:spPr>
            <a:xfrm rot="-480000">
              <a:off x="4571629" y="5514980"/>
              <a:ext cx="28724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Agri.</a:t>
              </a:r>
            </a:p>
          </p:txBody>
        </p:sp>
        <p:sp>
          <p:nvSpPr>
            <p:cNvPr id="148" name="tx148"/>
            <p:cNvSpPr/>
            <p:nvPr/>
          </p:nvSpPr>
          <p:spPr>
            <a:xfrm rot="-480000">
              <a:off x="4577338" y="5666208"/>
              <a:ext cx="302660" cy="1303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(low)</a:t>
              </a:r>
            </a:p>
          </p:txBody>
        </p:sp>
        <p:sp>
          <p:nvSpPr>
            <p:cNvPr id="149" name="tx149"/>
            <p:cNvSpPr/>
            <p:nvPr/>
          </p:nvSpPr>
          <p:spPr>
            <a:xfrm rot="-480000">
              <a:off x="4822799" y="5514980"/>
              <a:ext cx="28724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Agri.</a:t>
              </a:r>
            </a:p>
          </p:txBody>
        </p:sp>
        <p:sp>
          <p:nvSpPr>
            <p:cNvPr id="150" name="tx150"/>
            <p:cNvSpPr/>
            <p:nvPr/>
          </p:nvSpPr>
          <p:spPr>
            <a:xfrm rot="-480000">
              <a:off x="4774105" y="5667624"/>
              <a:ext cx="357162" cy="1327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(high)</a:t>
              </a:r>
            </a:p>
          </p:txBody>
        </p:sp>
        <p:sp>
          <p:nvSpPr>
            <p:cNvPr id="151" name="tx151"/>
            <p:cNvSpPr/>
            <p:nvPr/>
          </p:nvSpPr>
          <p:spPr>
            <a:xfrm rot="-480000">
              <a:off x="4983117" y="5549232"/>
              <a:ext cx="380491" cy="103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Urban</a:t>
              </a:r>
            </a:p>
          </p:txBody>
        </p:sp>
        <p:sp>
          <p:nvSpPr>
            <p:cNvPr id="152" name="pl152"/>
            <p:cNvSpPr/>
            <p:nvPr/>
          </p:nvSpPr>
          <p:spPr>
            <a:xfrm>
              <a:off x="1148528" y="2494614"/>
              <a:ext cx="0" cy="2957598"/>
            </a:xfrm>
            <a:custGeom>
              <a:avLst/>
              <a:pathLst>
                <a:path w="0" h="2957598">
                  <a:moveTo>
                    <a:pt x="0" y="2957598"/>
                  </a:moveTo>
                  <a:lnTo>
                    <a:pt x="0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tx153"/>
            <p:cNvSpPr/>
            <p:nvPr/>
          </p:nvSpPr>
          <p:spPr>
            <a:xfrm>
              <a:off x="890901" y="5270278"/>
              <a:ext cx="183609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890901" y="4679096"/>
              <a:ext cx="183609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0.1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890901" y="4087592"/>
              <a:ext cx="183609" cy="951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890901" y="3496604"/>
              <a:ext cx="183609" cy="949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0.3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890901" y="2905294"/>
              <a:ext cx="183609" cy="951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158" name="pl158"/>
            <p:cNvSpPr/>
            <p:nvPr/>
          </p:nvSpPr>
          <p:spPr>
            <a:xfrm>
              <a:off x="1107407" y="5317776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1107407" y="4726594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1107407" y="4135413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1107407" y="3544231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1107407" y="2953050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tx163"/>
            <p:cNvSpPr/>
            <p:nvPr/>
          </p:nvSpPr>
          <p:spPr>
            <a:xfrm rot="-5400000">
              <a:off x="-613467" y="3895861"/>
              <a:ext cx="2578155" cy="1551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Predicted occurrence probability</a:t>
              </a:r>
            </a:p>
          </p:txBody>
        </p:sp>
        <p:sp>
          <p:nvSpPr>
            <p:cNvPr id="164" name="rc164"/>
            <p:cNvSpPr/>
            <p:nvPr/>
          </p:nvSpPr>
          <p:spPr>
            <a:xfrm>
              <a:off x="5670179" y="3443194"/>
              <a:ext cx="2712959" cy="106043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tx165"/>
            <p:cNvSpPr/>
            <p:nvPr/>
          </p:nvSpPr>
          <p:spPr>
            <a:xfrm>
              <a:off x="5752420" y="3507015"/>
              <a:ext cx="2036340" cy="1555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Functional strategy group</a:t>
              </a:r>
            </a:p>
          </p:txBody>
        </p:sp>
        <p:sp>
          <p:nvSpPr>
            <p:cNvPr id="166" name="rc166"/>
            <p:cNvSpPr/>
            <p:nvPr/>
          </p:nvSpPr>
          <p:spPr>
            <a:xfrm>
              <a:off x="5752420" y="3763023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5862148" y="3784968"/>
              <a:ext cx="0" cy="175564"/>
            </a:xfrm>
            <a:custGeom>
              <a:avLst/>
              <a:pathLst>
                <a:path w="0" h="175564">
                  <a:moveTo>
                    <a:pt x="0" y="175564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5819483" y="3830086"/>
              <a:ext cx="85330" cy="85330"/>
            </a:xfrm>
            <a:prstGeom prst="ellipse">
              <a:avLst/>
            </a:prstGeom>
            <a:solidFill>
              <a:srgbClr val="F05A5A">
                <a:alpha val="100000"/>
              </a:srgbClr>
            </a:solidFill>
            <a:ln w="21272" cap="rnd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5752420" y="3982479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5862148" y="4004424"/>
              <a:ext cx="0" cy="175564"/>
            </a:xfrm>
            <a:custGeom>
              <a:avLst/>
              <a:pathLst>
                <a:path w="0" h="175564">
                  <a:moveTo>
                    <a:pt x="0" y="175564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5819483" y="4049542"/>
              <a:ext cx="85330" cy="85330"/>
            </a:xfrm>
            <a:prstGeom prst="ellipse">
              <a:avLst/>
            </a:prstGeom>
            <a:solidFill>
              <a:srgbClr val="19B51E">
                <a:alpha val="100000"/>
              </a:srgbClr>
            </a:solidFill>
            <a:ln w="21272" cap="rnd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5752420" y="420193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5862148" y="4223880"/>
              <a:ext cx="0" cy="175564"/>
            </a:xfrm>
            <a:custGeom>
              <a:avLst/>
              <a:pathLst>
                <a:path w="0" h="175564">
                  <a:moveTo>
                    <a:pt x="0" y="175564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5819483" y="4268998"/>
              <a:ext cx="85330" cy="85330"/>
            </a:xfrm>
            <a:prstGeom prst="ellipse">
              <a:avLst/>
            </a:prstGeom>
            <a:solidFill>
              <a:srgbClr val="4E79FF">
                <a:alpha val="100000"/>
              </a:srgbClr>
            </a:solidFill>
            <a:ln w="21272" cap="rnd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tx175"/>
            <p:cNvSpPr/>
            <p:nvPr/>
          </p:nvSpPr>
          <p:spPr>
            <a:xfrm>
              <a:off x="6054118" y="3793587"/>
              <a:ext cx="2055559" cy="126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FG1: slow-history and large-bodied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6054118" y="4013043"/>
              <a:ext cx="2246778" cy="126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FG2: broad niche and higher fecundity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6054118" y="4234175"/>
              <a:ext cx="1937925" cy="1248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FG3: restricted and low-dispersal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1148528" y="1961824"/>
              <a:ext cx="5950774" cy="1581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glmmTMB fixed effects; fast 95% CI at StdTmeanAnomalyRS = 0, 1, and median.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1148528" y="1710011"/>
              <a:ext cx="5102981" cy="1699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Two-way interaction: land use × FG (at fixed warming levels)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2026-03-26T19:10:45Z</dcterms:modified>
  <cp:category/>
</cp:coreProperties>
</file>