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6014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148528" y="2238751"/>
              <a:ext cx="4357167" cy="320512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g6"/>
            <p:cNvSpPr/>
            <p:nvPr/>
          </p:nvSpPr>
          <p:spPr>
            <a:xfrm>
              <a:off x="1346581" y="3302132"/>
              <a:ext cx="3961061" cy="1996059"/>
            </a:xfrm>
            <a:custGeom>
              <a:avLst/>
              <a:pathLst>
                <a:path w="3961061" h="1996059">
                  <a:moveTo>
                    <a:pt x="0" y="750101"/>
                  </a:moveTo>
                  <a:lnTo>
                    <a:pt x="16573" y="751599"/>
                  </a:lnTo>
                  <a:lnTo>
                    <a:pt x="33146" y="753238"/>
                  </a:lnTo>
                  <a:lnTo>
                    <a:pt x="49720" y="754481"/>
                  </a:lnTo>
                  <a:lnTo>
                    <a:pt x="66293" y="756957"/>
                  </a:lnTo>
                  <a:lnTo>
                    <a:pt x="82867" y="758570"/>
                  </a:lnTo>
                  <a:lnTo>
                    <a:pt x="99440" y="757987"/>
                  </a:lnTo>
                  <a:lnTo>
                    <a:pt x="116014" y="761813"/>
                  </a:lnTo>
                  <a:lnTo>
                    <a:pt x="132587" y="765659"/>
                  </a:lnTo>
                  <a:lnTo>
                    <a:pt x="149161" y="769236"/>
                  </a:lnTo>
                  <a:lnTo>
                    <a:pt x="165734" y="771441"/>
                  </a:lnTo>
                  <a:lnTo>
                    <a:pt x="182308" y="773668"/>
                  </a:lnTo>
                  <a:lnTo>
                    <a:pt x="198881" y="775900"/>
                  </a:lnTo>
                  <a:lnTo>
                    <a:pt x="215455" y="778081"/>
                  </a:lnTo>
                  <a:lnTo>
                    <a:pt x="232028" y="780233"/>
                  </a:lnTo>
                  <a:lnTo>
                    <a:pt x="248602" y="782421"/>
                  </a:lnTo>
                  <a:lnTo>
                    <a:pt x="265175" y="784584"/>
                  </a:lnTo>
                  <a:lnTo>
                    <a:pt x="281749" y="786499"/>
                  </a:lnTo>
                  <a:lnTo>
                    <a:pt x="298322" y="788885"/>
                  </a:lnTo>
                  <a:lnTo>
                    <a:pt x="314896" y="791645"/>
                  </a:lnTo>
                  <a:lnTo>
                    <a:pt x="331469" y="793670"/>
                  </a:lnTo>
                  <a:lnTo>
                    <a:pt x="348043" y="796062"/>
                  </a:lnTo>
                  <a:lnTo>
                    <a:pt x="364616" y="797402"/>
                  </a:lnTo>
                  <a:lnTo>
                    <a:pt x="381190" y="799519"/>
                  </a:lnTo>
                  <a:lnTo>
                    <a:pt x="397763" y="801806"/>
                  </a:lnTo>
                  <a:lnTo>
                    <a:pt x="414336" y="803750"/>
                  </a:lnTo>
                  <a:lnTo>
                    <a:pt x="430910" y="805895"/>
                  </a:lnTo>
                  <a:lnTo>
                    <a:pt x="447483" y="807939"/>
                  </a:lnTo>
                  <a:lnTo>
                    <a:pt x="464057" y="811241"/>
                  </a:lnTo>
                  <a:lnTo>
                    <a:pt x="480630" y="812667"/>
                  </a:lnTo>
                  <a:lnTo>
                    <a:pt x="497204" y="815203"/>
                  </a:lnTo>
                  <a:lnTo>
                    <a:pt x="513777" y="817322"/>
                  </a:lnTo>
                  <a:lnTo>
                    <a:pt x="530351" y="818400"/>
                  </a:lnTo>
                  <a:lnTo>
                    <a:pt x="546924" y="820942"/>
                  </a:lnTo>
                  <a:lnTo>
                    <a:pt x="563498" y="824661"/>
                  </a:lnTo>
                  <a:lnTo>
                    <a:pt x="580071" y="828380"/>
                  </a:lnTo>
                  <a:lnTo>
                    <a:pt x="596645" y="827704"/>
                  </a:lnTo>
                  <a:lnTo>
                    <a:pt x="613218" y="830161"/>
                  </a:lnTo>
                  <a:lnTo>
                    <a:pt x="629792" y="835518"/>
                  </a:lnTo>
                  <a:lnTo>
                    <a:pt x="646365" y="835977"/>
                  </a:lnTo>
                  <a:lnTo>
                    <a:pt x="662939" y="836498"/>
                  </a:lnTo>
                  <a:lnTo>
                    <a:pt x="679512" y="837394"/>
                  </a:lnTo>
                  <a:lnTo>
                    <a:pt x="696086" y="839659"/>
                  </a:lnTo>
                  <a:lnTo>
                    <a:pt x="712659" y="841940"/>
                  </a:lnTo>
                  <a:lnTo>
                    <a:pt x="729233" y="842862"/>
                  </a:lnTo>
                  <a:lnTo>
                    <a:pt x="745806" y="844022"/>
                  </a:lnTo>
                  <a:lnTo>
                    <a:pt x="762380" y="844447"/>
                  </a:lnTo>
                  <a:lnTo>
                    <a:pt x="778953" y="845903"/>
                  </a:lnTo>
                  <a:lnTo>
                    <a:pt x="795526" y="848433"/>
                  </a:lnTo>
                  <a:lnTo>
                    <a:pt x="812100" y="849159"/>
                  </a:lnTo>
                  <a:lnTo>
                    <a:pt x="828673" y="849954"/>
                  </a:lnTo>
                  <a:lnTo>
                    <a:pt x="845247" y="854231"/>
                  </a:lnTo>
                  <a:lnTo>
                    <a:pt x="861820" y="855232"/>
                  </a:lnTo>
                  <a:lnTo>
                    <a:pt x="878394" y="856266"/>
                  </a:lnTo>
                  <a:lnTo>
                    <a:pt x="894967" y="857420"/>
                  </a:lnTo>
                  <a:lnTo>
                    <a:pt x="911541" y="859623"/>
                  </a:lnTo>
                  <a:lnTo>
                    <a:pt x="928114" y="860975"/>
                  </a:lnTo>
                  <a:lnTo>
                    <a:pt x="944688" y="860371"/>
                  </a:lnTo>
                  <a:lnTo>
                    <a:pt x="961261" y="860578"/>
                  </a:lnTo>
                  <a:lnTo>
                    <a:pt x="977835" y="862355"/>
                  </a:lnTo>
                  <a:lnTo>
                    <a:pt x="994408" y="863308"/>
                  </a:lnTo>
                  <a:lnTo>
                    <a:pt x="1010982" y="863252"/>
                  </a:lnTo>
                  <a:lnTo>
                    <a:pt x="1027555" y="863333"/>
                  </a:lnTo>
                  <a:lnTo>
                    <a:pt x="1044129" y="866330"/>
                  </a:lnTo>
                  <a:lnTo>
                    <a:pt x="1060702" y="867325"/>
                  </a:lnTo>
                  <a:lnTo>
                    <a:pt x="1077276" y="868293"/>
                  </a:lnTo>
                  <a:lnTo>
                    <a:pt x="1093849" y="869332"/>
                  </a:lnTo>
                  <a:lnTo>
                    <a:pt x="1110423" y="868323"/>
                  </a:lnTo>
                  <a:lnTo>
                    <a:pt x="1126996" y="866483"/>
                  </a:lnTo>
                  <a:lnTo>
                    <a:pt x="1143570" y="864706"/>
                  </a:lnTo>
                  <a:lnTo>
                    <a:pt x="1160143" y="865517"/>
                  </a:lnTo>
                  <a:lnTo>
                    <a:pt x="1176716" y="867141"/>
                  </a:lnTo>
                  <a:lnTo>
                    <a:pt x="1193290" y="865250"/>
                  </a:lnTo>
                  <a:lnTo>
                    <a:pt x="1209863" y="865729"/>
                  </a:lnTo>
                  <a:lnTo>
                    <a:pt x="1226437" y="866036"/>
                  </a:lnTo>
                  <a:lnTo>
                    <a:pt x="1243010" y="866615"/>
                  </a:lnTo>
                  <a:lnTo>
                    <a:pt x="1259584" y="863111"/>
                  </a:lnTo>
                  <a:lnTo>
                    <a:pt x="1276157" y="859931"/>
                  </a:lnTo>
                  <a:lnTo>
                    <a:pt x="1292731" y="858071"/>
                  </a:lnTo>
                  <a:lnTo>
                    <a:pt x="1309304" y="859070"/>
                  </a:lnTo>
                  <a:lnTo>
                    <a:pt x="1325878" y="857587"/>
                  </a:lnTo>
                  <a:lnTo>
                    <a:pt x="1342451" y="858567"/>
                  </a:lnTo>
                  <a:lnTo>
                    <a:pt x="1359025" y="858169"/>
                  </a:lnTo>
                  <a:lnTo>
                    <a:pt x="1375598" y="858528"/>
                  </a:lnTo>
                  <a:lnTo>
                    <a:pt x="1392172" y="859992"/>
                  </a:lnTo>
                  <a:lnTo>
                    <a:pt x="1408745" y="858970"/>
                  </a:lnTo>
                  <a:lnTo>
                    <a:pt x="1425319" y="856962"/>
                  </a:lnTo>
                  <a:lnTo>
                    <a:pt x="1441892" y="853939"/>
                  </a:lnTo>
                  <a:lnTo>
                    <a:pt x="1458466" y="850847"/>
                  </a:lnTo>
                  <a:lnTo>
                    <a:pt x="1475039" y="851127"/>
                  </a:lnTo>
                  <a:lnTo>
                    <a:pt x="1491613" y="851353"/>
                  </a:lnTo>
                  <a:lnTo>
                    <a:pt x="1508186" y="849803"/>
                  </a:lnTo>
                  <a:lnTo>
                    <a:pt x="1524760" y="847288"/>
                  </a:lnTo>
                  <a:lnTo>
                    <a:pt x="1541333" y="846106"/>
                  </a:lnTo>
                  <a:lnTo>
                    <a:pt x="1557906" y="845068"/>
                  </a:lnTo>
                  <a:lnTo>
                    <a:pt x="1574480" y="844082"/>
                  </a:lnTo>
                  <a:lnTo>
                    <a:pt x="1591053" y="843336"/>
                  </a:lnTo>
                  <a:lnTo>
                    <a:pt x="1607627" y="840560"/>
                  </a:lnTo>
                  <a:lnTo>
                    <a:pt x="1624200" y="837338"/>
                  </a:lnTo>
                  <a:lnTo>
                    <a:pt x="1640774" y="834103"/>
                  </a:lnTo>
                  <a:lnTo>
                    <a:pt x="1657347" y="831193"/>
                  </a:lnTo>
                  <a:lnTo>
                    <a:pt x="1673921" y="828947"/>
                  </a:lnTo>
                  <a:lnTo>
                    <a:pt x="1690494" y="827624"/>
                  </a:lnTo>
                  <a:lnTo>
                    <a:pt x="1707068" y="826377"/>
                  </a:lnTo>
                  <a:lnTo>
                    <a:pt x="1723641" y="824551"/>
                  </a:lnTo>
                  <a:lnTo>
                    <a:pt x="1740215" y="821041"/>
                  </a:lnTo>
                  <a:lnTo>
                    <a:pt x="1756788" y="817159"/>
                  </a:lnTo>
                  <a:lnTo>
                    <a:pt x="1773362" y="812224"/>
                  </a:lnTo>
                  <a:lnTo>
                    <a:pt x="1789935" y="807677"/>
                  </a:lnTo>
                  <a:lnTo>
                    <a:pt x="1806509" y="804074"/>
                  </a:lnTo>
                  <a:lnTo>
                    <a:pt x="1823082" y="801745"/>
                  </a:lnTo>
                  <a:lnTo>
                    <a:pt x="1839656" y="799839"/>
                  </a:lnTo>
                  <a:lnTo>
                    <a:pt x="1856229" y="798096"/>
                  </a:lnTo>
                  <a:lnTo>
                    <a:pt x="1872803" y="793340"/>
                  </a:lnTo>
                  <a:lnTo>
                    <a:pt x="1889376" y="791437"/>
                  </a:lnTo>
                  <a:lnTo>
                    <a:pt x="1905950" y="788788"/>
                  </a:lnTo>
                  <a:lnTo>
                    <a:pt x="1922523" y="785411"/>
                  </a:lnTo>
                  <a:lnTo>
                    <a:pt x="1939096" y="782772"/>
                  </a:lnTo>
                  <a:lnTo>
                    <a:pt x="1955670" y="780093"/>
                  </a:lnTo>
                  <a:lnTo>
                    <a:pt x="1972243" y="775134"/>
                  </a:lnTo>
                  <a:lnTo>
                    <a:pt x="1988817" y="773357"/>
                  </a:lnTo>
                  <a:lnTo>
                    <a:pt x="2005390" y="769671"/>
                  </a:lnTo>
                  <a:lnTo>
                    <a:pt x="2021964" y="766757"/>
                  </a:lnTo>
                  <a:lnTo>
                    <a:pt x="2038537" y="761492"/>
                  </a:lnTo>
                  <a:lnTo>
                    <a:pt x="2055111" y="757654"/>
                  </a:lnTo>
                  <a:lnTo>
                    <a:pt x="2071684" y="755272"/>
                  </a:lnTo>
                  <a:lnTo>
                    <a:pt x="2088258" y="750740"/>
                  </a:lnTo>
                  <a:lnTo>
                    <a:pt x="2104831" y="745672"/>
                  </a:lnTo>
                  <a:lnTo>
                    <a:pt x="2121405" y="744087"/>
                  </a:lnTo>
                  <a:lnTo>
                    <a:pt x="2137978" y="739250"/>
                  </a:lnTo>
                  <a:lnTo>
                    <a:pt x="2154552" y="735353"/>
                  </a:lnTo>
                  <a:lnTo>
                    <a:pt x="2171125" y="729927"/>
                  </a:lnTo>
                  <a:lnTo>
                    <a:pt x="2187699" y="724376"/>
                  </a:lnTo>
                  <a:lnTo>
                    <a:pt x="2204272" y="719607"/>
                  </a:lnTo>
                  <a:lnTo>
                    <a:pt x="2220846" y="715860"/>
                  </a:lnTo>
                  <a:lnTo>
                    <a:pt x="2237419" y="712159"/>
                  </a:lnTo>
                  <a:lnTo>
                    <a:pt x="2253993" y="708413"/>
                  </a:lnTo>
                  <a:lnTo>
                    <a:pt x="2270566" y="704568"/>
                  </a:lnTo>
                  <a:lnTo>
                    <a:pt x="2287140" y="701625"/>
                  </a:lnTo>
                  <a:lnTo>
                    <a:pt x="2303713" y="697190"/>
                  </a:lnTo>
                  <a:lnTo>
                    <a:pt x="2320287" y="693359"/>
                  </a:lnTo>
                  <a:lnTo>
                    <a:pt x="2336860" y="689689"/>
                  </a:lnTo>
                  <a:lnTo>
                    <a:pt x="2353433" y="685922"/>
                  </a:lnTo>
                  <a:lnTo>
                    <a:pt x="2370007" y="682159"/>
                  </a:lnTo>
                  <a:lnTo>
                    <a:pt x="2386580" y="678513"/>
                  </a:lnTo>
                  <a:lnTo>
                    <a:pt x="2403154" y="674583"/>
                  </a:lnTo>
                  <a:lnTo>
                    <a:pt x="2419727" y="669725"/>
                  </a:lnTo>
                  <a:lnTo>
                    <a:pt x="2436301" y="663884"/>
                  </a:lnTo>
                  <a:lnTo>
                    <a:pt x="2452874" y="659242"/>
                  </a:lnTo>
                  <a:lnTo>
                    <a:pt x="2469448" y="652108"/>
                  </a:lnTo>
                  <a:lnTo>
                    <a:pt x="2486021" y="644867"/>
                  </a:lnTo>
                  <a:lnTo>
                    <a:pt x="2502595" y="633887"/>
                  </a:lnTo>
                  <a:lnTo>
                    <a:pt x="2519168" y="629526"/>
                  </a:lnTo>
                  <a:lnTo>
                    <a:pt x="2535742" y="622147"/>
                  </a:lnTo>
                  <a:lnTo>
                    <a:pt x="2552315" y="615518"/>
                  </a:lnTo>
                  <a:lnTo>
                    <a:pt x="2568889" y="608615"/>
                  </a:lnTo>
                  <a:lnTo>
                    <a:pt x="2585462" y="605321"/>
                  </a:lnTo>
                  <a:lnTo>
                    <a:pt x="2602036" y="599747"/>
                  </a:lnTo>
                  <a:lnTo>
                    <a:pt x="2618609" y="591411"/>
                  </a:lnTo>
                  <a:lnTo>
                    <a:pt x="2635183" y="581780"/>
                  </a:lnTo>
                  <a:lnTo>
                    <a:pt x="2651756" y="573942"/>
                  </a:lnTo>
                  <a:lnTo>
                    <a:pt x="2668330" y="569245"/>
                  </a:lnTo>
                  <a:lnTo>
                    <a:pt x="2684903" y="562571"/>
                  </a:lnTo>
                  <a:lnTo>
                    <a:pt x="2701477" y="555187"/>
                  </a:lnTo>
                  <a:lnTo>
                    <a:pt x="2718050" y="548416"/>
                  </a:lnTo>
                  <a:lnTo>
                    <a:pt x="2734623" y="541060"/>
                  </a:lnTo>
                  <a:lnTo>
                    <a:pt x="2751197" y="533692"/>
                  </a:lnTo>
                  <a:lnTo>
                    <a:pt x="2767770" y="526785"/>
                  </a:lnTo>
                  <a:lnTo>
                    <a:pt x="2784344" y="520221"/>
                  </a:lnTo>
                  <a:lnTo>
                    <a:pt x="2800917" y="515725"/>
                  </a:lnTo>
                  <a:lnTo>
                    <a:pt x="2817491" y="510117"/>
                  </a:lnTo>
                  <a:lnTo>
                    <a:pt x="2834064" y="505101"/>
                  </a:lnTo>
                  <a:lnTo>
                    <a:pt x="2850638" y="500097"/>
                  </a:lnTo>
                  <a:lnTo>
                    <a:pt x="2867211" y="495069"/>
                  </a:lnTo>
                  <a:lnTo>
                    <a:pt x="2883785" y="488226"/>
                  </a:lnTo>
                  <a:lnTo>
                    <a:pt x="2900358" y="480675"/>
                  </a:lnTo>
                  <a:lnTo>
                    <a:pt x="2916932" y="473675"/>
                  </a:lnTo>
                  <a:lnTo>
                    <a:pt x="2933505" y="465486"/>
                  </a:lnTo>
                  <a:lnTo>
                    <a:pt x="2950079" y="459087"/>
                  </a:lnTo>
                  <a:lnTo>
                    <a:pt x="2966652" y="453873"/>
                  </a:lnTo>
                  <a:lnTo>
                    <a:pt x="2983226" y="445133"/>
                  </a:lnTo>
                  <a:lnTo>
                    <a:pt x="2999799" y="437231"/>
                  </a:lnTo>
                  <a:lnTo>
                    <a:pt x="3016373" y="429549"/>
                  </a:lnTo>
                  <a:lnTo>
                    <a:pt x="3032946" y="422857"/>
                  </a:lnTo>
                  <a:lnTo>
                    <a:pt x="3049520" y="417175"/>
                  </a:lnTo>
                  <a:lnTo>
                    <a:pt x="3066093" y="411048"/>
                  </a:lnTo>
                  <a:lnTo>
                    <a:pt x="3082667" y="404729"/>
                  </a:lnTo>
                  <a:lnTo>
                    <a:pt x="3099240" y="398533"/>
                  </a:lnTo>
                  <a:lnTo>
                    <a:pt x="3115813" y="392066"/>
                  </a:lnTo>
                  <a:lnTo>
                    <a:pt x="3132387" y="385993"/>
                  </a:lnTo>
                  <a:lnTo>
                    <a:pt x="3148960" y="379748"/>
                  </a:lnTo>
                  <a:lnTo>
                    <a:pt x="3165534" y="371986"/>
                  </a:lnTo>
                  <a:lnTo>
                    <a:pt x="3182107" y="361294"/>
                  </a:lnTo>
                  <a:lnTo>
                    <a:pt x="3198681" y="354596"/>
                  </a:lnTo>
                  <a:lnTo>
                    <a:pt x="3215254" y="348906"/>
                  </a:lnTo>
                  <a:lnTo>
                    <a:pt x="3231828" y="342417"/>
                  </a:lnTo>
                  <a:lnTo>
                    <a:pt x="3248401" y="337917"/>
                  </a:lnTo>
                  <a:lnTo>
                    <a:pt x="3264975" y="329374"/>
                  </a:lnTo>
                  <a:lnTo>
                    <a:pt x="3281548" y="321460"/>
                  </a:lnTo>
                  <a:lnTo>
                    <a:pt x="3298122" y="316346"/>
                  </a:lnTo>
                  <a:lnTo>
                    <a:pt x="3314695" y="311403"/>
                  </a:lnTo>
                  <a:lnTo>
                    <a:pt x="3331269" y="303597"/>
                  </a:lnTo>
                  <a:lnTo>
                    <a:pt x="3347842" y="294779"/>
                  </a:lnTo>
                  <a:lnTo>
                    <a:pt x="3364416" y="287375"/>
                  </a:lnTo>
                  <a:lnTo>
                    <a:pt x="3380989" y="276237"/>
                  </a:lnTo>
                  <a:lnTo>
                    <a:pt x="3397563" y="265112"/>
                  </a:lnTo>
                  <a:lnTo>
                    <a:pt x="3414136" y="254446"/>
                  </a:lnTo>
                  <a:lnTo>
                    <a:pt x="3430710" y="247351"/>
                  </a:lnTo>
                  <a:lnTo>
                    <a:pt x="3447283" y="240773"/>
                  </a:lnTo>
                  <a:lnTo>
                    <a:pt x="3463857" y="234190"/>
                  </a:lnTo>
                  <a:lnTo>
                    <a:pt x="3480430" y="227610"/>
                  </a:lnTo>
                  <a:lnTo>
                    <a:pt x="3497003" y="217510"/>
                  </a:lnTo>
                  <a:lnTo>
                    <a:pt x="3513577" y="210277"/>
                  </a:lnTo>
                  <a:lnTo>
                    <a:pt x="3530150" y="202936"/>
                  </a:lnTo>
                  <a:lnTo>
                    <a:pt x="3546724" y="197540"/>
                  </a:lnTo>
                  <a:lnTo>
                    <a:pt x="3563297" y="192152"/>
                  </a:lnTo>
                  <a:lnTo>
                    <a:pt x="3579871" y="184982"/>
                  </a:lnTo>
                  <a:lnTo>
                    <a:pt x="3596444" y="177057"/>
                  </a:lnTo>
                  <a:lnTo>
                    <a:pt x="3613018" y="169273"/>
                  </a:lnTo>
                  <a:lnTo>
                    <a:pt x="3629591" y="161023"/>
                  </a:lnTo>
                  <a:lnTo>
                    <a:pt x="3646165" y="153022"/>
                  </a:lnTo>
                  <a:lnTo>
                    <a:pt x="3662738" y="145048"/>
                  </a:lnTo>
                  <a:lnTo>
                    <a:pt x="3679312" y="137067"/>
                  </a:lnTo>
                  <a:lnTo>
                    <a:pt x="3695885" y="129079"/>
                  </a:lnTo>
                  <a:lnTo>
                    <a:pt x="3712459" y="121085"/>
                  </a:lnTo>
                  <a:lnTo>
                    <a:pt x="3729032" y="113797"/>
                  </a:lnTo>
                  <a:lnTo>
                    <a:pt x="3745606" y="107142"/>
                  </a:lnTo>
                  <a:lnTo>
                    <a:pt x="3762179" y="100160"/>
                  </a:lnTo>
                  <a:lnTo>
                    <a:pt x="3778753" y="93176"/>
                  </a:lnTo>
                  <a:lnTo>
                    <a:pt x="3795326" y="86191"/>
                  </a:lnTo>
                  <a:lnTo>
                    <a:pt x="3811900" y="76272"/>
                  </a:lnTo>
                  <a:lnTo>
                    <a:pt x="3828473" y="65829"/>
                  </a:lnTo>
                  <a:lnTo>
                    <a:pt x="3845047" y="56666"/>
                  </a:lnTo>
                  <a:lnTo>
                    <a:pt x="3861620" y="48598"/>
                  </a:lnTo>
                  <a:lnTo>
                    <a:pt x="3878193" y="40843"/>
                  </a:lnTo>
                  <a:lnTo>
                    <a:pt x="3894767" y="33162"/>
                  </a:lnTo>
                  <a:lnTo>
                    <a:pt x="3911340" y="25477"/>
                  </a:lnTo>
                  <a:lnTo>
                    <a:pt x="3927914" y="17239"/>
                  </a:lnTo>
                  <a:lnTo>
                    <a:pt x="3944487" y="8421"/>
                  </a:lnTo>
                  <a:lnTo>
                    <a:pt x="3961061" y="0"/>
                  </a:lnTo>
                  <a:lnTo>
                    <a:pt x="3961061" y="1775428"/>
                  </a:lnTo>
                  <a:lnTo>
                    <a:pt x="3944487" y="1773885"/>
                  </a:lnTo>
                  <a:lnTo>
                    <a:pt x="3927914" y="1772332"/>
                  </a:lnTo>
                  <a:lnTo>
                    <a:pt x="3911340" y="1770743"/>
                  </a:lnTo>
                  <a:lnTo>
                    <a:pt x="3894767" y="1769144"/>
                  </a:lnTo>
                  <a:lnTo>
                    <a:pt x="3878193" y="1767537"/>
                  </a:lnTo>
                  <a:lnTo>
                    <a:pt x="3861620" y="1765923"/>
                  </a:lnTo>
                  <a:lnTo>
                    <a:pt x="3845047" y="1764296"/>
                  </a:lnTo>
                  <a:lnTo>
                    <a:pt x="3828473" y="1762621"/>
                  </a:lnTo>
                  <a:lnTo>
                    <a:pt x="3811900" y="1760314"/>
                  </a:lnTo>
                  <a:lnTo>
                    <a:pt x="3795326" y="1757914"/>
                  </a:lnTo>
                  <a:lnTo>
                    <a:pt x="3778753" y="1756822"/>
                  </a:lnTo>
                  <a:lnTo>
                    <a:pt x="3762179" y="1754413"/>
                  </a:lnTo>
                  <a:lnTo>
                    <a:pt x="3745606" y="1751873"/>
                  </a:lnTo>
                  <a:lnTo>
                    <a:pt x="3729032" y="1750170"/>
                  </a:lnTo>
                  <a:lnTo>
                    <a:pt x="3712459" y="1748598"/>
                  </a:lnTo>
                  <a:lnTo>
                    <a:pt x="3695885" y="1748152"/>
                  </a:lnTo>
                  <a:lnTo>
                    <a:pt x="3679312" y="1745376"/>
                  </a:lnTo>
                  <a:lnTo>
                    <a:pt x="3662738" y="1742569"/>
                  </a:lnTo>
                  <a:lnTo>
                    <a:pt x="3646165" y="1739896"/>
                  </a:lnTo>
                  <a:lnTo>
                    <a:pt x="3629591" y="1739108"/>
                  </a:lnTo>
                  <a:lnTo>
                    <a:pt x="3613018" y="1738282"/>
                  </a:lnTo>
                  <a:lnTo>
                    <a:pt x="3596444" y="1734783"/>
                  </a:lnTo>
                  <a:lnTo>
                    <a:pt x="3579871" y="1733704"/>
                  </a:lnTo>
                  <a:lnTo>
                    <a:pt x="3563297" y="1734291"/>
                  </a:lnTo>
                  <a:lnTo>
                    <a:pt x="3546724" y="1734188"/>
                  </a:lnTo>
                  <a:lnTo>
                    <a:pt x="3530150" y="1734461"/>
                  </a:lnTo>
                  <a:lnTo>
                    <a:pt x="3513577" y="1733720"/>
                  </a:lnTo>
                  <a:lnTo>
                    <a:pt x="3497003" y="1732973"/>
                  </a:lnTo>
                  <a:lnTo>
                    <a:pt x="3480430" y="1732147"/>
                  </a:lnTo>
                  <a:lnTo>
                    <a:pt x="3463857" y="1731050"/>
                  </a:lnTo>
                  <a:lnTo>
                    <a:pt x="3447283" y="1728687"/>
                  </a:lnTo>
                  <a:lnTo>
                    <a:pt x="3430710" y="1726280"/>
                  </a:lnTo>
                  <a:lnTo>
                    <a:pt x="3414136" y="1723849"/>
                  </a:lnTo>
                  <a:lnTo>
                    <a:pt x="3397563" y="1721393"/>
                  </a:lnTo>
                  <a:lnTo>
                    <a:pt x="3380989" y="1719257"/>
                  </a:lnTo>
                  <a:lnTo>
                    <a:pt x="3364416" y="1716531"/>
                  </a:lnTo>
                  <a:lnTo>
                    <a:pt x="3347842" y="1713487"/>
                  </a:lnTo>
                  <a:lnTo>
                    <a:pt x="3331269" y="1711252"/>
                  </a:lnTo>
                  <a:lnTo>
                    <a:pt x="3314695" y="1709283"/>
                  </a:lnTo>
                  <a:lnTo>
                    <a:pt x="3298122" y="1708492"/>
                  </a:lnTo>
                  <a:lnTo>
                    <a:pt x="3281548" y="1708720"/>
                  </a:lnTo>
                  <a:lnTo>
                    <a:pt x="3264975" y="1709060"/>
                  </a:lnTo>
                  <a:lnTo>
                    <a:pt x="3248401" y="1709552"/>
                  </a:lnTo>
                  <a:lnTo>
                    <a:pt x="3231828" y="1708517"/>
                  </a:lnTo>
                  <a:lnTo>
                    <a:pt x="3215254" y="1707809"/>
                  </a:lnTo>
                  <a:lnTo>
                    <a:pt x="3198681" y="1707292"/>
                  </a:lnTo>
                  <a:lnTo>
                    <a:pt x="3182107" y="1707550"/>
                  </a:lnTo>
                  <a:lnTo>
                    <a:pt x="3165534" y="1706937"/>
                  </a:lnTo>
                  <a:lnTo>
                    <a:pt x="3148960" y="1706500"/>
                  </a:lnTo>
                  <a:lnTo>
                    <a:pt x="3132387" y="1706912"/>
                  </a:lnTo>
                  <a:lnTo>
                    <a:pt x="3115813" y="1705368"/>
                  </a:lnTo>
                  <a:lnTo>
                    <a:pt x="3099240" y="1703663"/>
                  </a:lnTo>
                  <a:lnTo>
                    <a:pt x="3082667" y="1702235"/>
                  </a:lnTo>
                  <a:lnTo>
                    <a:pt x="3066093" y="1702144"/>
                  </a:lnTo>
                  <a:lnTo>
                    <a:pt x="3049520" y="1700478"/>
                  </a:lnTo>
                  <a:lnTo>
                    <a:pt x="3032946" y="1699300"/>
                  </a:lnTo>
                  <a:lnTo>
                    <a:pt x="3016373" y="1699067"/>
                  </a:lnTo>
                  <a:lnTo>
                    <a:pt x="2999799" y="1698956"/>
                  </a:lnTo>
                  <a:lnTo>
                    <a:pt x="2983226" y="1697259"/>
                  </a:lnTo>
                  <a:lnTo>
                    <a:pt x="2966652" y="1694482"/>
                  </a:lnTo>
                  <a:lnTo>
                    <a:pt x="2950079" y="1695693"/>
                  </a:lnTo>
                  <a:lnTo>
                    <a:pt x="2933505" y="1695500"/>
                  </a:lnTo>
                  <a:lnTo>
                    <a:pt x="2916932" y="1693670"/>
                  </a:lnTo>
                  <a:lnTo>
                    <a:pt x="2900358" y="1694373"/>
                  </a:lnTo>
                  <a:lnTo>
                    <a:pt x="2883785" y="1692950"/>
                  </a:lnTo>
                  <a:lnTo>
                    <a:pt x="2867211" y="1690073"/>
                  </a:lnTo>
                  <a:lnTo>
                    <a:pt x="2850638" y="1688924"/>
                  </a:lnTo>
                  <a:lnTo>
                    <a:pt x="2834064" y="1688383"/>
                  </a:lnTo>
                  <a:lnTo>
                    <a:pt x="2817491" y="1686867"/>
                  </a:lnTo>
                  <a:lnTo>
                    <a:pt x="2800917" y="1687421"/>
                  </a:lnTo>
                  <a:lnTo>
                    <a:pt x="2784344" y="1685486"/>
                  </a:lnTo>
                  <a:lnTo>
                    <a:pt x="2767770" y="1683508"/>
                  </a:lnTo>
                  <a:lnTo>
                    <a:pt x="2751197" y="1681955"/>
                  </a:lnTo>
                  <a:lnTo>
                    <a:pt x="2734623" y="1681253"/>
                  </a:lnTo>
                  <a:lnTo>
                    <a:pt x="2718050" y="1681229"/>
                  </a:lnTo>
                  <a:lnTo>
                    <a:pt x="2701477" y="1680960"/>
                  </a:lnTo>
                  <a:lnTo>
                    <a:pt x="2684903" y="1681217"/>
                  </a:lnTo>
                  <a:lnTo>
                    <a:pt x="2668330" y="1679886"/>
                  </a:lnTo>
                  <a:lnTo>
                    <a:pt x="2651756" y="1676818"/>
                  </a:lnTo>
                  <a:lnTo>
                    <a:pt x="2635183" y="1677142"/>
                  </a:lnTo>
                  <a:lnTo>
                    <a:pt x="2618609" y="1676513"/>
                  </a:lnTo>
                  <a:lnTo>
                    <a:pt x="2602036" y="1675719"/>
                  </a:lnTo>
                  <a:lnTo>
                    <a:pt x="2585462" y="1674780"/>
                  </a:lnTo>
                  <a:lnTo>
                    <a:pt x="2568889" y="1673790"/>
                  </a:lnTo>
                  <a:lnTo>
                    <a:pt x="2552315" y="1674446"/>
                  </a:lnTo>
                  <a:lnTo>
                    <a:pt x="2535742" y="1673323"/>
                  </a:lnTo>
                  <a:lnTo>
                    <a:pt x="2519168" y="1673493"/>
                  </a:lnTo>
                  <a:lnTo>
                    <a:pt x="2502595" y="1673047"/>
                  </a:lnTo>
                  <a:lnTo>
                    <a:pt x="2486021" y="1672162"/>
                  </a:lnTo>
                  <a:lnTo>
                    <a:pt x="2469448" y="1672005"/>
                  </a:lnTo>
                  <a:lnTo>
                    <a:pt x="2452874" y="1672239"/>
                  </a:lnTo>
                  <a:lnTo>
                    <a:pt x="2436301" y="1670480"/>
                  </a:lnTo>
                  <a:lnTo>
                    <a:pt x="2419727" y="1668472"/>
                  </a:lnTo>
                  <a:lnTo>
                    <a:pt x="2403154" y="1667621"/>
                  </a:lnTo>
                  <a:lnTo>
                    <a:pt x="2386580" y="1668195"/>
                  </a:lnTo>
                  <a:lnTo>
                    <a:pt x="2370007" y="1667097"/>
                  </a:lnTo>
                  <a:lnTo>
                    <a:pt x="2353433" y="1668683"/>
                  </a:lnTo>
                  <a:lnTo>
                    <a:pt x="2336860" y="1667941"/>
                  </a:lnTo>
                  <a:lnTo>
                    <a:pt x="2320287" y="1668049"/>
                  </a:lnTo>
                  <a:lnTo>
                    <a:pt x="2303713" y="1668154"/>
                  </a:lnTo>
                  <a:lnTo>
                    <a:pt x="2287140" y="1667171"/>
                  </a:lnTo>
                  <a:lnTo>
                    <a:pt x="2270566" y="1668703"/>
                  </a:lnTo>
                  <a:lnTo>
                    <a:pt x="2253993" y="1669662"/>
                  </a:lnTo>
                  <a:lnTo>
                    <a:pt x="2237419" y="1670350"/>
                  </a:lnTo>
                  <a:lnTo>
                    <a:pt x="2220846" y="1670742"/>
                  </a:lnTo>
                  <a:lnTo>
                    <a:pt x="2204272" y="1671212"/>
                  </a:lnTo>
                  <a:lnTo>
                    <a:pt x="2187699" y="1672617"/>
                  </a:lnTo>
                  <a:lnTo>
                    <a:pt x="2171125" y="1673074"/>
                  </a:lnTo>
                  <a:lnTo>
                    <a:pt x="2154552" y="1672488"/>
                  </a:lnTo>
                  <a:lnTo>
                    <a:pt x="2137978" y="1673049"/>
                  </a:lnTo>
                  <a:lnTo>
                    <a:pt x="2121405" y="1673024"/>
                  </a:lnTo>
                  <a:lnTo>
                    <a:pt x="2104831" y="1673393"/>
                  </a:lnTo>
                  <a:lnTo>
                    <a:pt x="2088258" y="1672697"/>
                  </a:lnTo>
                  <a:lnTo>
                    <a:pt x="2071684" y="1673336"/>
                  </a:lnTo>
                  <a:lnTo>
                    <a:pt x="2055111" y="1674183"/>
                  </a:lnTo>
                  <a:lnTo>
                    <a:pt x="2038537" y="1675053"/>
                  </a:lnTo>
                  <a:lnTo>
                    <a:pt x="2021964" y="1675899"/>
                  </a:lnTo>
                  <a:lnTo>
                    <a:pt x="2005390" y="1676739"/>
                  </a:lnTo>
                  <a:lnTo>
                    <a:pt x="1988817" y="1677582"/>
                  </a:lnTo>
                  <a:lnTo>
                    <a:pt x="1972243" y="1678403"/>
                  </a:lnTo>
                  <a:lnTo>
                    <a:pt x="1955670" y="1680084"/>
                  </a:lnTo>
                  <a:lnTo>
                    <a:pt x="1939096" y="1681514"/>
                  </a:lnTo>
                  <a:lnTo>
                    <a:pt x="1922523" y="1683960"/>
                  </a:lnTo>
                  <a:lnTo>
                    <a:pt x="1905950" y="1684920"/>
                  </a:lnTo>
                  <a:lnTo>
                    <a:pt x="1889376" y="1684922"/>
                  </a:lnTo>
                  <a:lnTo>
                    <a:pt x="1872803" y="1686036"/>
                  </a:lnTo>
                  <a:lnTo>
                    <a:pt x="1856229" y="1685862"/>
                  </a:lnTo>
                  <a:lnTo>
                    <a:pt x="1839656" y="1686547"/>
                  </a:lnTo>
                  <a:lnTo>
                    <a:pt x="1823082" y="1685907"/>
                  </a:lnTo>
                  <a:lnTo>
                    <a:pt x="1806509" y="1687154"/>
                  </a:lnTo>
                  <a:lnTo>
                    <a:pt x="1789935" y="1689067"/>
                  </a:lnTo>
                  <a:lnTo>
                    <a:pt x="1773362" y="1689318"/>
                  </a:lnTo>
                  <a:lnTo>
                    <a:pt x="1756788" y="1693093"/>
                  </a:lnTo>
                  <a:lnTo>
                    <a:pt x="1740215" y="1693331"/>
                  </a:lnTo>
                  <a:lnTo>
                    <a:pt x="1723641" y="1694468"/>
                  </a:lnTo>
                  <a:lnTo>
                    <a:pt x="1707068" y="1696735"/>
                  </a:lnTo>
                  <a:lnTo>
                    <a:pt x="1690494" y="1697969"/>
                  </a:lnTo>
                  <a:lnTo>
                    <a:pt x="1673921" y="1699584"/>
                  </a:lnTo>
                  <a:lnTo>
                    <a:pt x="1657347" y="1701281"/>
                  </a:lnTo>
                  <a:lnTo>
                    <a:pt x="1640774" y="1702964"/>
                  </a:lnTo>
                  <a:lnTo>
                    <a:pt x="1624200" y="1704022"/>
                  </a:lnTo>
                  <a:lnTo>
                    <a:pt x="1607627" y="1705276"/>
                  </a:lnTo>
                  <a:lnTo>
                    <a:pt x="1591053" y="1706937"/>
                  </a:lnTo>
                  <a:lnTo>
                    <a:pt x="1574480" y="1708162"/>
                  </a:lnTo>
                  <a:lnTo>
                    <a:pt x="1557906" y="1709032"/>
                  </a:lnTo>
                  <a:lnTo>
                    <a:pt x="1541333" y="1709717"/>
                  </a:lnTo>
                  <a:lnTo>
                    <a:pt x="1524760" y="1709594"/>
                  </a:lnTo>
                  <a:lnTo>
                    <a:pt x="1508186" y="1710070"/>
                  </a:lnTo>
                  <a:lnTo>
                    <a:pt x="1491613" y="1712284"/>
                  </a:lnTo>
                  <a:lnTo>
                    <a:pt x="1475039" y="1715805"/>
                  </a:lnTo>
                  <a:lnTo>
                    <a:pt x="1458466" y="1717597"/>
                  </a:lnTo>
                  <a:lnTo>
                    <a:pt x="1441892" y="1720850"/>
                  </a:lnTo>
                  <a:lnTo>
                    <a:pt x="1425319" y="1722529"/>
                  </a:lnTo>
                  <a:lnTo>
                    <a:pt x="1408745" y="1724307"/>
                  </a:lnTo>
                  <a:lnTo>
                    <a:pt x="1392172" y="1725104"/>
                  </a:lnTo>
                  <a:lnTo>
                    <a:pt x="1375598" y="1726424"/>
                  </a:lnTo>
                  <a:lnTo>
                    <a:pt x="1359025" y="1727516"/>
                  </a:lnTo>
                  <a:lnTo>
                    <a:pt x="1342451" y="1728418"/>
                  </a:lnTo>
                  <a:lnTo>
                    <a:pt x="1325878" y="1729980"/>
                  </a:lnTo>
                  <a:lnTo>
                    <a:pt x="1309304" y="1731450"/>
                  </a:lnTo>
                  <a:lnTo>
                    <a:pt x="1292731" y="1734844"/>
                  </a:lnTo>
                  <a:lnTo>
                    <a:pt x="1276157" y="1735522"/>
                  </a:lnTo>
                  <a:lnTo>
                    <a:pt x="1259584" y="1737888"/>
                  </a:lnTo>
                  <a:lnTo>
                    <a:pt x="1243010" y="1740551"/>
                  </a:lnTo>
                  <a:lnTo>
                    <a:pt x="1226437" y="1741845"/>
                  </a:lnTo>
                  <a:lnTo>
                    <a:pt x="1209863" y="1744236"/>
                  </a:lnTo>
                  <a:lnTo>
                    <a:pt x="1193290" y="1745835"/>
                  </a:lnTo>
                  <a:lnTo>
                    <a:pt x="1176716" y="1748335"/>
                  </a:lnTo>
                  <a:lnTo>
                    <a:pt x="1160143" y="1751346"/>
                  </a:lnTo>
                  <a:lnTo>
                    <a:pt x="1143570" y="1755083"/>
                  </a:lnTo>
                  <a:lnTo>
                    <a:pt x="1126996" y="1758231"/>
                  </a:lnTo>
                  <a:lnTo>
                    <a:pt x="1110423" y="1761296"/>
                  </a:lnTo>
                  <a:lnTo>
                    <a:pt x="1093849" y="1763279"/>
                  </a:lnTo>
                  <a:lnTo>
                    <a:pt x="1077276" y="1766596"/>
                  </a:lnTo>
                  <a:lnTo>
                    <a:pt x="1060702" y="1770107"/>
                  </a:lnTo>
                  <a:lnTo>
                    <a:pt x="1044129" y="1773573"/>
                  </a:lnTo>
                  <a:lnTo>
                    <a:pt x="1027555" y="1776541"/>
                  </a:lnTo>
                  <a:lnTo>
                    <a:pt x="1010982" y="1779216"/>
                  </a:lnTo>
                  <a:lnTo>
                    <a:pt x="994408" y="1782367"/>
                  </a:lnTo>
                  <a:lnTo>
                    <a:pt x="977835" y="1785354"/>
                  </a:lnTo>
                  <a:lnTo>
                    <a:pt x="961261" y="1789051"/>
                  </a:lnTo>
                  <a:lnTo>
                    <a:pt x="944688" y="1792676"/>
                  </a:lnTo>
                  <a:lnTo>
                    <a:pt x="928114" y="1795548"/>
                  </a:lnTo>
                  <a:lnTo>
                    <a:pt x="911541" y="1799699"/>
                  </a:lnTo>
                  <a:lnTo>
                    <a:pt x="894967" y="1802883"/>
                  </a:lnTo>
                  <a:lnTo>
                    <a:pt x="878394" y="1805746"/>
                  </a:lnTo>
                  <a:lnTo>
                    <a:pt x="861820" y="1808721"/>
                  </a:lnTo>
                  <a:lnTo>
                    <a:pt x="845247" y="1812520"/>
                  </a:lnTo>
                  <a:lnTo>
                    <a:pt x="828673" y="1816348"/>
                  </a:lnTo>
                  <a:lnTo>
                    <a:pt x="812100" y="1819808"/>
                  </a:lnTo>
                  <a:lnTo>
                    <a:pt x="795526" y="1823025"/>
                  </a:lnTo>
                  <a:lnTo>
                    <a:pt x="778953" y="1827400"/>
                  </a:lnTo>
                  <a:lnTo>
                    <a:pt x="762380" y="1831169"/>
                  </a:lnTo>
                  <a:lnTo>
                    <a:pt x="745806" y="1834557"/>
                  </a:lnTo>
                  <a:lnTo>
                    <a:pt x="729233" y="1838437"/>
                  </a:lnTo>
                  <a:lnTo>
                    <a:pt x="712659" y="1841755"/>
                  </a:lnTo>
                  <a:lnTo>
                    <a:pt x="696086" y="1845020"/>
                  </a:lnTo>
                  <a:lnTo>
                    <a:pt x="679512" y="1848731"/>
                  </a:lnTo>
                  <a:lnTo>
                    <a:pt x="662939" y="1851882"/>
                  </a:lnTo>
                  <a:lnTo>
                    <a:pt x="646365" y="1855111"/>
                  </a:lnTo>
                  <a:lnTo>
                    <a:pt x="629792" y="1857561"/>
                  </a:lnTo>
                  <a:lnTo>
                    <a:pt x="613218" y="1859075"/>
                  </a:lnTo>
                  <a:lnTo>
                    <a:pt x="596645" y="1862803"/>
                  </a:lnTo>
                  <a:lnTo>
                    <a:pt x="580071" y="1865274"/>
                  </a:lnTo>
                  <a:lnTo>
                    <a:pt x="563498" y="1868695"/>
                  </a:lnTo>
                  <a:lnTo>
                    <a:pt x="546924" y="1872447"/>
                  </a:lnTo>
                  <a:lnTo>
                    <a:pt x="530351" y="1874874"/>
                  </a:lnTo>
                  <a:lnTo>
                    <a:pt x="513777" y="1878218"/>
                  </a:lnTo>
                  <a:lnTo>
                    <a:pt x="497204" y="1881373"/>
                  </a:lnTo>
                  <a:lnTo>
                    <a:pt x="480630" y="1885445"/>
                  </a:lnTo>
                  <a:lnTo>
                    <a:pt x="464057" y="1888263"/>
                  </a:lnTo>
                  <a:lnTo>
                    <a:pt x="447483" y="1892306"/>
                  </a:lnTo>
                  <a:lnTo>
                    <a:pt x="430910" y="1896449"/>
                  </a:lnTo>
                  <a:lnTo>
                    <a:pt x="414336" y="1899812"/>
                  </a:lnTo>
                  <a:lnTo>
                    <a:pt x="397763" y="1903715"/>
                  </a:lnTo>
                  <a:lnTo>
                    <a:pt x="381190" y="1908267"/>
                  </a:lnTo>
                  <a:lnTo>
                    <a:pt x="364616" y="1912102"/>
                  </a:lnTo>
                  <a:lnTo>
                    <a:pt x="348043" y="1916292"/>
                  </a:lnTo>
                  <a:lnTo>
                    <a:pt x="331469" y="1919942"/>
                  </a:lnTo>
                  <a:lnTo>
                    <a:pt x="314896" y="1924607"/>
                  </a:lnTo>
                  <a:lnTo>
                    <a:pt x="298322" y="1928458"/>
                  </a:lnTo>
                  <a:lnTo>
                    <a:pt x="281749" y="1932878"/>
                  </a:lnTo>
                  <a:lnTo>
                    <a:pt x="265175" y="1936613"/>
                  </a:lnTo>
                  <a:lnTo>
                    <a:pt x="248602" y="1940786"/>
                  </a:lnTo>
                  <a:lnTo>
                    <a:pt x="232028" y="1943596"/>
                  </a:lnTo>
                  <a:lnTo>
                    <a:pt x="215455" y="1946161"/>
                  </a:lnTo>
                  <a:lnTo>
                    <a:pt x="198881" y="1950706"/>
                  </a:lnTo>
                  <a:lnTo>
                    <a:pt x="182308" y="1954261"/>
                  </a:lnTo>
                  <a:lnTo>
                    <a:pt x="165734" y="1956508"/>
                  </a:lnTo>
                  <a:lnTo>
                    <a:pt x="149161" y="1960246"/>
                  </a:lnTo>
                  <a:lnTo>
                    <a:pt x="132587" y="1964503"/>
                  </a:lnTo>
                  <a:lnTo>
                    <a:pt x="116014" y="1967609"/>
                  </a:lnTo>
                  <a:lnTo>
                    <a:pt x="99440" y="1971266"/>
                  </a:lnTo>
                  <a:lnTo>
                    <a:pt x="82867" y="1975534"/>
                  </a:lnTo>
                  <a:lnTo>
                    <a:pt x="66293" y="1979749"/>
                  </a:lnTo>
                  <a:lnTo>
                    <a:pt x="49720" y="1983715"/>
                  </a:lnTo>
                  <a:lnTo>
                    <a:pt x="33146" y="1986574"/>
                  </a:lnTo>
                  <a:lnTo>
                    <a:pt x="16573" y="1991326"/>
                  </a:lnTo>
                  <a:lnTo>
                    <a:pt x="0" y="1996059"/>
                  </a:lnTo>
                  <a:close/>
                </a:path>
              </a:pathLst>
            </a:custGeom>
            <a:solidFill>
              <a:srgbClr val="F05A5A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346581" y="3302132"/>
              <a:ext cx="3961061" cy="869332"/>
            </a:xfrm>
            <a:custGeom>
              <a:avLst/>
              <a:pathLst>
                <a:path w="3961061" h="869332">
                  <a:moveTo>
                    <a:pt x="0" y="750101"/>
                  </a:moveTo>
                  <a:lnTo>
                    <a:pt x="16573" y="751599"/>
                  </a:lnTo>
                  <a:lnTo>
                    <a:pt x="33146" y="753238"/>
                  </a:lnTo>
                  <a:lnTo>
                    <a:pt x="49720" y="754481"/>
                  </a:lnTo>
                  <a:lnTo>
                    <a:pt x="66293" y="756957"/>
                  </a:lnTo>
                  <a:lnTo>
                    <a:pt x="82867" y="758570"/>
                  </a:lnTo>
                  <a:lnTo>
                    <a:pt x="99440" y="757987"/>
                  </a:lnTo>
                  <a:lnTo>
                    <a:pt x="116014" y="761813"/>
                  </a:lnTo>
                  <a:lnTo>
                    <a:pt x="132587" y="765659"/>
                  </a:lnTo>
                  <a:lnTo>
                    <a:pt x="149161" y="769236"/>
                  </a:lnTo>
                  <a:lnTo>
                    <a:pt x="165734" y="771441"/>
                  </a:lnTo>
                  <a:lnTo>
                    <a:pt x="182308" y="773668"/>
                  </a:lnTo>
                  <a:lnTo>
                    <a:pt x="198881" y="775900"/>
                  </a:lnTo>
                  <a:lnTo>
                    <a:pt x="215455" y="778081"/>
                  </a:lnTo>
                  <a:lnTo>
                    <a:pt x="232028" y="780233"/>
                  </a:lnTo>
                  <a:lnTo>
                    <a:pt x="248602" y="782421"/>
                  </a:lnTo>
                  <a:lnTo>
                    <a:pt x="265175" y="784584"/>
                  </a:lnTo>
                  <a:lnTo>
                    <a:pt x="281749" y="786499"/>
                  </a:lnTo>
                  <a:lnTo>
                    <a:pt x="298322" y="788885"/>
                  </a:lnTo>
                  <a:lnTo>
                    <a:pt x="314896" y="791645"/>
                  </a:lnTo>
                  <a:lnTo>
                    <a:pt x="331469" y="793670"/>
                  </a:lnTo>
                  <a:lnTo>
                    <a:pt x="348043" y="796062"/>
                  </a:lnTo>
                  <a:lnTo>
                    <a:pt x="364616" y="797402"/>
                  </a:lnTo>
                  <a:lnTo>
                    <a:pt x="381190" y="799519"/>
                  </a:lnTo>
                  <a:lnTo>
                    <a:pt x="397763" y="801806"/>
                  </a:lnTo>
                  <a:lnTo>
                    <a:pt x="414336" y="803750"/>
                  </a:lnTo>
                  <a:lnTo>
                    <a:pt x="430910" y="805895"/>
                  </a:lnTo>
                  <a:lnTo>
                    <a:pt x="447483" y="807939"/>
                  </a:lnTo>
                  <a:lnTo>
                    <a:pt x="464057" y="811241"/>
                  </a:lnTo>
                  <a:lnTo>
                    <a:pt x="480630" y="812667"/>
                  </a:lnTo>
                  <a:lnTo>
                    <a:pt x="497204" y="815203"/>
                  </a:lnTo>
                  <a:lnTo>
                    <a:pt x="513777" y="817322"/>
                  </a:lnTo>
                  <a:lnTo>
                    <a:pt x="530351" y="818400"/>
                  </a:lnTo>
                  <a:lnTo>
                    <a:pt x="546924" y="820942"/>
                  </a:lnTo>
                  <a:lnTo>
                    <a:pt x="563498" y="824661"/>
                  </a:lnTo>
                  <a:lnTo>
                    <a:pt x="580071" y="828380"/>
                  </a:lnTo>
                  <a:lnTo>
                    <a:pt x="596645" y="827704"/>
                  </a:lnTo>
                  <a:lnTo>
                    <a:pt x="613218" y="830161"/>
                  </a:lnTo>
                  <a:lnTo>
                    <a:pt x="629792" y="835518"/>
                  </a:lnTo>
                  <a:lnTo>
                    <a:pt x="646365" y="835977"/>
                  </a:lnTo>
                  <a:lnTo>
                    <a:pt x="662939" y="836498"/>
                  </a:lnTo>
                  <a:lnTo>
                    <a:pt x="679512" y="837394"/>
                  </a:lnTo>
                  <a:lnTo>
                    <a:pt x="696086" y="839659"/>
                  </a:lnTo>
                  <a:lnTo>
                    <a:pt x="712659" y="841940"/>
                  </a:lnTo>
                  <a:lnTo>
                    <a:pt x="729233" y="842862"/>
                  </a:lnTo>
                  <a:lnTo>
                    <a:pt x="745806" y="844022"/>
                  </a:lnTo>
                  <a:lnTo>
                    <a:pt x="762380" y="844447"/>
                  </a:lnTo>
                  <a:lnTo>
                    <a:pt x="778953" y="845903"/>
                  </a:lnTo>
                  <a:lnTo>
                    <a:pt x="795526" y="848433"/>
                  </a:lnTo>
                  <a:lnTo>
                    <a:pt x="812100" y="849159"/>
                  </a:lnTo>
                  <a:lnTo>
                    <a:pt x="828673" y="849954"/>
                  </a:lnTo>
                  <a:lnTo>
                    <a:pt x="845247" y="854231"/>
                  </a:lnTo>
                  <a:lnTo>
                    <a:pt x="861820" y="855232"/>
                  </a:lnTo>
                  <a:lnTo>
                    <a:pt x="878394" y="856266"/>
                  </a:lnTo>
                  <a:lnTo>
                    <a:pt x="894967" y="857420"/>
                  </a:lnTo>
                  <a:lnTo>
                    <a:pt x="911541" y="859623"/>
                  </a:lnTo>
                  <a:lnTo>
                    <a:pt x="928114" y="860975"/>
                  </a:lnTo>
                  <a:lnTo>
                    <a:pt x="944688" y="860371"/>
                  </a:lnTo>
                  <a:lnTo>
                    <a:pt x="961261" y="860578"/>
                  </a:lnTo>
                  <a:lnTo>
                    <a:pt x="977835" y="862355"/>
                  </a:lnTo>
                  <a:lnTo>
                    <a:pt x="994408" y="863308"/>
                  </a:lnTo>
                  <a:lnTo>
                    <a:pt x="1010982" y="863252"/>
                  </a:lnTo>
                  <a:lnTo>
                    <a:pt x="1027555" y="863333"/>
                  </a:lnTo>
                  <a:lnTo>
                    <a:pt x="1044129" y="866330"/>
                  </a:lnTo>
                  <a:lnTo>
                    <a:pt x="1060702" y="867325"/>
                  </a:lnTo>
                  <a:lnTo>
                    <a:pt x="1077276" y="868293"/>
                  </a:lnTo>
                  <a:lnTo>
                    <a:pt x="1093849" y="869332"/>
                  </a:lnTo>
                  <a:lnTo>
                    <a:pt x="1110423" y="868323"/>
                  </a:lnTo>
                  <a:lnTo>
                    <a:pt x="1126996" y="866483"/>
                  </a:lnTo>
                  <a:lnTo>
                    <a:pt x="1143570" y="864706"/>
                  </a:lnTo>
                  <a:lnTo>
                    <a:pt x="1160143" y="865517"/>
                  </a:lnTo>
                  <a:lnTo>
                    <a:pt x="1176716" y="867141"/>
                  </a:lnTo>
                  <a:lnTo>
                    <a:pt x="1193290" y="865250"/>
                  </a:lnTo>
                  <a:lnTo>
                    <a:pt x="1209863" y="865729"/>
                  </a:lnTo>
                  <a:lnTo>
                    <a:pt x="1226437" y="866036"/>
                  </a:lnTo>
                  <a:lnTo>
                    <a:pt x="1243010" y="866615"/>
                  </a:lnTo>
                  <a:lnTo>
                    <a:pt x="1259584" y="863111"/>
                  </a:lnTo>
                  <a:lnTo>
                    <a:pt x="1276157" y="859931"/>
                  </a:lnTo>
                  <a:lnTo>
                    <a:pt x="1292731" y="858071"/>
                  </a:lnTo>
                  <a:lnTo>
                    <a:pt x="1309304" y="859070"/>
                  </a:lnTo>
                  <a:lnTo>
                    <a:pt x="1325878" y="857587"/>
                  </a:lnTo>
                  <a:lnTo>
                    <a:pt x="1342451" y="858567"/>
                  </a:lnTo>
                  <a:lnTo>
                    <a:pt x="1359025" y="858169"/>
                  </a:lnTo>
                  <a:lnTo>
                    <a:pt x="1375598" y="858528"/>
                  </a:lnTo>
                  <a:lnTo>
                    <a:pt x="1392172" y="859992"/>
                  </a:lnTo>
                  <a:lnTo>
                    <a:pt x="1408745" y="858970"/>
                  </a:lnTo>
                  <a:lnTo>
                    <a:pt x="1425319" y="856962"/>
                  </a:lnTo>
                  <a:lnTo>
                    <a:pt x="1441892" y="853939"/>
                  </a:lnTo>
                  <a:lnTo>
                    <a:pt x="1458466" y="850847"/>
                  </a:lnTo>
                  <a:lnTo>
                    <a:pt x="1475039" y="851127"/>
                  </a:lnTo>
                  <a:lnTo>
                    <a:pt x="1491613" y="851353"/>
                  </a:lnTo>
                  <a:lnTo>
                    <a:pt x="1508186" y="849803"/>
                  </a:lnTo>
                  <a:lnTo>
                    <a:pt x="1524760" y="847288"/>
                  </a:lnTo>
                  <a:lnTo>
                    <a:pt x="1541333" y="846106"/>
                  </a:lnTo>
                  <a:lnTo>
                    <a:pt x="1557906" y="845068"/>
                  </a:lnTo>
                  <a:lnTo>
                    <a:pt x="1574480" y="844082"/>
                  </a:lnTo>
                  <a:lnTo>
                    <a:pt x="1591053" y="843336"/>
                  </a:lnTo>
                  <a:lnTo>
                    <a:pt x="1607627" y="840560"/>
                  </a:lnTo>
                  <a:lnTo>
                    <a:pt x="1624200" y="837338"/>
                  </a:lnTo>
                  <a:lnTo>
                    <a:pt x="1640774" y="834103"/>
                  </a:lnTo>
                  <a:lnTo>
                    <a:pt x="1657347" y="831193"/>
                  </a:lnTo>
                  <a:lnTo>
                    <a:pt x="1673921" y="828947"/>
                  </a:lnTo>
                  <a:lnTo>
                    <a:pt x="1690494" y="827624"/>
                  </a:lnTo>
                  <a:lnTo>
                    <a:pt x="1707068" y="826377"/>
                  </a:lnTo>
                  <a:lnTo>
                    <a:pt x="1723641" y="824551"/>
                  </a:lnTo>
                  <a:lnTo>
                    <a:pt x="1740215" y="821041"/>
                  </a:lnTo>
                  <a:lnTo>
                    <a:pt x="1756788" y="817159"/>
                  </a:lnTo>
                  <a:lnTo>
                    <a:pt x="1773362" y="812224"/>
                  </a:lnTo>
                  <a:lnTo>
                    <a:pt x="1789935" y="807677"/>
                  </a:lnTo>
                  <a:lnTo>
                    <a:pt x="1806509" y="804074"/>
                  </a:lnTo>
                  <a:lnTo>
                    <a:pt x="1823082" y="801745"/>
                  </a:lnTo>
                  <a:lnTo>
                    <a:pt x="1839656" y="799839"/>
                  </a:lnTo>
                  <a:lnTo>
                    <a:pt x="1856229" y="798096"/>
                  </a:lnTo>
                  <a:lnTo>
                    <a:pt x="1872803" y="793340"/>
                  </a:lnTo>
                  <a:lnTo>
                    <a:pt x="1889376" y="791437"/>
                  </a:lnTo>
                  <a:lnTo>
                    <a:pt x="1905950" y="788788"/>
                  </a:lnTo>
                  <a:lnTo>
                    <a:pt x="1922523" y="785411"/>
                  </a:lnTo>
                  <a:lnTo>
                    <a:pt x="1939096" y="782772"/>
                  </a:lnTo>
                  <a:lnTo>
                    <a:pt x="1955670" y="780093"/>
                  </a:lnTo>
                  <a:lnTo>
                    <a:pt x="1972243" y="775134"/>
                  </a:lnTo>
                  <a:lnTo>
                    <a:pt x="1988817" y="773357"/>
                  </a:lnTo>
                  <a:lnTo>
                    <a:pt x="2005390" y="769671"/>
                  </a:lnTo>
                  <a:lnTo>
                    <a:pt x="2021964" y="766757"/>
                  </a:lnTo>
                  <a:lnTo>
                    <a:pt x="2038537" y="761492"/>
                  </a:lnTo>
                  <a:lnTo>
                    <a:pt x="2055111" y="757654"/>
                  </a:lnTo>
                  <a:lnTo>
                    <a:pt x="2071684" y="755272"/>
                  </a:lnTo>
                  <a:lnTo>
                    <a:pt x="2088258" y="750740"/>
                  </a:lnTo>
                  <a:lnTo>
                    <a:pt x="2104831" y="745672"/>
                  </a:lnTo>
                  <a:lnTo>
                    <a:pt x="2121405" y="744087"/>
                  </a:lnTo>
                  <a:lnTo>
                    <a:pt x="2137978" y="739250"/>
                  </a:lnTo>
                  <a:lnTo>
                    <a:pt x="2154552" y="735353"/>
                  </a:lnTo>
                  <a:lnTo>
                    <a:pt x="2171125" y="729927"/>
                  </a:lnTo>
                  <a:lnTo>
                    <a:pt x="2187699" y="724376"/>
                  </a:lnTo>
                  <a:lnTo>
                    <a:pt x="2204272" y="719607"/>
                  </a:lnTo>
                  <a:lnTo>
                    <a:pt x="2220846" y="715860"/>
                  </a:lnTo>
                  <a:lnTo>
                    <a:pt x="2237419" y="712159"/>
                  </a:lnTo>
                  <a:lnTo>
                    <a:pt x="2253993" y="708413"/>
                  </a:lnTo>
                  <a:lnTo>
                    <a:pt x="2270566" y="704568"/>
                  </a:lnTo>
                  <a:lnTo>
                    <a:pt x="2287140" y="701625"/>
                  </a:lnTo>
                  <a:lnTo>
                    <a:pt x="2303713" y="697190"/>
                  </a:lnTo>
                  <a:lnTo>
                    <a:pt x="2320287" y="693359"/>
                  </a:lnTo>
                  <a:lnTo>
                    <a:pt x="2336860" y="689689"/>
                  </a:lnTo>
                  <a:lnTo>
                    <a:pt x="2353433" y="685922"/>
                  </a:lnTo>
                  <a:lnTo>
                    <a:pt x="2370007" y="682159"/>
                  </a:lnTo>
                  <a:lnTo>
                    <a:pt x="2386580" y="678513"/>
                  </a:lnTo>
                  <a:lnTo>
                    <a:pt x="2403154" y="674583"/>
                  </a:lnTo>
                  <a:lnTo>
                    <a:pt x="2419727" y="669725"/>
                  </a:lnTo>
                  <a:lnTo>
                    <a:pt x="2436301" y="663884"/>
                  </a:lnTo>
                  <a:lnTo>
                    <a:pt x="2452874" y="659242"/>
                  </a:lnTo>
                  <a:lnTo>
                    <a:pt x="2469448" y="652108"/>
                  </a:lnTo>
                  <a:lnTo>
                    <a:pt x="2486021" y="644867"/>
                  </a:lnTo>
                  <a:lnTo>
                    <a:pt x="2502595" y="633887"/>
                  </a:lnTo>
                  <a:lnTo>
                    <a:pt x="2519168" y="629526"/>
                  </a:lnTo>
                  <a:lnTo>
                    <a:pt x="2535742" y="622147"/>
                  </a:lnTo>
                  <a:lnTo>
                    <a:pt x="2552315" y="615518"/>
                  </a:lnTo>
                  <a:lnTo>
                    <a:pt x="2568889" y="608615"/>
                  </a:lnTo>
                  <a:lnTo>
                    <a:pt x="2585462" y="605321"/>
                  </a:lnTo>
                  <a:lnTo>
                    <a:pt x="2602036" y="599747"/>
                  </a:lnTo>
                  <a:lnTo>
                    <a:pt x="2618609" y="591411"/>
                  </a:lnTo>
                  <a:lnTo>
                    <a:pt x="2635183" y="581780"/>
                  </a:lnTo>
                  <a:lnTo>
                    <a:pt x="2651756" y="573942"/>
                  </a:lnTo>
                  <a:lnTo>
                    <a:pt x="2668330" y="569245"/>
                  </a:lnTo>
                  <a:lnTo>
                    <a:pt x="2684903" y="562571"/>
                  </a:lnTo>
                  <a:lnTo>
                    <a:pt x="2701477" y="555187"/>
                  </a:lnTo>
                  <a:lnTo>
                    <a:pt x="2718050" y="548416"/>
                  </a:lnTo>
                  <a:lnTo>
                    <a:pt x="2734623" y="541060"/>
                  </a:lnTo>
                  <a:lnTo>
                    <a:pt x="2751197" y="533692"/>
                  </a:lnTo>
                  <a:lnTo>
                    <a:pt x="2767770" y="526785"/>
                  </a:lnTo>
                  <a:lnTo>
                    <a:pt x="2784344" y="520221"/>
                  </a:lnTo>
                  <a:lnTo>
                    <a:pt x="2800917" y="515725"/>
                  </a:lnTo>
                  <a:lnTo>
                    <a:pt x="2817491" y="510117"/>
                  </a:lnTo>
                  <a:lnTo>
                    <a:pt x="2834064" y="505101"/>
                  </a:lnTo>
                  <a:lnTo>
                    <a:pt x="2850638" y="500097"/>
                  </a:lnTo>
                  <a:lnTo>
                    <a:pt x="2867211" y="495069"/>
                  </a:lnTo>
                  <a:lnTo>
                    <a:pt x="2883785" y="488226"/>
                  </a:lnTo>
                  <a:lnTo>
                    <a:pt x="2900358" y="480675"/>
                  </a:lnTo>
                  <a:lnTo>
                    <a:pt x="2916932" y="473675"/>
                  </a:lnTo>
                  <a:lnTo>
                    <a:pt x="2933505" y="465486"/>
                  </a:lnTo>
                  <a:lnTo>
                    <a:pt x="2950079" y="459087"/>
                  </a:lnTo>
                  <a:lnTo>
                    <a:pt x="2966652" y="453873"/>
                  </a:lnTo>
                  <a:lnTo>
                    <a:pt x="2983226" y="445133"/>
                  </a:lnTo>
                  <a:lnTo>
                    <a:pt x="2999799" y="437231"/>
                  </a:lnTo>
                  <a:lnTo>
                    <a:pt x="3016373" y="429549"/>
                  </a:lnTo>
                  <a:lnTo>
                    <a:pt x="3032946" y="422857"/>
                  </a:lnTo>
                  <a:lnTo>
                    <a:pt x="3049520" y="417175"/>
                  </a:lnTo>
                  <a:lnTo>
                    <a:pt x="3066093" y="411048"/>
                  </a:lnTo>
                  <a:lnTo>
                    <a:pt x="3082667" y="404729"/>
                  </a:lnTo>
                  <a:lnTo>
                    <a:pt x="3099240" y="398533"/>
                  </a:lnTo>
                  <a:lnTo>
                    <a:pt x="3115813" y="392066"/>
                  </a:lnTo>
                  <a:lnTo>
                    <a:pt x="3132387" y="385993"/>
                  </a:lnTo>
                  <a:lnTo>
                    <a:pt x="3148960" y="379748"/>
                  </a:lnTo>
                  <a:lnTo>
                    <a:pt x="3165534" y="371986"/>
                  </a:lnTo>
                  <a:lnTo>
                    <a:pt x="3182107" y="361294"/>
                  </a:lnTo>
                  <a:lnTo>
                    <a:pt x="3198681" y="354596"/>
                  </a:lnTo>
                  <a:lnTo>
                    <a:pt x="3215254" y="348906"/>
                  </a:lnTo>
                  <a:lnTo>
                    <a:pt x="3231828" y="342417"/>
                  </a:lnTo>
                  <a:lnTo>
                    <a:pt x="3248401" y="337917"/>
                  </a:lnTo>
                  <a:lnTo>
                    <a:pt x="3264975" y="329374"/>
                  </a:lnTo>
                  <a:lnTo>
                    <a:pt x="3281548" y="321460"/>
                  </a:lnTo>
                  <a:lnTo>
                    <a:pt x="3298122" y="316346"/>
                  </a:lnTo>
                  <a:lnTo>
                    <a:pt x="3314695" y="311403"/>
                  </a:lnTo>
                  <a:lnTo>
                    <a:pt x="3331269" y="303597"/>
                  </a:lnTo>
                  <a:lnTo>
                    <a:pt x="3347842" y="294779"/>
                  </a:lnTo>
                  <a:lnTo>
                    <a:pt x="3364416" y="287375"/>
                  </a:lnTo>
                  <a:lnTo>
                    <a:pt x="3380989" y="276237"/>
                  </a:lnTo>
                  <a:lnTo>
                    <a:pt x="3397563" y="265112"/>
                  </a:lnTo>
                  <a:lnTo>
                    <a:pt x="3414136" y="254446"/>
                  </a:lnTo>
                  <a:lnTo>
                    <a:pt x="3430710" y="247351"/>
                  </a:lnTo>
                  <a:lnTo>
                    <a:pt x="3447283" y="240773"/>
                  </a:lnTo>
                  <a:lnTo>
                    <a:pt x="3463857" y="234190"/>
                  </a:lnTo>
                  <a:lnTo>
                    <a:pt x="3480430" y="227610"/>
                  </a:lnTo>
                  <a:lnTo>
                    <a:pt x="3497003" y="217510"/>
                  </a:lnTo>
                  <a:lnTo>
                    <a:pt x="3513577" y="210277"/>
                  </a:lnTo>
                  <a:lnTo>
                    <a:pt x="3530150" y="202936"/>
                  </a:lnTo>
                  <a:lnTo>
                    <a:pt x="3546724" y="197540"/>
                  </a:lnTo>
                  <a:lnTo>
                    <a:pt x="3563297" y="192152"/>
                  </a:lnTo>
                  <a:lnTo>
                    <a:pt x="3579871" y="184982"/>
                  </a:lnTo>
                  <a:lnTo>
                    <a:pt x="3596444" y="177057"/>
                  </a:lnTo>
                  <a:lnTo>
                    <a:pt x="3613018" y="169273"/>
                  </a:lnTo>
                  <a:lnTo>
                    <a:pt x="3629591" y="161023"/>
                  </a:lnTo>
                  <a:lnTo>
                    <a:pt x="3646165" y="153022"/>
                  </a:lnTo>
                  <a:lnTo>
                    <a:pt x="3662738" y="145048"/>
                  </a:lnTo>
                  <a:lnTo>
                    <a:pt x="3679312" y="137067"/>
                  </a:lnTo>
                  <a:lnTo>
                    <a:pt x="3695885" y="129079"/>
                  </a:lnTo>
                  <a:lnTo>
                    <a:pt x="3712459" y="121085"/>
                  </a:lnTo>
                  <a:lnTo>
                    <a:pt x="3729032" y="113797"/>
                  </a:lnTo>
                  <a:lnTo>
                    <a:pt x="3745606" y="107142"/>
                  </a:lnTo>
                  <a:lnTo>
                    <a:pt x="3762179" y="100160"/>
                  </a:lnTo>
                  <a:lnTo>
                    <a:pt x="3778753" y="93176"/>
                  </a:lnTo>
                  <a:lnTo>
                    <a:pt x="3795326" y="86191"/>
                  </a:lnTo>
                  <a:lnTo>
                    <a:pt x="3811900" y="76272"/>
                  </a:lnTo>
                  <a:lnTo>
                    <a:pt x="3828473" y="65829"/>
                  </a:lnTo>
                  <a:lnTo>
                    <a:pt x="3845047" y="56666"/>
                  </a:lnTo>
                  <a:lnTo>
                    <a:pt x="3861620" y="48598"/>
                  </a:lnTo>
                  <a:lnTo>
                    <a:pt x="3878193" y="40843"/>
                  </a:lnTo>
                  <a:lnTo>
                    <a:pt x="3894767" y="33162"/>
                  </a:lnTo>
                  <a:lnTo>
                    <a:pt x="3911340" y="25477"/>
                  </a:lnTo>
                  <a:lnTo>
                    <a:pt x="3927914" y="17239"/>
                  </a:lnTo>
                  <a:lnTo>
                    <a:pt x="3944487" y="8421"/>
                  </a:lnTo>
                  <a:lnTo>
                    <a:pt x="3961061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346581" y="4969230"/>
              <a:ext cx="3961061" cy="328961"/>
            </a:xfrm>
            <a:custGeom>
              <a:avLst/>
              <a:pathLst>
                <a:path w="3961061" h="328961">
                  <a:moveTo>
                    <a:pt x="3961061" y="108330"/>
                  </a:moveTo>
                  <a:lnTo>
                    <a:pt x="3944487" y="106787"/>
                  </a:lnTo>
                  <a:lnTo>
                    <a:pt x="3927914" y="105234"/>
                  </a:lnTo>
                  <a:lnTo>
                    <a:pt x="3911340" y="103645"/>
                  </a:lnTo>
                  <a:lnTo>
                    <a:pt x="3894767" y="102046"/>
                  </a:lnTo>
                  <a:lnTo>
                    <a:pt x="3878193" y="100439"/>
                  </a:lnTo>
                  <a:lnTo>
                    <a:pt x="3861620" y="98825"/>
                  </a:lnTo>
                  <a:lnTo>
                    <a:pt x="3845047" y="97198"/>
                  </a:lnTo>
                  <a:lnTo>
                    <a:pt x="3828473" y="95523"/>
                  </a:lnTo>
                  <a:lnTo>
                    <a:pt x="3811900" y="93216"/>
                  </a:lnTo>
                  <a:lnTo>
                    <a:pt x="3795326" y="90816"/>
                  </a:lnTo>
                  <a:lnTo>
                    <a:pt x="3778753" y="89724"/>
                  </a:lnTo>
                  <a:lnTo>
                    <a:pt x="3762179" y="87315"/>
                  </a:lnTo>
                  <a:lnTo>
                    <a:pt x="3745606" y="84775"/>
                  </a:lnTo>
                  <a:lnTo>
                    <a:pt x="3729032" y="83073"/>
                  </a:lnTo>
                  <a:lnTo>
                    <a:pt x="3712459" y="81500"/>
                  </a:lnTo>
                  <a:lnTo>
                    <a:pt x="3695885" y="81054"/>
                  </a:lnTo>
                  <a:lnTo>
                    <a:pt x="3679312" y="78279"/>
                  </a:lnTo>
                  <a:lnTo>
                    <a:pt x="3662738" y="75471"/>
                  </a:lnTo>
                  <a:lnTo>
                    <a:pt x="3646165" y="72798"/>
                  </a:lnTo>
                  <a:lnTo>
                    <a:pt x="3629591" y="72010"/>
                  </a:lnTo>
                  <a:lnTo>
                    <a:pt x="3613018" y="71184"/>
                  </a:lnTo>
                  <a:lnTo>
                    <a:pt x="3596444" y="67685"/>
                  </a:lnTo>
                  <a:lnTo>
                    <a:pt x="3579871" y="66606"/>
                  </a:lnTo>
                  <a:lnTo>
                    <a:pt x="3563297" y="67193"/>
                  </a:lnTo>
                  <a:lnTo>
                    <a:pt x="3546724" y="67090"/>
                  </a:lnTo>
                  <a:lnTo>
                    <a:pt x="3530150" y="67363"/>
                  </a:lnTo>
                  <a:lnTo>
                    <a:pt x="3513577" y="66622"/>
                  </a:lnTo>
                  <a:lnTo>
                    <a:pt x="3497003" y="65875"/>
                  </a:lnTo>
                  <a:lnTo>
                    <a:pt x="3480430" y="65049"/>
                  </a:lnTo>
                  <a:lnTo>
                    <a:pt x="3463857" y="63952"/>
                  </a:lnTo>
                  <a:lnTo>
                    <a:pt x="3447283" y="61589"/>
                  </a:lnTo>
                  <a:lnTo>
                    <a:pt x="3430710" y="59182"/>
                  </a:lnTo>
                  <a:lnTo>
                    <a:pt x="3414136" y="56751"/>
                  </a:lnTo>
                  <a:lnTo>
                    <a:pt x="3397563" y="54295"/>
                  </a:lnTo>
                  <a:lnTo>
                    <a:pt x="3380989" y="52159"/>
                  </a:lnTo>
                  <a:lnTo>
                    <a:pt x="3364416" y="49433"/>
                  </a:lnTo>
                  <a:lnTo>
                    <a:pt x="3347842" y="46389"/>
                  </a:lnTo>
                  <a:lnTo>
                    <a:pt x="3331269" y="44154"/>
                  </a:lnTo>
                  <a:lnTo>
                    <a:pt x="3314695" y="42185"/>
                  </a:lnTo>
                  <a:lnTo>
                    <a:pt x="3298122" y="41394"/>
                  </a:lnTo>
                  <a:lnTo>
                    <a:pt x="3281548" y="41622"/>
                  </a:lnTo>
                  <a:lnTo>
                    <a:pt x="3264975" y="41962"/>
                  </a:lnTo>
                  <a:lnTo>
                    <a:pt x="3248401" y="42454"/>
                  </a:lnTo>
                  <a:lnTo>
                    <a:pt x="3231828" y="41419"/>
                  </a:lnTo>
                  <a:lnTo>
                    <a:pt x="3215254" y="40711"/>
                  </a:lnTo>
                  <a:lnTo>
                    <a:pt x="3198681" y="40194"/>
                  </a:lnTo>
                  <a:lnTo>
                    <a:pt x="3182107" y="40452"/>
                  </a:lnTo>
                  <a:lnTo>
                    <a:pt x="3165534" y="39839"/>
                  </a:lnTo>
                  <a:lnTo>
                    <a:pt x="3148960" y="39402"/>
                  </a:lnTo>
                  <a:lnTo>
                    <a:pt x="3132387" y="39814"/>
                  </a:lnTo>
                  <a:lnTo>
                    <a:pt x="3115813" y="38270"/>
                  </a:lnTo>
                  <a:lnTo>
                    <a:pt x="3099240" y="36565"/>
                  </a:lnTo>
                  <a:lnTo>
                    <a:pt x="3082667" y="35137"/>
                  </a:lnTo>
                  <a:lnTo>
                    <a:pt x="3066093" y="35046"/>
                  </a:lnTo>
                  <a:lnTo>
                    <a:pt x="3049520" y="33380"/>
                  </a:lnTo>
                  <a:lnTo>
                    <a:pt x="3032946" y="32202"/>
                  </a:lnTo>
                  <a:lnTo>
                    <a:pt x="3016373" y="31969"/>
                  </a:lnTo>
                  <a:lnTo>
                    <a:pt x="2999799" y="31858"/>
                  </a:lnTo>
                  <a:lnTo>
                    <a:pt x="2983226" y="30161"/>
                  </a:lnTo>
                  <a:lnTo>
                    <a:pt x="2966652" y="27384"/>
                  </a:lnTo>
                  <a:lnTo>
                    <a:pt x="2950079" y="28595"/>
                  </a:lnTo>
                  <a:lnTo>
                    <a:pt x="2933505" y="28402"/>
                  </a:lnTo>
                  <a:lnTo>
                    <a:pt x="2916932" y="26572"/>
                  </a:lnTo>
                  <a:lnTo>
                    <a:pt x="2900358" y="27275"/>
                  </a:lnTo>
                  <a:lnTo>
                    <a:pt x="2883785" y="25852"/>
                  </a:lnTo>
                  <a:lnTo>
                    <a:pt x="2867211" y="22975"/>
                  </a:lnTo>
                  <a:lnTo>
                    <a:pt x="2850638" y="21826"/>
                  </a:lnTo>
                  <a:lnTo>
                    <a:pt x="2834064" y="21285"/>
                  </a:lnTo>
                  <a:lnTo>
                    <a:pt x="2817491" y="19769"/>
                  </a:lnTo>
                  <a:lnTo>
                    <a:pt x="2800917" y="20323"/>
                  </a:lnTo>
                  <a:lnTo>
                    <a:pt x="2784344" y="18388"/>
                  </a:lnTo>
                  <a:lnTo>
                    <a:pt x="2767770" y="16410"/>
                  </a:lnTo>
                  <a:lnTo>
                    <a:pt x="2751197" y="14857"/>
                  </a:lnTo>
                  <a:lnTo>
                    <a:pt x="2734623" y="14155"/>
                  </a:lnTo>
                  <a:lnTo>
                    <a:pt x="2718050" y="14131"/>
                  </a:lnTo>
                  <a:lnTo>
                    <a:pt x="2701477" y="13862"/>
                  </a:lnTo>
                  <a:lnTo>
                    <a:pt x="2684903" y="14119"/>
                  </a:lnTo>
                  <a:lnTo>
                    <a:pt x="2668330" y="12788"/>
                  </a:lnTo>
                  <a:lnTo>
                    <a:pt x="2651756" y="9720"/>
                  </a:lnTo>
                  <a:lnTo>
                    <a:pt x="2635183" y="10044"/>
                  </a:lnTo>
                  <a:lnTo>
                    <a:pt x="2618609" y="9415"/>
                  </a:lnTo>
                  <a:lnTo>
                    <a:pt x="2602036" y="8621"/>
                  </a:lnTo>
                  <a:lnTo>
                    <a:pt x="2585462" y="7682"/>
                  </a:lnTo>
                  <a:lnTo>
                    <a:pt x="2568889" y="6692"/>
                  </a:lnTo>
                  <a:lnTo>
                    <a:pt x="2552315" y="7348"/>
                  </a:lnTo>
                  <a:lnTo>
                    <a:pt x="2535742" y="6225"/>
                  </a:lnTo>
                  <a:lnTo>
                    <a:pt x="2519168" y="6395"/>
                  </a:lnTo>
                  <a:lnTo>
                    <a:pt x="2502595" y="5949"/>
                  </a:lnTo>
                  <a:lnTo>
                    <a:pt x="2486021" y="5064"/>
                  </a:lnTo>
                  <a:lnTo>
                    <a:pt x="2469448" y="4907"/>
                  </a:lnTo>
                  <a:lnTo>
                    <a:pt x="2452874" y="5141"/>
                  </a:lnTo>
                  <a:lnTo>
                    <a:pt x="2436301" y="3382"/>
                  </a:lnTo>
                  <a:lnTo>
                    <a:pt x="2419727" y="1374"/>
                  </a:lnTo>
                  <a:lnTo>
                    <a:pt x="2403154" y="523"/>
                  </a:lnTo>
                  <a:lnTo>
                    <a:pt x="2386580" y="1097"/>
                  </a:lnTo>
                  <a:lnTo>
                    <a:pt x="2370007" y="0"/>
                  </a:lnTo>
                  <a:lnTo>
                    <a:pt x="2353433" y="1585"/>
                  </a:lnTo>
                  <a:lnTo>
                    <a:pt x="2336860" y="843"/>
                  </a:lnTo>
                  <a:lnTo>
                    <a:pt x="2320287" y="952"/>
                  </a:lnTo>
                  <a:lnTo>
                    <a:pt x="2303713" y="1056"/>
                  </a:lnTo>
                  <a:lnTo>
                    <a:pt x="2287140" y="73"/>
                  </a:lnTo>
                  <a:lnTo>
                    <a:pt x="2270566" y="1605"/>
                  </a:lnTo>
                  <a:lnTo>
                    <a:pt x="2253993" y="2564"/>
                  </a:lnTo>
                  <a:lnTo>
                    <a:pt x="2237419" y="3252"/>
                  </a:lnTo>
                  <a:lnTo>
                    <a:pt x="2220846" y="3644"/>
                  </a:lnTo>
                  <a:lnTo>
                    <a:pt x="2204272" y="4114"/>
                  </a:lnTo>
                  <a:lnTo>
                    <a:pt x="2187699" y="5519"/>
                  </a:lnTo>
                  <a:lnTo>
                    <a:pt x="2171125" y="5976"/>
                  </a:lnTo>
                  <a:lnTo>
                    <a:pt x="2154552" y="5390"/>
                  </a:lnTo>
                  <a:lnTo>
                    <a:pt x="2137978" y="5951"/>
                  </a:lnTo>
                  <a:lnTo>
                    <a:pt x="2121405" y="5926"/>
                  </a:lnTo>
                  <a:lnTo>
                    <a:pt x="2104831" y="6295"/>
                  </a:lnTo>
                  <a:lnTo>
                    <a:pt x="2088258" y="5599"/>
                  </a:lnTo>
                  <a:lnTo>
                    <a:pt x="2071684" y="6238"/>
                  </a:lnTo>
                  <a:lnTo>
                    <a:pt x="2055111" y="7085"/>
                  </a:lnTo>
                  <a:lnTo>
                    <a:pt x="2038537" y="7955"/>
                  </a:lnTo>
                  <a:lnTo>
                    <a:pt x="2021964" y="8801"/>
                  </a:lnTo>
                  <a:lnTo>
                    <a:pt x="2005390" y="9641"/>
                  </a:lnTo>
                  <a:lnTo>
                    <a:pt x="1988817" y="10484"/>
                  </a:lnTo>
                  <a:lnTo>
                    <a:pt x="1972243" y="11305"/>
                  </a:lnTo>
                  <a:lnTo>
                    <a:pt x="1955670" y="12986"/>
                  </a:lnTo>
                  <a:lnTo>
                    <a:pt x="1939096" y="14416"/>
                  </a:lnTo>
                  <a:lnTo>
                    <a:pt x="1922523" y="16862"/>
                  </a:lnTo>
                  <a:lnTo>
                    <a:pt x="1905950" y="17822"/>
                  </a:lnTo>
                  <a:lnTo>
                    <a:pt x="1889376" y="17824"/>
                  </a:lnTo>
                  <a:lnTo>
                    <a:pt x="1872803" y="18938"/>
                  </a:lnTo>
                  <a:lnTo>
                    <a:pt x="1856229" y="18764"/>
                  </a:lnTo>
                  <a:lnTo>
                    <a:pt x="1839656" y="19449"/>
                  </a:lnTo>
                  <a:lnTo>
                    <a:pt x="1823082" y="18809"/>
                  </a:lnTo>
                  <a:lnTo>
                    <a:pt x="1806509" y="20056"/>
                  </a:lnTo>
                  <a:lnTo>
                    <a:pt x="1789935" y="21969"/>
                  </a:lnTo>
                  <a:lnTo>
                    <a:pt x="1773362" y="22220"/>
                  </a:lnTo>
                  <a:lnTo>
                    <a:pt x="1756788" y="25995"/>
                  </a:lnTo>
                  <a:lnTo>
                    <a:pt x="1740215" y="26233"/>
                  </a:lnTo>
                  <a:lnTo>
                    <a:pt x="1723641" y="27370"/>
                  </a:lnTo>
                  <a:lnTo>
                    <a:pt x="1707068" y="29637"/>
                  </a:lnTo>
                  <a:lnTo>
                    <a:pt x="1690494" y="30871"/>
                  </a:lnTo>
                  <a:lnTo>
                    <a:pt x="1673921" y="32486"/>
                  </a:lnTo>
                  <a:lnTo>
                    <a:pt x="1657347" y="34183"/>
                  </a:lnTo>
                  <a:lnTo>
                    <a:pt x="1640774" y="35866"/>
                  </a:lnTo>
                  <a:lnTo>
                    <a:pt x="1624200" y="36924"/>
                  </a:lnTo>
                  <a:lnTo>
                    <a:pt x="1607627" y="38178"/>
                  </a:lnTo>
                  <a:lnTo>
                    <a:pt x="1591053" y="39839"/>
                  </a:lnTo>
                  <a:lnTo>
                    <a:pt x="1574480" y="41064"/>
                  </a:lnTo>
                  <a:lnTo>
                    <a:pt x="1557906" y="41934"/>
                  </a:lnTo>
                  <a:lnTo>
                    <a:pt x="1541333" y="42619"/>
                  </a:lnTo>
                  <a:lnTo>
                    <a:pt x="1524760" y="42496"/>
                  </a:lnTo>
                  <a:lnTo>
                    <a:pt x="1508186" y="42972"/>
                  </a:lnTo>
                  <a:lnTo>
                    <a:pt x="1491613" y="45186"/>
                  </a:lnTo>
                  <a:lnTo>
                    <a:pt x="1475039" y="48707"/>
                  </a:lnTo>
                  <a:lnTo>
                    <a:pt x="1458466" y="50499"/>
                  </a:lnTo>
                  <a:lnTo>
                    <a:pt x="1441892" y="53752"/>
                  </a:lnTo>
                  <a:lnTo>
                    <a:pt x="1425319" y="55431"/>
                  </a:lnTo>
                  <a:lnTo>
                    <a:pt x="1408745" y="57209"/>
                  </a:lnTo>
                  <a:lnTo>
                    <a:pt x="1392172" y="58006"/>
                  </a:lnTo>
                  <a:lnTo>
                    <a:pt x="1375598" y="59326"/>
                  </a:lnTo>
                  <a:lnTo>
                    <a:pt x="1359025" y="60418"/>
                  </a:lnTo>
                  <a:lnTo>
                    <a:pt x="1342451" y="61320"/>
                  </a:lnTo>
                  <a:lnTo>
                    <a:pt x="1325878" y="62882"/>
                  </a:lnTo>
                  <a:lnTo>
                    <a:pt x="1309304" y="64352"/>
                  </a:lnTo>
                  <a:lnTo>
                    <a:pt x="1292731" y="67746"/>
                  </a:lnTo>
                  <a:lnTo>
                    <a:pt x="1276157" y="68424"/>
                  </a:lnTo>
                  <a:lnTo>
                    <a:pt x="1259584" y="70790"/>
                  </a:lnTo>
                  <a:lnTo>
                    <a:pt x="1243010" y="73453"/>
                  </a:lnTo>
                  <a:lnTo>
                    <a:pt x="1226437" y="74747"/>
                  </a:lnTo>
                  <a:lnTo>
                    <a:pt x="1209863" y="77138"/>
                  </a:lnTo>
                  <a:lnTo>
                    <a:pt x="1193290" y="78737"/>
                  </a:lnTo>
                  <a:lnTo>
                    <a:pt x="1176716" y="81237"/>
                  </a:lnTo>
                  <a:lnTo>
                    <a:pt x="1160143" y="84248"/>
                  </a:lnTo>
                  <a:lnTo>
                    <a:pt x="1143570" y="87985"/>
                  </a:lnTo>
                  <a:lnTo>
                    <a:pt x="1126996" y="91133"/>
                  </a:lnTo>
                  <a:lnTo>
                    <a:pt x="1110423" y="94198"/>
                  </a:lnTo>
                  <a:lnTo>
                    <a:pt x="1093849" y="96181"/>
                  </a:lnTo>
                  <a:lnTo>
                    <a:pt x="1077276" y="99498"/>
                  </a:lnTo>
                  <a:lnTo>
                    <a:pt x="1060702" y="103009"/>
                  </a:lnTo>
                  <a:lnTo>
                    <a:pt x="1044129" y="106475"/>
                  </a:lnTo>
                  <a:lnTo>
                    <a:pt x="1027555" y="109443"/>
                  </a:lnTo>
                  <a:lnTo>
                    <a:pt x="1010982" y="112118"/>
                  </a:lnTo>
                  <a:lnTo>
                    <a:pt x="994408" y="115269"/>
                  </a:lnTo>
                  <a:lnTo>
                    <a:pt x="977835" y="118256"/>
                  </a:lnTo>
                  <a:lnTo>
                    <a:pt x="961261" y="121953"/>
                  </a:lnTo>
                  <a:lnTo>
                    <a:pt x="944688" y="125578"/>
                  </a:lnTo>
                  <a:lnTo>
                    <a:pt x="928114" y="128450"/>
                  </a:lnTo>
                  <a:lnTo>
                    <a:pt x="911541" y="132601"/>
                  </a:lnTo>
                  <a:lnTo>
                    <a:pt x="894967" y="135785"/>
                  </a:lnTo>
                  <a:lnTo>
                    <a:pt x="878394" y="138648"/>
                  </a:lnTo>
                  <a:lnTo>
                    <a:pt x="861820" y="141623"/>
                  </a:lnTo>
                  <a:lnTo>
                    <a:pt x="845247" y="145422"/>
                  </a:lnTo>
                  <a:lnTo>
                    <a:pt x="828673" y="149250"/>
                  </a:lnTo>
                  <a:lnTo>
                    <a:pt x="812100" y="152710"/>
                  </a:lnTo>
                  <a:lnTo>
                    <a:pt x="795526" y="155927"/>
                  </a:lnTo>
                  <a:lnTo>
                    <a:pt x="778953" y="160302"/>
                  </a:lnTo>
                  <a:lnTo>
                    <a:pt x="762380" y="164071"/>
                  </a:lnTo>
                  <a:lnTo>
                    <a:pt x="745806" y="167459"/>
                  </a:lnTo>
                  <a:lnTo>
                    <a:pt x="729233" y="171339"/>
                  </a:lnTo>
                  <a:lnTo>
                    <a:pt x="712659" y="174657"/>
                  </a:lnTo>
                  <a:lnTo>
                    <a:pt x="696086" y="177922"/>
                  </a:lnTo>
                  <a:lnTo>
                    <a:pt x="679512" y="181633"/>
                  </a:lnTo>
                  <a:lnTo>
                    <a:pt x="662939" y="184784"/>
                  </a:lnTo>
                  <a:lnTo>
                    <a:pt x="646365" y="188013"/>
                  </a:lnTo>
                  <a:lnTo>
                    <a:pt x="629792" y="190463"/>
                  </a:lnTo>
                  <a:lnTo>
                    <a:pt x="613218" y="191977"/>
                  </a:lnTo>
                  <a:lnTo>
                    <a:pt x="596645" y="195705"/>
                  </a:lnTo>
                  <a:lnTo>
                    <a:pt x="580071" y="198176"/>
                  </a:lnTo>
                  <a:lnTo>
                    <a:pt x="563498" y="201597"/>
                  </a:lnTo>
                  <a:lnTo>
                    <a:pt x="546924" y="205350"/>
                  </a:lnTo>
                  <a:lnTo>
                    <a:pt x="530351" y="207776"/>
                  </a:lnTo>
                  <a:lnTo>
                    <a:pt x="513777" y="211120"/>
                  </a:lnTo>
                  <a:lnTo>
                    <a:pt x="497204" y="214275"/>
                  </a:lnTo>
                  <a:lnTo>
                    <a:pt x="480630" y="218347"/>
                  </a:lnTo>
                  <a:lnTo>
                    <a:pt x="464057" y="221165"/>
                  </a:lnTo>
                  <a:lnTo>
                    <a:pt x="447483" y="225208"/>
                  </a:lnTo>
                  <a:lnTo>
                    <a:pt x="430910" y="229351"/>
                  </a:lnTo>
                  <a:lnTo>
                    <a:pt x="414336" y="232714"/>
                  </a:lnTo>
                  <a:lnTo>
                    <a:pt x="397763" y="236617"/>
                  </a:lnTo>
                  <a:lnTo>
                    <a:pt x="381190" y="241169"/>
                  </a:lnTo>
                  <a:lnTo>
                    <a:pt x="364616" y="245004"/>
                  </a:lnTo>
                  <a:lnTo>
                    <a:pt x="348043" y="249194"/>
                  </a:lnTo>
                  <a:lnTo>
                    <a:pt x="331469" y="252844"/>
                  </a:lnTo>
                  <a:lnTo>
                    <a:pt x="314896" y="257509"/>
                  </a:lnTo>
                  <a:lnTo>
                    <a:pt x="298322" y="261360"/>
                  </a:lnTo>
                  <a:lnTo>
                    <a:pt x="281749" y="265780"/>
                  </a:lnTo>
                  <a:lnTo>
                    <a:pt x="265175" y="269515"/>
                  </a:lnTo>
                  <a:lnTo>
                    <a:pt x="248602" y="273688"/>
                  </a:lnTo>
                  <a:lnTo>
                    <a:pt x="232028" y="276498"/>
                  </a:lnTo>
                  <a:lnTo>
                    <a:pt x="215455" y="279063"/>
                  </a:lnTo>
                  <a:lnTo>
                    <a:pt x="198881" y="283608"/>
                  </a:lnTo>
                  <a:lnTo>
                    <a:pt x="182308" y="287163"/>
                  </a:lnTo>
                  <a:lnTo>
                    <a:pt x="165734" y="289411"/>
                  </a:lnTo>
                  <a:lnTo>
                    <a:pt x="149161" y="293148"/>
                  </a:lnTo>
                  <a:lnTo>
                    <a:pt x="132587" y="297405"/>
                  </a:lnTo>
                  <a:lnTo>
                    <a:pt x="116014" y="300511"/>
                  </a:lnTo>
                  <a:lnTo>
                    <a:pt x="99440" y="304168"/>
                  </a:lnTo>
                  <a:lnTo>
                    <a:pt x="82867" y="308436"/>
                  </a:lnTo>
                  <a:lnTo>
                    <a:pt x="66293" y="312651"/>
                  </a:lnTo>
                  <a:lnTo>
                    <a:pt x="49720" y="316617"/>
                  </a:lnTo>
                  <a:lnTo>
                    <a:pt x="33146" y="319476"/>
                  </a:lnTo>
                  <a:lnTo>
                    <a:pt x="16573" y="324228"/>
                  </a:lnTo>
                  <a:lnTo>
                    <a:pt x="0" y="32896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" name="pg9"/>
            <p:cNvSpPr/>
            <p:nvPr/>
          </p:nvSpPr>
          <p:spPr>
            <a:xfrm>
              <a:off x="1346581" y="3302132"/>
              <a:ext cx="3961061" cy="1996059"/>
            </a:xfrm>
            <a:custGeom>
              <a:avLst/>
              <a:pathLst>
                <a:path w="3961061" h="1996059">
                  <a:moveTo>
                    <a:pt x="0" y="750101"/>
                  </a:moveTo>
                  <a:lnTo>
                    <a:pt x="16573" y="751599"/>
                  </a:lnTo>
                  <a:lnTo>
                    <a:pt x="33146" y="753238"/>
                  </a:lnTo>
                  <a:lnTo>
                    <a:pt x="49720" y="754481"/>
                  </a:lnTo>
                  <a:lnTo>
                    <a:pt x="66293" y="756957"/>
                  </a:lnTo>
                  <a:lnTo>
                    <a:pt x="82867" y="758570"/>
                  </a:lnTo>
                  <a:lnTo>
                    <a:pt x="99440" y="757987"/>
                  </a:lnTo>
                  <a:lnTo>
                    <a:pt x="116014" y="761813"/>
                  </a:lnTo>
                  <a:lnTo>
                    <a:pt x="132587" y="765659"/>
                  </a:lnTo>
                  <a:lnTo>
                    <a:pt x="149161" y="769236"/>
                  </a:lnTo>
                  <a:lnTo>
                    <a:pt x="165734" y="771441"/>
                  </a:lnTo>
                  <a:lnTo>
                    <a:pt x="182308" y="773668"/>
                  </a:lnTo>
                  <a:lnTo>
                    <a:pt x="198881" y="775900"/>
                  </a:lnTo>
                  <a:lnTo>
                    <a:pt x="215455" y="778081"/>
                  </a:lnTo>
                  <a:lnTo>
                    <a:pt x="232028" y="780233"/>
                  </a:lnTo>
                  <a:lnTo>
                    <a:pt x="248602" y="782421"/>
                  </a:lnTo>
                  <a:lnTo>
                    <a:pt x="265175" y="784584"/>
                  </a:lnTo>
                  <a:lnTo>
                    <a:pt x="281749" y="786499"/>
                  </a:lnTo>
                  <a:lnTo>
                    <a:pt x="298322" y="788885"/>
                  </a:lnTo>
                  <a:lnTo>
                    <a:pt x="314896" y="791645"/>
                  </a:lnTo>
                  <a:lnTo>
                    <a:pt x="331469" y="793670"/>
                  </a:lnTo>
                  <a:lnTo>
                    <a:pt x="348043" y="796062"/>
                  </a:lnTo>
                  <a:lnTo>
                    <a:pt x="364616" y="797402"/>
                  </a:lnTo>
                  <a:lnTo>
                    <a:pt x="381190" y="799519"/>
                  </a:lnTo>
                  <a:lnTo>
                    <a:pt x="397763" y="801806"/>
                  </a:lnTo>
                  <a:lnTo>
                    <a:pt x="414336" y="803750"/>
                  </a:lnTo>
                  <a:lnTo>
                    <a:pt x="430910" y="805895"/>
                  </a:lnTo>
                  <a:lnTo>
                    <a:pt x="447483" y="807939"/>
                  </a:lnTo>
                  <a:lnTo>
                    <a:pt x="464057" y="811241"/>
                  </a:lnTo>
                  <a:lnTo>
                    <a:pt x="480630" y="812667"/>
                  </a:lnTo>
                  <a:lnTo>
                    <a:pt x="497204" y="815203"/>
                  </a:lnTo>
                  <a:lnTo>
                    <a:pt x="513777" y="817322"/>
                  </a:lnTo>
                  <a:lnTo>
                    <a:pt x="530351" y="818400"/>
                  </a:lnTo>
                  <a:lnTo>
                    <a:pt x="546924" y="820942"/>
                  </a:lnTo>
                  <a:lnTo>
                    <a:pt x="563498" y="824661"/>
                  </a:lnTo>
                  <a:lnTo>
                    <a:pt x="580071" y="828380"/>
                  </a:lnTo>
                  <a:lnTo>
                    <a:pt x="596645" y="827704"/>
                  </a:lnTo>
                  <a:lnTo>
                    <a:pt x="613218" y="830161"/>
                  </a:lnTo>
                  <a:lnTo>
                    <a:pt x="629792" y="835518"/>
                  </a:lnTo>
                  <a:lnTo>
                    <a:pt x="646365" y="835977"/>
                  </a:lnTo>
                  <a:lnTo>
                    <a:pt x="662939" y="836498"/>
                  </a:lnTo>
                  <a:lnTo>
                    <a:pt x="679512" y="837394"/>
                  </a:lnTo>
                  <a:lnTo>
                    <a:pt x="696086" y="839659"/>
                  </a:lnTo>
                  <a:lnTo>
                    <a:pt x="712659" y="841940"/>
                  </a:lnTo>
                  <a:lnTo>
                    <a:pt x="729233" y="842862"/>
                  </a:lnTo>
                  <a:lnTo>
                    <a:pt x="745806" y="844022"/>
                  </a:lnTo>
                  <a:lnTo>
                    <a:pt x="762380" y="844447"/>
                  </a:lnTo>
                  <a:lnTo>
                    <a:pt x="778953" y="845903"/>
                  </a:lnTo>
                  <a:lnTo>
                    <a:pt x="795526" y="848433"/>
                  </a:lnTo>
                  <a:lnTo>
                    <a:pt x="812100" y="849159"/>
                  </a:lnTo>
                  <a:lnTo>
                    <a:pt x="828673" y="849954"/>
                  </a:lnTo>
                  <a:lnTo>
                    <a:pt x="845247" y="854231"/>
                  </a:lnTo>
                  <a:lnTo>
                    <a:pt x="861820" y="855232"/>
                  </a:lnTo>
                  <a:lnTo>
                    <a:pt x="878394" y="856266"/>
                  </a:lnTo>
                  <a:lnTo>
                    <a:pt x="894967" y="857420"/>
                  </a:lnTo>
                  <a:lnTo>
                    <a:pt x="911541" y="859623"/>
                  </a:lnTo>
                  <a:lnTo>
                    <a:pt x="928114" y="860975"/>
                  </a:lnTo>
                  <a:lnTo>
                    <a:pt x="944688" y="860371"/>
                  </a:lnTo>
                  <a:lnTo>
                    <a:pt x="961261" y="860578"/>
                  </a:lnTo>
                  <a:lnTo>
                    <a:pt x="977835" y="862355"/>
                  </a:lnTo>
                  <a:lnTo>
                    <a:pt x="994408" y="863308"/>
                  </a:lnTo>
                  <a:lnTo>
                    <a:pt x="1010982" y="863252"/>
                  </a:lnTo>
                  <a:lnTo>
                    <a:pt x="1027555" y="863333"/>
                  </a:lnTo>
                  <a:lnTo>
                    <a:pt x="1044129" y="866330"/>
                  </a:lnTo>
                  <a:lnTo>
                    <a:pt x="1060702" y="867325"/>
                  </a:lnTo>
                  <a:lnTo>
                    <a:pt x="1077276" y="868293"/>
                  </a:lnTo>
                  <a:lnTo>
                    <a:pt x="1093849" y="869332"/>
                  </a:lnTo>
                  <a:lnTo>
                    <a:pt x="1110423" y="868323"/>
                  </a:lnTo>
                  <a:lnTo>
                    <a:pt x="1126996" y="866483"/>
                  </a:lnTo>
                  <a:lnTo>
                    <a:pt x="1143570" y="864706"/>
                  </a:lnTo>
                  <a:lnTo>
                    <a:pt x="1160143" y="865517"/>
                  </a:lnTo>
                  <a:lnTo>
                    <a:pt x="1176716" y="867141"/>
                  </a:lnTo>
                  <a:lnTo>
                    <a:pt x="1193290" y="865250"/>
                  </a:lnTo>
                  <a:lnTo>
                    <a:pt x="1209863" y="865729"/>
                  </a:lnTo>
                  <a:lnTo>
                    <a:pt x="1226437" y="866036"/>
                  </a:lnTo>
                  <a:lnTo>
                    <a:pt x="1243010" y="866615"/>
                  </a:lnTo>
                  <a:lnTo>
                    <a:pt x="1259584" y="863111"/>
                  </a:lnTo>
                  <a:lnTo>
                    <a:pt x="1276157" y="859931"/>
                  </a:lnTo>
                  <a:lnTo>
                    <a:pt x="1292731" y="858071"/>
                  </a:lnTo>
                  <a:lnTo>
                    <a:pt x="1309304" y="859070"/>
                  </a:lnTo>
                  <a:lnTo>
                    <a:pt x="1325878" y="857587"/>
                  </a:lnTo>
                  <a:lnTo>
                    <a:pt x="1342451" y="858567"/>
                  </a:lnTo>
                  <a:lnTo>
                    <a:pt x="1359025" y="858169"/>
                  </a:lnTo>
                  <a:lnTo>
                    <a:pt x="1375598" y="858528"/>
                  </a:lnTo>
                  <a:lnTo>
                    <a:pt x="1392172" y="859992"/>
                  </a:lnTo>
                  <a:lnTo>
                    <a:pt x="1408745" y="858970"/>
                  </a:lnTo>
                  <a:lnTo>
                    <a:pt x="1425319" y="856962"/>
                  </a:lnTo>
                  <a:lnTo>
                    <a:pt x="1441892" y="853939"/>
                  </a:lnTo>
                  <a:lnTo>
                    <a:pt x="1458466" y="850847"/>
                  </a:lnTo>
                  <a:lnTo>
                    <a:pt x="1475039" y="851127"/>
                  </a:lnTo>
                  <a:lnTo>
                    <a:pt x="1491613" y="851353"/>
                  </a:lnTo>
                  <a:lnTo>
                    <a:pt x="1508186" y="849803"/>
                  </a:lnTo>
                  <a:lnTo>
                    <a:pt x="1524760" y="847288"/>
                  </a:lnTo>
                  <a:lnTo>
                    <a:pt x="1541333" y="846106"/>
                  </a:lnTo>
                  <a:lnTo>
                    <a:pt x="1557906" y="845068"/>
                  </a:lnTo>
                  <a:lnTo>
                    <a:pt x="1574480" y="844082"/>
                  </a:lnTo>
                  <a:lnTo>
                    <a:pt x="1591053" y="843336"/>
                  </a:lnTo>
                  <a:lnTo>
                    <a:pt x="1607627" y="840560"/>
                  </a:lnTo>
                  <a:lnTo>
                    <a:pt x="1624200" y="837338"/>
                  </a:lnTo>
                  <a:lnTo>
                    <a:pt x="1640774" y="834103"/>
                  </a:lnTo>
                  <a:lnTo>
                    <a:pt x="1657347" y="831193"/>
                  </a:lnTo>
                  <a:lnTo>
                    <a:pt x="1673921" y="828947"/>
                  </a:lnTo>
                  <a:lnTo>
                    <a:pt x="1690494" y="827624"/>
                  </a:lnTo>
                  <a:lnTo>
                    <a:pt x="1707068" y="826377"/>
                  </a:lnTo>
                  <a:lnTo>
                    <a:pt x="1723641" y="824551"/>
                  </a:lnTo>
                  <a:lnTo>
                    <a:pt x="1740215" y="821041"/>
                  </a:lnTo>
                  <a:lnTo>
                    <a:pt x="1756788" y="817159"/>
                  </a:lnTo>
                  <a:lnTo>
                    <a:pt x="1773362" y="812224"/>
                  </a:lnTo>
                  <a:lnTo>
                    <a:pt x="1789935" y="807677"/>
                  </a:lnTo>
                  <a:lnTo>
                    <a:pt x="1806509" y="804074"/>
                  </a:lnTo>
                  <a:lnTo>
                    <a:pt x="1823082" y="801745"/>
                  </a:lnTo>
                  <a:lnTo>
                    <a:pt x="1839656" y="799839"/>
                  </a:lnTo>
                  <a:lnTo>
                    <a:pt x="1856229" y="798096"/>
                  </a:lnTo>
                  <a:lnTo>
                    <a:pt x="1872803" y="793340"/>
                  </a:lnTo>
                  <a:lnTo>
                    <a:pt x="1889376" y="791437"/>
                  </a:lnTo>
                  <a:lnTo>
                    <a:pt x="1905950" y="788788"/>
                  </a:lnTo>
                  <a:lnTo>
                    <a:pt x="1922523" y="785411"/>
                  </a:lnTo>
                  <a:lnTo>
                    <a:pt x="1939096" y="782772"/>
                  </a:lnTo>
                  <a:lnTo>
                    <a:pt x="1955670" y="780093"/>
                  </a:lnTo>
                  <a:lnTo>
                    <a:pt x="1972243" y="775134"/>
                  </a:lnTo>
                  <a:lnTo>
                    <a:pt x="1988817" y="773357"/>
                  </a:lnTo>
                  <a:lnTo>
                    <a:pt x="2005390" y="769671"/>
                  </a:lnTo>
                  <a:lnTo>
                    <a:pt x="2021964" y="766757"/>
                  </a:lnTo>
                  <a:lnTo>
                    <a:pt x="2038537" y="761492"/>
                  </a:lnTo>
                  <a:lnTo>
                    <a:pt x="2055111" y="757654"/>
                  </a:lnTo>
                  <a:lnTo>
                    <a:pt x="2071684" y="755272"/>
                  </a:lnTo>
                  <a:lnTo>
                    <a:pt x="2088258" y="750740"/>
                  </a:lnTo>
                  <a:lnTo>
                    <a:pt x="2104831" y="745672"/>
                  </a:lnTo>
                  <a:lnTo>
                    <a:pt x="2121405" y="744087"/>
                  </a:lnTo>
                  <a:lnTo>
                    <a:pt x="2137978" y="739250"/>
                  </a:lnTo>
                  <a:lnTo>
                    <a:pt x="2154552" y="735353"/>
                  </a:lnTo>
                  <a:lnTo>
                    <a:pt x="2171125" y="729927"/>
                  </a:lnTo>
                  <a:lnTo>
                    <a:pt x="2187699" y="724376"/>
                  </a:lnTo>
                  <a:lnTo>
                    <a:pt x="2204272" y="719607"/>
                  </a:lnTo>
                  <a:lnTo>
                    <a:pt x="2220846" y="715860"/>
                  </a:lnTo>
                  <a:lnTo>
                    <a:pt x="2237419" y="712159"/>
                  </a:lnTo>
                  <a:lnTo>
                    <a:pt x="2253993" y="708413"/>
                  </a:lnTo>
                  <a:lnTo>
                    <a:pt x="2270566" y="704568"/>
                  </a:lnTo>
                  <a:lnTo>
                    <a:pt x="2287140" y="701625"/>
                  </a:lnTo>
                  <a:lnTo>
                    <a:pt x="2303713" y="697190"/>
                  </a:lnTo>
                  <a:lnTo>
                    <a:pt x="2320287" y="693359"/>
                  </a:lnTo>
                  <a:lnTo>
                    <a:pt x="2336860" y="689689"/>
                  </a:lnTo>
                  <a:lnTo>
                    <a:pt x="2353433" y="685922"/>
                  </a:lnTo>
                  <a:lnTo>
                    <a:pt x="2370007" y="682159"/>
                  </a:lnTo>
                  <a:lnTo>
                    <a:pt x="2386580" y="678513"/>
                  </a:lnTo>
                  <a:lnTo>
                    <a:pt x="2403154" y="674583"/>
                  </a:lnTo>
                  <a:lnTo>
                    <a:pt x="2419727" y="669725"/>
                  </a:lnTo>
                  <a:lnTo>
                    <a:pt x="2436301" y="663884"/>
                  </a:lnTo>
                  <a:lnTo>
                    <a:pt x="2452874" y="659242"/>
                  </a:lnTo>
                  <a:lnTo>
                    <a:pt x="2469448" y="652108"/>
                  </a:lnTo>
                  <a:lnTo>
                    <a:pt x="2486021" y="644867"/>
                  </a:lnTo>
                  <a:lnTo>
                    <a:pt x="2502595" y="633887"/>
                  </a:lnTo>
                  <a:lnTo>
                    <a:pt x="2519168" y="629526"/>
                  </a:lnTo>
                  <a:lnTo>
                    <a:pt x="2535742" y="622147"/>
                  </a:lnTo>
                  <a:lnTo>
                    <a:pt x="2552315" y="615518"/>
                  </a:lnTo>
                  <a:lnTo>
                    <a:pt x="2568889" y="608615"/>
                  </a:lnTo>
                  <a:lnTo>
                    <a:pt x="2585462" y="605321"/>
                  </a:lnTo>
                  <a:lnTo>
                    <a:pt x="2602036" y="599747"/>
                  </a:lnTo>
                  <a:lnTo>
                    <a:pt x="2618609" y="591411"/>
                  </a:lnTo>
                  <a:lnTo>
                    <a:pt x="2635183" y="581780"/>
                  </a:lnTo>
                  <a:lnTo>
                    <a:pt x="2651756" y="573942"/>
                  </a:lnTo>
                  <a:lnTo>
                    <a:pt x="2668330" y="569245"/>
                  </a:lnTo>
                  <a:lnTo>
                    <a:pt x="2684903" y="562571"/>
                  </a:lnTo>
                  <a:lnTo>
                    <a:pt x="2701477" y="555187"/>
                  </a:lnTo>
                  <a:lnTo>
                    <a:pt x="2718050" y="548416"/>
                  </a:lnTo>
                  <a:lnTo>
                    <a:pt x="2734623" y="541060"/>
                  </a:lnTo>
                  <a:lnTo>
                    <a:pt x="2751197" y="533692"/>
                  </a:lnTo>
                  <a:lnTo>
                    <a:pt x="2767770" y="526785"/>
                  </a:lnTo>
                  <a:lnTo>
                    <a:pt x="2784344" y="520221"/>
                  </a:lnTo>
                  <a:lnTo>
                    <a:pt x="2800917" y="515725"/>
                  </a:lnTo>
                  <a:lnTo>
                    <a:pt x="2817491" y="510117"/>
                  </a:lnTo>
                  <a:lnTo>
                    <a:pt x="2834064" y="505101"/>
                  </a:lnTo>
                  <a:lnTo>
                    <a:pt x="2850638" y="500097"/>
                  </a:lnTo>
                  <a:lnTo>
                    <a:pt x="2867211" y="495069"/>
                  </a:lnTo>
                  <a:lnTo>
                    <a:pt x="2883785" y="488226"/>
                  </a:lnTo>
                  <a:lnTo>
                    <a:pt x="2900358" y="480675"/>
                  </a:lnTo>
                  <a:lnTo>
                    <a:pt x="2916932" y="473675"/>
                  </a:lnTo>
                  <a:lnTo>
                    <a:pt x="2933505" y="465486"/>
                  </a:lnTo>
                  <a:lnTo>
                    <a:pt x="2950079" y="459087"/>
                  </a:lnTo>
                  <a:lnTo>
                    <a:pt x="2966652" y="453873"/>
                  </a:lnTo>
                  <a:lnTo>
                    <a:pt x="2983226" y="445133"/>
                  </a:lnTo>
                  <a:lnTo>
                    <a:pt x="2999799" y="437231"/>
                  </a:lnTo>
                  <a:lnTo>
                    <a:pt x="3016373" y="429549"/>
                  </a:lnTo>
                  <a:lnTo>
                    <a:pt x="3032946" y="422857"/>
                  </a:lnTo>
                  <a:lnTo>
                    <a:pt x="3049520" y="417175"/>
                  </a:lnTo>
                  <a:lnTo>
                    <a:pt x="3066093" y="411048"/>
                  </a:lnTo>
                  <a:lnTo>
                    <a:pt x="3082667" y="404729"/>
                  </a:lnTo>
                  <a:lnTo>
                    <a:pt x="3099240" y="398533"/>
                  </a:lnTo>
                  <a:lnTo>
                    <a:pt x="3115813" y="392066"/>
                  </a:lnTo>
                  <a:lnTo>
                    <a:pt x="3132387" y="385993"/>
                  </a:lnTo>
                  <a:lnTo>
                    <a:pt x="3148960" y="379748"/>
                  </a:lnTo>
                  <a:lnTo>
                    <a:pt x="3165534" y="371986"/>
                  </a:lnTo>
                  <a:lnTo>
                    <a:pt x="3182107" y="361294"/>
                  </a:lnTo>
                  <a:lnTo>
                    <a:pt x="3198681" y="354596"/>
                  </a:lnTo>
                  <a:lnTo>
                    <a:pt x="3215254" y="348906"/>
                  </a:lnTo>
                  <a:lnTo>
                    <a:pt x="3231828" y="342417"/>
                  </a:lnTo>
                  <a:lnTo>
                    <a:pt x="3248401" y="337917"/>
                  </a:lnTo>
                  <a:lnTo>
                    <a:pt x="3264975" y="329374"/>
                  </a:lnTo>
                  <a:lnTo>
                    <a:pt x="3281548" y="321460"/>
                  </a:lnTo>
                  <a:lnTo>
                    <a:pt x="3298122" y="316346"/>
                  </a:lnTo>
                  <a:lnTo>
                    <a:pt x="3314695" y="311403"/>
                  </a:lnTo>
                  <a:lnTo>
                    <a:pt x="3331269" y="303597"/>
                  </a:lnTo>
                  <a:lnTo>
                    <a:pt x="3347842" y="294779"/>
                  </a:lnTo>
                  <a:lnTo>
                    <a:pt x="3364416" y="287375"/>
                  </a:lnTo>
                  <a:lnTo>
                    <a:pt x="3380989" y="276237"/>
                  </a:lnTo>
                  <a:lnTo>
                    <a:pt x="3397563" y="265112"/>
                  </a:lnTo>
                  <a:lnTo>
                    <a:pt x="3414136" y="254446"/>
                  </a:lnTo>
                  <a:lnTo>
                    <a:pt x="3430710" y="247351"/>
                  </a:lnTo>
                  <a:lnTo>
                    <a:pt x="3447283" y="240773"/>
                  </a:lnTo>
                  <a:lnTo>
                    <a:pt x="3463857" y="234190"/>
                  </a:lnTo>
                  <a:lnTo>
                    <a:pt x="3480430" y="227610"/>
                  </a:lnTo>
                  <a:lnTo>
                    <a:pt x="3497003" y="217510"/>
                  </a:lnTo>
                  <a:lnTo>
                    <a:pt x="3513577" y="210277"/>
                  </a:lnTo>
                  <a:lnTo>
                    <a:pt x="3530150" y="202936"/>
                  </a:lnTo>
                  <a:lnTo>
                    <a:pt x="3546724" y="197540"/>
                  </a:lnTo>
                  <a:lnTo>
                    <a:pt x="3563297" y="192152"/>
                  </a:lnTo>
                  <a:lnTo>
                    <a:pt x="3579871" y="184982"/>
                  </a:lnTo>
                  <a:lnTo>
                    <a:pt x="3596444" y="177057"/>
                  </a:lnTo>
                  <a:lnTo>
                    <a:pt x="3613018" y="169273"/>
                  </a:lnTo>
                  <a:lnTo>
                    <a:pt x="3629591" y="161023"/>
                  </a:lnTo>
                  <a:lnTo>
                    <a:pt x="3646165" y="153022"/>
                  </a:lnTo>
                  <a:lnTo>
                    <a:pt x="3662738" y="145048"/>
                  </a:lnTo>
                  <a:lnTo>
                    <a:pt x="3679312" y="137067"/>
                  </a:lnTo>
                  <a:lnTo>
                    <a:pt x="3695885" y="129079"/>
                  </a:lnTo>
                  <a:lnTo>
                    <a:pt x="3712459" y="121085"/>
                  </a:lnTo>
                  <a:lnTo>
                    <a:pt x="3729032" y="113797"/>
                  </a:lnTo>
                  <a:lnTo>
                    <a:pt x="3745606" y="107142"/>
                  </a:lnTo>
                  <a:lnTo>
                    <a:pt x="3762179" y="100160"/>
                  </a:lnTo>
                  <a:lnTo>
                    <a:pt x="3778753" y="93176"/>
                  </a:lnTo>
                  <a:lnTo>
                    <a:pt x="3795326" y="86191"/>
                  </a:lnTo>
                  <a:lnTo>
                    <a:pt x="3811900" y="76272"/>
                  </a:lnTo>
                  <a:lnTo>
                    <a:pt x="3828473" y="65829"/>
                  </a:lnTo>
                  <a:lnTo>
                    <a:pt x="3845047" y="56666"/>
                  </a:lnTo>
                  <a:lnTo>
                    <a:pt x="3861620" y="48598"/>
                  </a:lnTo>
                  <a:lnTo>
                    <a:pt x="3878193" y="40843"/>
                  </a:lnTo>
                  <a:lnTo>
                    <a:pt x="3894767" y="33162"/>
                  </a:lnTo>
                  <a:lnTo>
                    <a:pt x="3911340" y="25477"/>
                  </a:lnTo>
                  <a:lnTo>
                    <a:pt x="3927914" y="17239"/>
                  </a:lnTo>
                  <a:lnTo>
                    <a:pt x="3944487" y="8421"/>
                  </a:lnTo>
                  <a:lnTo>
                    <a:pt x="3961061" y="0"/>
                  </a:lnTo>
                  <a:lnTo>
                    <a:pt x="3961061" y="1775428"/>
                  </a:lnTo>
                  <a:lnTo>
                    <a:pt x="3944487" y="1773885"/>
                  </a:lnTo>
                  <a:lnTo>
                    <a:pt x="3927914" y="1772332"/>
                  </a:lnTo>
                  <a:lnTo>
                    <a:pt x="3911340" y="1770743"/>
                  </a:lnTo>
                  <a:lnTo>
                    <a:pt x="3894767" y="1769144"/>
                  </a:lnTo>
                  <a:lnTo>
                    <a:pt x="3878193" y="1767537"/>
                  </a:lnTo>
                  <a:lnTo>
                    <a:pt x="3861620" y="1765923"/>
                  </a:lnTo>
                  <a:lnTo>
                    <a:pt x="3845047" y="1764296"/>
                  </a:lnTo>
                  <a:lnTo>
                    <a:pt x="3828473" y="1762621"/>
                  </a:lnTo>
                  <a:lnTo>
                    <a:pt x="3811900" y="1760314"/>
                  </a:lnTo>
                  <a:lnTo>
                    <a:pt x="3795326" y="1757914"/>
                  </a:lnTo>
                  <a:lnTo>
                    <a:pt x="3778753" y="1756822"/>
                  </a:lnTo>
                  <a:lnTo>
                    <a:pt x="3762179" y="1754413"/>
                  </a:lnTo>
                  <a:lnTo>
                    <a:pt x="3745606" y="1751873"/>
                  </a:lnTo>
                  <a:lnTo>
                    <a:pt x="3729032" y="1750170"/>
                  </a:lnTo>
                  <a:lnTo>
                    <a:pt x="3712459" y="1748598"/>
                  </a:lnTo>
                  <a:lnTo>
                    <a:pt x="3695885" y="1748152"/>
                  </a:lnTo>
                  <a:lnTo>
                    <a:pt x="3679312" y="1745376"/>
                  </a:lnTo>
                  <a:lnTo>
                    <a:pt x="3662738" y="1742569"/>
                  </a:lnTo>
                  <a:lnTo>
                    <a:pt x="3646165" y="1739896"/>
                  </a:lnTo>
                  <a:lnTo>
                    <a:pt x="3629591" y="1739108"/>
                  </a:lnTo>
                  <a:lnTo>
                    <a:pt x="3613018" y="1738282"/>
                  </a:lnTo>
                  <a:lnTo>
                    <a:pt x="3596444" y="1734783"/>
                  </a:lnTo>
                  <a:lnTo>
                    <a:pt x="3579871" y="1733704"/>
                  </a:lnTo>
                  <a:lnTo>
                    <a:pt x="3563297" y="1734291"/>
                  </a:lnTo>
                  <a:lnTo>
                    <a:pt x="3546724" y="1734188"/>
                  </a:lnTo>
                  <a:lnTo>
                    <a:pt x="3530150" y="1734461"/>
                  </a:lnTo>
                  <a:lnTo>
                    <a:pt x="3513577" y="1733720"/>
                  </a:lnTo>
                  <a:lnTo>
                    <a:pt x="3497003" y="1732973"/>
                  </a:lnTo>
                  <a:lnTo>
                    <a:pt x="3480430" y="1732147"/>
                  </a:lnTo>
                  <a:lnTo>
                    <a:pt x="3463857" y="1731050"/>
                  </a:lnTo>
                  <a:lnTo>
                    <a:pt x="3447283" y="1728687"/>
                  </a:lnTo>
                  <a:lnTo>
                    <a:pt x="3430710" y="1726280"/>
                  </a:lnTo>
                  <a:lnTo>
                    <a:pt x="3414136" y="1723849"/>
                  </a:lnTo>
                  <a:lnTo>
                    <a:pt x="3397563" y="1721393"/>
                  </a:lnTo>
                  <a:lnTo>
                    <a:pt x="3380989" y="1719257"/>
                  </a:lnTo>
                  <a:lnTo>
                    <a:pt x="3364416" y="1716531"/>
                  </a:lnTo>
                  <a:lnTo>
                    <a:pt x="3347842" y="1713487"/>
                  </a:lnTo>
                  <a:lnTo>
                    <a:pt x="3331269" y="1711252"/>
                  </a:lnTo>
                  <a:lnTo>
                    <a:pt x="3314695" y="1709283"/>
                  </a:lnTo>
                  <a:lnTo>
                    <a:pt x="3298122" y="1708492"/>
                  </a:lnTo>
                  <a:lnTo>
                    <a:pt x="3281548" y="1708720"/>
                  </a:lnTo>
                  <a:lnTo>
                    <a:pt x="3264975" y="1709060"/>
                  </a:lnTo>
                  <a:lnTo>
                    <a:pt x="3248401" y="1709552"/>
                  </a:lnTo>
                  <a:lnTo>
                    <a:pt x="3231828" y="1708517"/>
                  </a:lnTo>
                  <a:lnTo>
                    <a:pt x="3215254" y="1707809"/>
                  </a:lnTo>
                  <a:lnTo>
                    <a:pt x="3198681" y="1707292"/>
                  </a:lnTo>
                  <a:lnTo>
                    <a:pt x="3182107" y="1707550"/>
                  </a:lnTo>
                  <a:lnTo>
                    <a:pt x="3165534" y="1706937"/>
                  </a:lnTo>
                  <a:lnTo>
                    <a:pt x="3148960" y="1706500"/>
                  </a:lnTo>
                  <a:lnTo>
                    <a:pt x="3132387" y="1706912"/>
                  </a:lnTo>
                  <a:lnTo>
                    <a:pt x="3115813" y="1705368"/>
                  </a:lnTo>
                  <a:lnTo>
                    <a:pt x="3099240" y="1703663"/>
                  </a:lnTo>
                  <a:lnTo>
                    <a:pt x="3082667" y="1702235"/>
                  </a:lnTo>
                  <a:lnTo>
                    <a:pt x="3066093" y="1702144"/>
                  </a:lnTo>
                  <a:lnTo>
                    <a:pt x="3049520" y="1700478"/>
                  </a:lnTo>
                  <a:lnTo>
                    <a:pt x="3032946" y="1699300"/>
                  </a:lnTo>
                  <a:lnTo>
                    <a:pt x="3016373" y="1699067"/>
                  </a:lnTo>
                  <a:lnTo>
                    <a:pt x="2999799" y="1698956"/>
                  </a:lnTo>
                  <a:lnTo>
                    <a:pt x="2983226" y="1697259"/>
                  </a:lnTo>
                  <a:lnTo>
                    <a:pt x="2966652" y="1694482"/>
                  </a:lnTo>
                  <a:lnTo>
                    <a:pt x="2950079" y="1695693"/>
                  </a:lnTo>
                  <a:lnTo>
                    <a:pt x="2933505" y="1695500"/>
                  </a:lnTo>
                  <a:lnTo>
                    <a:pt x="2916932" y="1693670"/>
                  </a:lnTo>
                  <a:lnTo>
                    <a:pt x="2900358" y="1694373"/>
                  </a:lnTo>
                  <a:lnTo>
                    <a:pt x="2883785" y="1692950"/>
                  </a:lnTo>
                  <a:lnTo>
                    <a:pt x="2867211" y="1690073"/>
                  </a:lnTo>
                  <a:lnTo>
                    <a:pt x="2850638" y="1688924"/>
                  </a:lnTo>
                  <a:lnTo>
                    <a:pt x="2834064" y="1688383"/>
                  </a:lnTo>
                  <a:lnTo>
                    <a:pt x="2817491" y="1686867"/>
                  </a:lnTo>
                  <a:lnTo>
                    <a:pt x="2800917" y="1687421"/>
                  </a:lnTo>
                  <a:lnTo>
                    <a:pt x="2784344" y="1685486"/>
                  </a:lnTo>
                  <a:lnTo>
                    <a:pt x="2767770" y="1683508"/>
                  </a:lnTo>
                  <a:lnTo>
                    <a:pt x="2751197" y="1681955"/>
                  </a:lnTo>
                  <a:lnTo>
                    <a:pt x="2734623" y="1681253"/>
                  </a:lnTo>
                  <a:lnTo>
                    <a:pt x="2718050" y="1681229"/>
                  </a:lnTo>
                  <a:lnTo>
                    <a:pt x="2701477" y="1680960"/>
                  </a:lnTo>
                  <a:lnTo>
                    <a:pt x="2684903" y="1681217"/>
                  </a:lnTo>
                  <a:lnTo>
                    <a:pt x="2668330" y="1679886"/>
                  </a:lnTo>
                  <a:lnTo>
                    <a:pt x="2651756" y="1676818"/>
                  </a:lnTo>
                  <a:lnTo>
                    <a:pt x="2635183" y="1677142"/>
                  </a:lnTo>
                  <a:lnTo>
                    <a:pt x="2618609" y="1676513"/>
                  </a:lnTo>
                  <a:lnTo>
                    <a:pt x="2602036" y="1675719"/>
                  </a:lnTo>
                  <a:lnTo>
                    <a:pt x="2585462" y="1674780"/>
                  </a:lnTo>
                  <a:lnTo>
                    <a:pt x="2568889" y="1673790"/>
                  </a:lnTo>
                  <a:lnTo>
                    <a:pt x="2552315" y="1674446"/>
                  </a:lnTo>
                  <a:lnTo>
                    <a:pt x="2535742" y="1673323"/>
                  </a:lnTo>
                  <a:lnTo>
                    <a:pt x="2519168" y="1673493"/>
                  </a:lnTo>
                  <a:lnTo>
                    <a:pt x="2502595" y="1673047"/>
                  </a:lnTo>
                  <a:lnTo>
                    <a:pt x="2486021" y="1672162"/>
                  </a:lnTo>
                  <a:lnTo>
                    <a:pt x="2469448" y="1672005"/>
                  </a:lnTo>
                  <a:lnTo>
                    <a:pt x="2452874" y="1672239"/>
                  </a:lnTo>
                  <a:lnTo>
                    <a:pt x="2436301" y="1670480"/>
                  </a:lnTo>
                  <a:lnTo>
                    <a:pt x="2419727" y="1668472"/>
                  </a:lnTo>
                  <a:lnTo>
                    <a:pt x="2403154" y="1667621"/>
                  </a:lnTo>
                  <a:lnTo>
                    <a:pt x="2386580" y="1668195"/>
                  </a:lnTo>
                  <a:lnTo>
                    <a:pt x="2370007" y="1667097"/>
                  </a:lnTo>
                  <a:lnTo>
                    <a:pt x="2353433" y="1668683"/>
                  </a:lnTo>
                  <a:lnTo>
                    <a:pt x="2336860" y="1667941"/>
                  </a:lnTo>
                  <a:lnTo>
                    <a:pt x="2320287" y="1668049"/>
                  </a:lnTo>
                  <a:lnTo>
                    <a:pt x="2303713" y="1668154"/>
                  </a:lnTo>
                  <a:lnTo>
                    <a:pt x="2287140" y="1667171"/>
                  </a:lnTo>
                  <a:lnTo>
                    <a:pt x="2270566" y="1668703"/>
                  </a:lnTo>
                  <a:lnTo>
                    <a:pt x="2253993" y="1669662"/>
                  </a:lnTo>
                  <a:lnTo>
                    <a:pt x="2237419" y="1670350"/>
                  </a:lnTo>
                  <a:lnTo>
                    <a:pt x="2220846" y="1670742"/>
                  </a:lnTo>
                  <a:lnTo>
                    <a:pt x="2204272" y="1671212"/>
                  </a:lnTo>
                  <a:lnTo>
                    <a:pt x="2187699" y="1672617"/>
                  </a:lnTo>
                  <a:lnTo>
                    <a:pt x="2171125" y="1673074"/>
                  </a:lnTo>
                  <a:lnTo>
                    <a:pt x="2154552" y="1672488"/>
                  </a:lnTo>
                  <a:lnTo>
                    <a:pt x="2137978" y="1673049"/>
                  </a:lnTo>
                  <a:lnTo>
                    <a:pt x="2121405" y="1673024"/>
                  </a:lnTo>
                  <a:lnTo>
                    <a:pt x="2104831" y="1673393"/>
                  </a:lnTo>
                  <a:lnTo>
                    <a:pt x="2088258" y="1672697"/>
                  </a:lnTo>
                  <a:lnTo>
                    <a:pt x="2071684" y="1673336"/>
                  </a:lnTo>
                  <a:lnTo>
                    <a:pt x="2055111" y="1674183"/>
                  </a:lnTo>
                  <a:lnTo>
                    <a:pt x="2038537" y="1675053"/>
                  </a:lnTo>
                  <a:lnTo>
                    <a:pt x="2021964" y="1675899"/>
                  </a:lnTo>
                  <a:lnTo>
                    <a:pt x="2005390" y="1676739"/>
                  </a:lnTo>
                  <a:lnTo>
                    <a:pt x="1988817" y="1677582"/>
                  </a:lnTo>
                  <a:lnTo>
                    <a:pt x="1972243" y="1678403"/>
                  </a:lnTo>
                  <a:lnTo>
                    <a:pt x="1955670" y="1680084"/>
                  </a:lnTo>
                  <a:lnTo>
                    <a:pt x="1939096" y="1681514"/>
                  </a:lnTo>
                  <a:lnTo>
                    <a:pt x="1922523" y="1683960"/>
                  </a:lnTo>
                  <a:lnTo>
                    <a:pt x="1905950" y="1684920"/>
                  </a:lnTo>
                  <a:lnTo>
                    <a:pt x="1889376" y="1684922"/>
                  </a:lnTo>
                  <a:lnTo>
                    <a:pt x="1872803" y="1686036"/>
                  </a:lnTo>
                  <a:lnTo>
                    <a:pt x="1856229" y="1685862"/>
                  </a:lnTo>
                  <a:lnTo>
                    <a:pt x="1839656" y="1686547"/>
                  </a:lnTo>
                  <a:lnTo>
                    <a:pt x="1823082" y="1685907"/>
                  </a:lnTo>
                  <a:lnTo>
                    <a:pt x="1806509" y="1687154"/>
                  </a:lnTo>
                  <a:lnTo>
                    <a:pt x="1789935" y="1689067"/>
                  </a:lnTo>
                  <a:lnTo>
                    <a:pt x="1773362" y="1689318"/>
                  </a:lnTo>
                  <a:lnTo>
                    <a:pt x="1756788" y="1693093"/>
                  </a:lnTo>
                  <a:lnTo>
                    <a:pt x="1740215" y="1693331"/>
                  </a:lnTo>
                  <a:lnTo>
                    <a:pt x="1723641" y="1694468"/>
                  </a:lnTo>
                  <a:lnTo>
                    <a:pt x="1707068" y="1696735"/>
                  </a:lnTo>
                  <a:lnTo>
                    <a:pt x="1690494" y="1697969"/>
                  </a:lnTo>
                  <a:lnTo>
                    <a:pt x="1673921" y="1699584"/>
                  </a:lnTo>
                  <a:lnTo>
                    <a:pt x="1657347" y="1701281"/>
                  </a:lnTo>
                  <a:lnTo>
                    <a:pt x="1640774" y="1702964"/>
                  </a:lnTo>
                  <a:lnTo>
                    <a:pt x="1624200" y="1704022"/>
                  </a:lnTo>
                  <a:lnTo>
                    <a:pt x="1607627" y="1705276"/>
                  </a:lnTo>
                  <a:lnTo>
                    <a:pt x="1591053" y="1706937"/>
                  </a:lnTo>
                  <a:lnTo>
                    <a:pt x="1574480" y="1708162"/>
                  </a:lnTo>
                  <a:lnTo>
                    <a:pt x="1557906" y="1709032"/>
                  </a:lnTo>
                  <a:lnTo>
                    <a:pt x="1541333" y="1709717"/>
                  </a:lnTo>
                  <a:lnTo>
                    <a:pt x="1524760" y="1709594"/>
                  </a:lnTo>
                  <a:lnTo>
                    <a:pt x="1508186" y="1710070"/>
                  </a:lnTo>
                  <a:lnTo>
                    <a:pt x="1491613" y="1712284"/>
                  </a:lnTo>
                  <a:lnTo>
                    <a:pt x="1475039" y="1715805"/>
                  </a:lnTo>
                  <a:lnTo>
                    <a:pt x="1458466" y="1717597"/>
                  </a:lnTo>
                  <a:lnTo>
                    <a:pt x="1441892" y="1720850"/>
                  </a:lnTo>
                  <a:lnTo>
                    <a:pt x="1425319" y="1722529"/>
                  </a:lnTo>
                  <a:lnTo>
                    <a:pt x="1408745" y="1724307"/>
                  </a:lnTo>
                  <a:lnTo>
                    <a:pt x="1392172" y="1725104"/>
                  </a:lnTo>
                  <a:lnTo>
                    <a:pt x="1375598" y="1726424"/>
                  </a:lnTo>
                  <a:lnTo>
                    <a:pt x="1359025" y="1727516"/>
                  </a:lnTo>
                  <a:lnTo>
                    <a:pt x="1342451" y="1728418"/>
                  </a:lnTo>
                  <a:lnTo>
                    <a:pt x="1325878" y="1729980"/>
                  </a:lnTo>
                  <a:lnTo>
                    <a:pt x="1309304" y="1731450"/>
                  </a:lnTo>
                  <a:lnTo>
                    <a:pt x="1292731" y="1734844"/>
                  </a:lnTo>
                  <a:lnTo>
                    <a:pt x="1276157" y="1735522"/>
                  </a:lnTo>
                  <a:lnTo>
                    <a:pt x="1259584" y="1737888"/>
                  </a:lnTo>
                  <a:lnTo>
                    <a:pt x="1243010" y="1740551"/>
                  </a:lnTo>
                  <a:lnTo>
                    <a:pt x="1226437" y="1741845"/>
                  </a:lnTo>
                  <a:lnTo>
                    <a:pt x="1209863" y="1744236"/>
                  </a:lnTo>
                  <a:lnTo>
                    <a:pt x="1193290" y="1745835"/>
                  </a:lnTo>
                  <a:lnTo>
                    <a:pt x="1176716" y="1748335"/>
                  </a:lnTo>
                  <a:lnTo>
                    <a:pt x="1160143" y="1751346"/>
                  </a:lnTo>
                  <a:lnTo>
                    <a:pt x="1143570" y="1755083"/>
                  </a:lnTo>
                  <a:lnTo>
                    <a:pt x="1126996" y="1758231"/>
                  </a:lnTo>
                  <a:lnTo>
                    <a:pt x="1110423" y="1761296"/>
                  </a:lnTo>
                  <a:lnTo>
                    <a:pt x="1093849" y="1763279"/>
                  </a:lnTo>
                  <a:lnTo>
                    <a:pt x="1077276" y="1766596"/>
                  </a:lnTo>
                  <a:lnTo>
                    <a:pt x="1060702" y="1770107"/>
                  </a:lnTo>
                  <a:lnTo>
                    <a:pt x="1044129" y="1773573"/>
                  </a:lnTo>
                  <a:lnTo>
                    <a:pt x="1027555" y="1776541"/>
                  </a:lnTo>
                  <a:lnTo>
                    <a:pt x="1010982" y="1779216"/>
                  </a:lnTo>
                  <a:lnTo>
                    <a:pt x="994408" y="1782367"/>
                  </a:lnTo>
                  <a:lnTo>
                    <a:pt x="977835" y="1785354"/>
                  </a:lnTo>
                  <a:lnTo>
                    <a:pt x="961261" y="1789051"/>
                  </a:lnTo>
                  <a:lnTo>
                    <a:pt x="944688" y="1792676"/>
                  </a:lnTo>
                  <a:lnTo>
                    <a:pt x="928114" y="1795548"/>
                  </a:lnTo>
                  <a:lnTo>
                    <a:pt x="911541" y="1799699"/>
                  </a:lnTo>
                  <a:lnTo>
                    <a:pt x="894967" y="1802883"/>
                  </a:lnTo>
                  <a:lnTo>
                    <a:pt x="878394" y="1805746"/>
                  </a:lnTo>
                  <a:lnTo>
                    <a:pt x="861820" y="1808721"/>
                  </a:lnTo>
                  <a:lnTo>
                    <a:pt x="845247" y="1812520"/>
                  </a:lnTo>
                  <a:lnTo>
                    <a:pt x="828673" y="1816348"/>
                  </a:lnTo>
                  <a:lnTo>
                    <a:pt x="812100" y="1819808"/>
                  </a:lnTo>
                  <a:lnTo>
                    <a:pt x="795526" y="1823025"/>
                  </a:lnTo>
                  <a:lnTo>
                    <a:pt x="778953" y="1827400"/>
                  </a:lnTo>
                  <a:lnTo>
                    <a:pt x="762380" y="1831169"/>
                  </a:lnTo>
                  <a:lnTo>
                    <a:pt x="745806" y="1834557"/>
                  </a:lnTo>
                  <a:lnTo>
                    <a:pt x="729233" y="1838437"/>
                  </a:lnTo>
                  <a:lnTo>
                    <a:pt x="712659" y="1841755"/>
                  </a:lnTo>
                  <a:lnTo>
                    <a:pt x="696086" y="1845020"/>
                  </a:lnTo>
                  <a:lnTo>
                    <a:pt x="679512" y="1848731"/>
                  </a:lnTo>
                  <a:lnTo>
                    <a:pt x="662939" y="1851882"/>
                  </a:lnTo>
                  <a:lnTo>
                    <a:pt x="646365" y="1855111"/>
                  </a:lnTo>
                  <a:lnTo>
                    <a:pt x="629792" y="1857561"/>
                  </a:lnTo>
                  <a:lnTo>
                    <a:pt x="613218" y="1859075"/>
                  </a:lnTo>
                  <a:lnTo>
                    <a:pt x="596645" y="1862803"/>
                  </a:lnTo>
                  <a:lnTo>
                    <a:pt x="580071" y="1865274"/>
                  </a:lnTo>
                  <a:lnTo>
                    <a:pt x="563498" y="1868695"/>
                  </a:lnTo>
                  <a:lnTo>
                    <a:pt x="546924" y="1872447"/>
                  </a:lnTo>
                  <a:lnTo>
                    <a:pt x="530351" y="1874874"/>
                  </a:lnTo>
                  <a:lnTo>
                    <a:pt x="513777" y="1878218"/>
                  </a:lnTo>
                  <a:lnTo>
                    <a:pt x="497204" y="1881373"/>
                  </a:lnTo>
                  <a:lnTo>
                    <a:pt x="480630" y="1885445"/>
                  </a:lnTo>
                  <a:lnTo>
                    <a:pt x="464057" y="1888263"/>
                  </a:lnTo>
                  <a:lnTo>
                    <a:pt x="447483" y="1892306"/>
                  </a:lnTo>
                  <a:lnTo>
                    <a:pt x="430910" y="1896449"/>
                  </a:lnTo>
                  <a:lnTo>
                    <a:pt x="414336" y="1899812"/>
                  </a:lnTo>
                  <a:lnTo>
                    <a:pt x="397763" y="1903715"/>
                  </a:lnTo>
                  <a:lnTo>
                    <a:pt x="381190" y="1908267"/>
                  </a:lnTo>
                  <a:lnTo>
                    <a:pt x="364616" y="1912102"/>
                  </a:lnTo>
                  <a:lnTo>
                    <a:pt x="348043" y="1916292"/>
                  </a:lnTo>
                  <a:lnTo>
                    <a:pt x="331469" y="1919942"/>
                  </a:lnTo>
                  <a:lnTo>
                    <a:pt x="314896" y="1924607"/>
                  </a:lnTo>
                  <a:lnTo>
                    <a:pt x="298322" y="1928458"/>
                  </a:lnTo>
                  <a:lnTo>
                    <a:pt x="281749" y="1932878"/>
                  </a:lnTo>
                  <a:lnTo>
                    <a:pt x="265175" y="1936613"/>
                  </a:lnTo>
                  <a:lnTo>
                    <a:pt x="248602" y="1940786"/>
                  </a:lnTo>
                  <a:lnTo>
                    <a:pt x="232028" y="1943596"/>
                  </a:lnTo>
                  <a:lnTo>
                    <a:pt x="215455" y="1946161"/>
                  </a:lnTo>
                  <a:lnTo>
                    <a:pt x="198881" y="1950706"/>
                  </a:lnTo>
                  <a:lnTo>
                    <a:pt x="182308" y="1954261"/>
                  </a:lnTo>
                  <a:lnTo>
                    <a:pt x="165734" y="1956508"/>
                  </a:lnTo>
                  <a:lnTo>
                    <a:pt x="149161" y="1960246"/>
                  </a:lnTo>
                  <a:lnTo>
                    <a:pt x="132587" y="1964503"/>
                  </a:lnTo>
                  <a:lnTo>
                    <a:pt x="116014" y="1967609"/>
                  </a:lnTo>
                  <a:lnTo>
                    <a:pt x="99440" y="1971266"/>
                  </a:lnTo>
                  <a:lnTo>
                    <a:pt x="82867" y="1975534"/>
                  </a:lnTo>
                  <a:lnTo>
                    <a:pt x="66293" y="1979749"/>
                  </a:lnTo>
                  <a:lnTo>
                    <a:pt x="49720" y="1983715"/>
                  </a:lnTo>
                  <a:lnTo>
                    <a:pt x="33146" y="1986574"/>
                  </a:lnTo>
                  <a:lnTo>
                    <a:pt x="16573" y="1991326"/>
                  </a:lnTo>
                  <a:lnTo>
                    <a:pt x="0" y="1996059"/>
                  </a:lnTo>
                  <a:close/>
                </a:path>
              </a:pathLst>
            </a:custGeom>
            <a:solidFill>
              <a:srgbClr val="19B51E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346581" y="3302132"/>
              <a:ext cx="3961061" cy="869332"/>
            </a:xfrm>
            <a:custGeom>
              <a:avLst/>
              <a:pathLst>
                <a:path w="3961061" h="869332">
                  <a:moveTo>
                    <a:pt x="0" y="750101"/>
                  </a:moveTo>
                  <a:lnTo>
                    <a:pt x="16573" y="751599"/>
                  </a:lnTo>
                  <a:lnTo>
                    <a:pt x="33146" y="753238"/>
                  </a:lnTo>
                  <a:lnTo>
                    <a:pt x="49720" y="754481"/>
                  </a:lnTo>
                  <a:lnTo>
                    <a:pt x="66293" y="756957"/>
                  </a:lnTo>
                  <a:lnTo>
                    <a:pt x="82867" y="758570"/>
                  </a:lnTo>
                  <a:lnTo>
                    <a:pt x="99440" y="757987"/>
                  </a:lnTo>
                  <a:lnTo>
                    <a:pt x="116014" y="761813"/>
                  </a:lnTo>
                  <a:lnTo>
                    <a:pt x="132587" y="765659"/>
                  </a:lnTo>
                  <a:lnTo>
                    <a:pt x="149161" y="769236"/>
                  </a:lnTo>
                  <a:lnTo>
                    <a:pt x="165734" y="771441"/>
                  </a:lnTo>
                  <a:lnTo>
                    <a:pt x="182308" y="773668"/>
                  </a:lnTo>
                  <a:lnTo>
                    <a:pt x="198881" y="775900"/>
                  </a:lnTo>
                  <a:lnTo>
                    <a:pt x="215455" y="778081"/>
                  </a:lnTo>
                  <a:lnTo>
                    <a:pt x="232028" y="780233"/>
                  </a:lnTo>
                  <a:lnTo>
                    <a:pt x="248602" y="782421"/>
                  </a:lnTo>
                  <a:lnTo>
                    <a:pt x="265175" y="784584"/>
                  </a:lnTo>
                  <a:lnTo>
                    <a:pt x="281749" y="786499"/>
                  </a:lnTo>
                  <a:lnTo>
                    <a:pt x="298322" y="788885"/>
                  </a:lnTo>
                  <a:lnTo>
                    <a:pt x="314896" y="791645"/>
                  </a:lnTo>
                  <a:lnTo>
                    <a:pt x="331469" y="793670"/>
                  </a:lnTo>
                  <a:lnTo>
                    <a:pt x="348043" y="796062"/>
                  </a:lnTo>
                  <a:lnTo>
                    <a:pt x="364616" y="797402"/>
                  </a:lnTo>
                  <a:lnTo>
                    <a:pt x="381190" y="799519"/>
                  </a:lnTo>
                  <a:lnTo>
                    <a:pt x="397763" y="801806"/>
                  </a:lnTo>
                  <a:lnTo>
                    <a:pt x="414336" y="803750"/>
                  </a:lnTo>
                  <a:lnTo>
                    <a:pt x="430910" y="805895"/>
                  </a:lnTo>
                  <a:lnTo>
                    <a:pt x="447483" y="807939"/>
                  </a:lnTo>
                  <a:lnTo>
                    <a:pt x="464057" y="811241"/>
                  </a:lnTo>
                  <a:lnTo>
                    <a:pt x="480630" y="812667"/>
                  </a:lnTo>
                  <a:lnTo>
                    <a:pt x="497204" y="815203"/>
                  </a:lnTo>
                  <a:lnTo>
                    <a:pt x="513777" y="817322"/>
                  </a:lnTo>
                  <a:lnTo>
                    <a:pt x="530351" y="818400"/>
                  </a:lnTo>
                  <a:lnTo>
                    <a:pt x="546924" y="820942"/>
                  </a:lnTo>
                  <a:lnTo>
                    <a:pt x="563498" y="824661"/>
                  </a:lnTo>
                  <a:lnTo>
                    <a:pt x="580071" y="828380"/>
                  </a:lnTo>
                  <a:lnTo>
                    <a:pt x="596645" y="827704"/>
                  </a:lnTo>
                  <a:lnTo>
                    <a:pt x="613218" y="830161"/>
                  </a:lnTo>
                  <a:lnTo>
                    <a:pt x="629792" y="835518"/>
                  </a:lnTo>
                  <a:lnTo>
                    <a:pt x="646365" y="835977"/>
                  </a:lnTo>
                  <a:lnTo>
                    <a:pt x="662939" y="836498"/>
                  </a:lnTo>
                  <a:lnTo>
                    <a:pt x="679512" y="837394"/>
                  </a:lnTo>
                  <a:lnTo>
                    <a:pt x="696086" y="839659"/>
                  </a:lnTo>
                  <a:lnTo>
                    <a:pt x="712659" y="841940"/>
                  </a:lnTo>
                  <a:lnTo>
                    <a:pt x="729233" y="842862"/>
                  </a:lnTo>
                  <a:lnTo>
                    <a:pt x="745806" y="844022"/>
                  </a:lnTo>
                  <a:lnTo>
                    <a:pt x="762380" y="844447"/>
                  </a:lnTo>
                  <a:lnTo>
                    <a:pt x="778953" y="845903"/>
                  </a:lnTo>
                  <a:lnTo>
                    <a:pt x="795526" y="848433"/>
                  </a:lnTo>
                  <a:lnTo>
                    <a:pt x="812100" y="849159"/>
                  </a:lnTo>
                  <a:lnTo>
                    <a:pt x="828673" y="849954"/>
                  </a:lnTo>
                  <a:lnTo>
                    <a:pt x="845247" y="854231"/>
                  </a:lnTo>
                  <a:lnTo>
                    <a:pt x="861820" y="855232"/>
                  </a:lnTo>
                  <a:lnTo>
                    <a:pt x="878394" y="856266"/>
                  </a:lnTo>
                  <a:lnTo>
                    <a:pt x="894967" y="857420"/>
                  </a:lnTo>
                  <a:lnTo>
                    <a:pt x="911541" y="859623"/>
                  </a:lnTo>
                  <a:lnTo>
                    <a:pt x="928114" y="860975"/>
                  </a:lnTo>
                  <a:lnTo>
                    <a:pt x="944688" y="860371"/>
                  </a:lnTo>
                  <a:lnTo>
                    <a:pt x="961261" y="860578"/>
                  </a:lnTo>
                  <a:lnTo>
                    <a:pt x="977835" y="862355"/>
                  </a:lnTo>
                  <a:lnTo>
                    <a:pt x="994408" y="863308"/>
                  </a:lnTo>
                  <a:lnTo>
                    <a:pt x="1010982" y="863252"/>
                  </a:lnTo>
                  <a:lnTo>
                    <a:pt x="1027555" y="863333"/>
                  </a:lnTo>
                  <a:lnTo>
                    <a:pt x="1044129" y="866330"/>
                  </a:lnTo>
                  <a:lnTo>
                    <a:pt x="1060702" y="867325"/>
                  </a:lnTo>
                  <a:lnTo>
                    <a:pt x="1077276" y="868293"/>
                  </a:lnTo>
                  <a:lnTo>
                    <a:pt x="1093849" y="869332"/>
                  </a:lnTo>
                  <a:lnTo>
                    <a:pt x="1110423" y="868323"/>
                  </a:lnTo>
                  <a:lnTo>
                    <a:pt x="1126996" y="866483"/>
                  </a:lnTo>
                  <a:lnTo>
                    <a:pt x="1143570" y="864706"/>
                  </a:lnTo>
                  <a:lnTo>
                    <a:pt x="1160143" y="865517"/>
                  </a:lnTo>
                  <a:lnTo>
                    <a:pt x="1176716" y="867141"/>
                  </a:lnTo>
                  <a:lnTo>
                    <a:pt x="1193290" y="865250"/>
                  </a:lnTo>
                  <a:lnTo>
                    <a:pt x="1209863" y="865729"/>
                  </a:lnTo>
                  <a:lnTo>
                    <a:pt x="1226437" y="866036"/>
                  </a:lnTo>
                  <a:lnTo>
                    <a:pt x="1243010" y="866615"/>
                  </a:lnTo>
                  <a:lnTo>
                    <a:pt x="1259584" y="863111"/>
                  </a:lnTo>
                  <a:lnTo>
                    <a:pt x="1276157" y="859931"/>
                  </a:lnTo>
                  <a:lnTo>
                    <a:pt x="1292731" y="858071"/>
                  </a:lnTo>
                  <a:lnTo>
                    <a:pt x="1309304" y="859070"/>
                  </a:lnTo>
                  <a:lnTo>
                    <a:pt x="1325878" y="857587"/>
                  </a:lnTo>
                  <a:lnTo>
                    <a:pt x="1342451" y="858567"/>
                  </a:lnTo>
                  <a:lnTo>
                    <a:pt x="1359025" y="858169"/>
                  </a:lnTo>
                  <a:lnTo>
                    <a:pt x="1375598" y="858528"/>
                  </a:lnTo>
                  <a:lnTo>
                    <a:pt x="1392172" y="859992"/>
                  </a:lnTo>
                  <a:lnTo>
                    <a:pt x="1408745" y="858970"/>
                  </a:lnTo>
                  <a:lnTo>
                    <a:pt x="1425319" y="856962"/>
                  </a:lnTo>
                  <a:lnTo>
                    <a:pt x="1441892" y="853939"/>
                  </a:lnTo>
                  <a:lnTo>
                    <a:pt x="1458466" y="850847"/>
                  </a:lnTo>
                  <a:lnTo>
                    <a:pt x="1475039" y="851127"/>
                  </a:lnTo>
                  <a:lnTo>
                    <a:pt x="1491613" y="851353"/>
                  </a:lnTo>
                  <a:lnTo>
                    <a:pt x="1508186" y="849803"/>
                  </a:lnTo>
                  <a:lnTo>
                    <a:pt x="1524760" y="847288"/>
                  </a:lnTo>
                  <a:lnTo>
                    <a:pt x="1541333" y="846106"/>
                  </a:lnTo>
                  <a:lnTo>
                    <a:pt x="1557906" y="845068"/>
                  </a:lnTo>
                  <a:lnTo>
                    <a:pt x="1574480" y="844082"/>
                  </a:lnTo>
                  <a:lnTo>
                    <a:pt x="1591053" y="843336"/>
                  </a:lnTo>
                  <a:lnTo>
                    <a:pt x="1607627" y="840560"/>
                  </a:lnTo>
                  <a:lnTo>
                    <a:pt x="1624200" y="837338"/>
                  </a:lnTo>
                  <a:lnTo>
                    <a:pt x="1640774" y="834103"/>
                  </a:lnTo>
                  <a:lnTo>
                    <a:pt x="1657347" y="831193"/>
                  </a:lnTo>
                  <a:lnTo>
                    <a:pt x="1673921" y="828947"/>
                  </a:lnTo>
                  <a:lnTo>
                    <a:pt x="1690494" y="827624"/>
                  </a:lnTo>
                  <a:lnTo>
                    <a:pt x="1707068" y="826377"/>
                  </a:lnTo>
                  <a:lnTo>
                    <a:pt x="1723641" y="824551"/>
                  </a:lnTo>
                  <a:lnTo>
                    <a:pt x="1740215" y="821041"/>
                  </a:lnTo>
                  <a:lnTo>
                    <a:pt x="1756788" y="817159"/>
                  </a:lnTo>
                  <a:lnTo>
                    <a:pt x="1773362" y="812224"/>
                  </a:lnTo>
                  <a:lnTo>
                    <a:pt x="1789935" y="807677"/>
                  </a:lnTo>
                  <a:lnTo>
                    <a:pt x="1806509" y="804074"/>
                  </a:lnTo>
                  <a:lnTo>
                    <a:pt x="1823082" y="801745"/>
                  </a:lnTo>
                  <a:lnTo>
                    <a:pt x="1839656" y="799839"/>
                  </a:lnTo>
                  <a:lnTo>
                    <a:pt x="1856229" y="798096"/>
                  </a:lnTo>
                  <a:lnTo>
                    <a:pt x="1872803" y="793340"/>
                  </a:lnTo>
                  <a:lnTo>
                    <a:pt x="1889376" y="791437"/>
                  </a:lnTo>
                  <a:lnTo>
                    <a:pt x="1905950" y="788788"/>
                  </a:lnTo>
                  <a:lnTo>
                    <a:pt x="1922523" y="785411"/>
                  </a:lnTo>
                  <a:lnTo>
                    <a:pt x="1939096" y="782772"/>
                  </a:lnTo>
                  <a:lnTo>
                    <a:pt x="1955670" y="780093"/>
                  </a:lnTo>
                  <a:lnTo>
                    <a:pt x="1972243" y="775134"/>
                  </a:lnTo>
                  <a:lnTo>
                    <a:pt x="1988817" y="773357"/>
                  </a:lnTo>
                  <a:lnTo>
                    <a:pt x="2005390" y="769671"/>
                  </a:lnTo>
                  <a:lnTo>
                    <a:pt x="2021964" y="766757"/>
                  </a:lnTo>
                  <a:lnTo>
                    <a:pt x="2038537" y="761492"/>
                  </a:lnTo>
                  <a:lnTo>
                    <a:pt x="2055111" y="757654"/>
                  </a:lnTo>
                  <a:lnTo>
                    <a:pt x="2071684" y="755272"/>
                  </a:lnTo>
                  <a:lnTo>
                    <a:pt x="2088258" y="750740"/>
                  </a:lnTo>
                  <a:lnTo>
                    <a:pt x="2104831" y="745672"/>
                  </a:lnTo>
                  <a:lnTo>
                    <a:pt x="2121405" y="744087"/>
                  </a:lnTo>
                  <a:lnTo>
                    <a:pt x="2137978" y="739250"/>
                  </a:lnTo>
                  <a:lnTo>
                    <a:pt x="2154552" y="735353"/>
                  </a:lnTo>
                  <a:lnTo>
                    <a:pt x="2171125" y="729927"/>
                  </a:lnTo>
                  <a:lnTo>
                    <a:pt x="2187699" y="724376"/>
                  </a:lnTo>
                  <a:lnTo>
                    <a:pt x="2204272" y="719607"/>
                  </a:lnTo>
                  <a:lnTo>
                    <a:pt x="2220846" y="715860"/>
                  </a:lnTo>
                  <a:lnTo>
                    <a:pt x="2237419" y="712159"/>
                  </a:lnTo>
                  <a:lnTo>
                    <a:pt x="2253993" y="708413"/>
                  </a:lnTo>
                  <a:lnTo>
                    <a:pt x="2270566" y="704568"/>
                  </a:lnTo>
                  <a:lnTo>
                    <a:pt x="2287140" y="701625"/>
                  </a:lnTo>
                  <a:lnTo>
                    <a:pt x="2303713" y="697190"/>
                  </a:lnTo>
                  <a:lnTo>
                    <a:pt x="2320287" y="693359"/>
                  </a:lnTo>
                  <a:lnTo>
                    <a:pt x="2336860" y="689689"/>
                  </a:lnTo>
                  <a:lnTo>
                    <a:pt x="2353433" y="685922"/>
                  </a:lnTo>
                  <a:lnTo>
                    <a:pt x="2370007" y="682159"/>
                  </a:lnTo>
                  <a:lnTo>
                    <a:pt x="2386580" y="678513"/>
                  </a:lnTo>
                  <a:lnTo>
                    <a:pt x="2403154" y="674583"/>
                  </a:lnTo>
                  <a:lnTo>
                    <a:pt x="2419727" y="669725"/>
                  </a:lnTo>
                  <a:lnTo>
                    <a:pt x="2436301" y="663884"/>
                  </a:lnTo>
                  <a:lnTo>
                    <a:pt x="2452874" y="659242"/>
                  </a:lnTo>
                  <a:lnTo>
                    <a:pt x="2469448" y="652108"/>
                  </a:lnTo>
                  <a:lnTo>
                    <a:pt x="2486021" y="644867"/>
                  </a:lnTo>
                  <a:lnTo>
                    <a:pt x="2502595" y="633887"/>
                  </a:lnTo>
                  <a:lnTo>
                    <a:pt x="2519168" y="629526"/>
                  </a:lnTo>
                  <a:lnTo>
                    <a:pt x="2535742" y="622147"/>
                  </a:lnTo>
                  <a:lnTo>
                    <a:pt x="2552315" y="615518"/>
                  </a:lnTo>
                  <a:lnTo>
                    <a:pt x="2568889" y="608615"/>
                  </a:lnTo>
                  <a:lnTo>
                    <a:pt x="2585462" y="605321"/>
                  </a:lnTo>
                  <a:lnTo>
                    <a:pt x="2602036" y="599747"/>
                  </a:lnTo>
                  <a:lnTo>
                    <a:pt x="2618609" y="591411"/>
                  </a:lnTo>
                  <a:lnTo>
                    <a:pt x="2635183" y="581780"/>
                  </a:lnTo>
                  <a:lnTo>
                    <a:pt x="2651756" y="573942"/>
                  </a:lnTo>
                  <a:lnTo>
                    <a:pt x="2668330" y="569245"/>
                  </a:lnTo>
                  <a:lnTo>
                    <a:pt x="2684903" y="562571"/>
                  </a:lnTo>
                  <a:lnTo>
                    <a:pt x="2701477" y="555187"/>
                  </a:lnTo>
                  <a:lnTo>
                    <a:pt x="2718050" y="548416"/>
                  </a:lnTo>
                  <a:lnTo>
                    <a:pt x="2734623" y="541060"/>
                  </a:lnTo>
                  <a:lnTo>
                    <a:pt x="2751197" y="533692"/>
                  </a:lnTo>
                  <a:lnTo>
                    <a:pt x="2767770" y="526785"/>
                  </a:lnTo>
                  <a:lnTo>
                    <a:pt x="2784344" y="520221"/>
                  </a:lnTo>
                  <a:lnTo>
                    <a:pt x="2800917" y="515725"/>
                  </a:lnTo>
                  <a:lnTo>
                    <a:pt x="2817491" y="510117"/>
                  </a:lnTo>
                  <a:lnTo>
                    <a:pt x="2834064" y="505101"/>
                  </a:lnTo>
                  <a:lnTo>
                    <a:pt x="2850638" y="500097"/>
                  </a:lnTo>
                  <a:lnTo>
                    <a:pt x="2867211" y="495069"/>
                  </a:lnTo>
                  <a:lnTo>
                    <a:pt x="2883785" y="488226"/>
                  </a:lnTo>
                  <a:lnTo>
                    <a:pt x="2900358" y="480675"/>
                  </a:lnTo>
                  <a:lnTo>
                    <a:pt x="2916932" y="473675"/>
                  </a:lnTo>
                  <a:lnTo>
                    <a:pt x="2933505" y="465486"/>
                  </a:lnTo>
                  <a:lnTo>
                    <a:pt x="2950079" y="459087"/>
                  </a:lnTo>
                  <a:lnTo>
                    <a:pt x="2966652" y="453873"/>
                  </a:lnTo>
                  <a:lnTo>
                    <a:pt x="2983226" y="445133"/>
                  </a:lnTo>
                  <a:lnTo>
                    <a:pt x="2999799" y="437231"/>
                  </a:lnTo>
                  <a:lnTo>
                    <a:pt x="3016373" y="429549"/>
                  </a:lnTo>
                  <a:lnTo>
                    <a:pt x="3032946" y="422857"/>
                  </a:lnTo>
                  <a:lnTo>
                    <a:pt x="3049520" y="417175"/>
                  </a:lnTo>
                  <a:lnTo>
                    <a:pt x="3066093" y="411048"/>
                  </a:lnTo>
                  <a:lnTo>
                    <a:pt x="3082667" y="404729"/>
                  </a:lnTo>
                  <a:lnTo>
                    <a:pt x="3099240" y="398533"/>
                  </a:lnTo>
                  <a:lnTo>
                    <a:pt x="3115813" y="392066"/>
                  </a:lnTo>
                  <a:lnTo>
                    <a:pt x="3132387" y="385993"/>
                  </a:lnTo>
                  <a:lnTo>
                    <a:pt x="3148960" y="379748"/>
                  </a:lnTo>
                  <a:lnTo>
                    <a:pt x="3165534" y="371986"/>
                  </a:lnTo>
                  <a:lnTo>
                    <a:pt x="3182107" y="361294"/>
                  </a:lnTo>
                  <a:lnTo>
                    <a:pt x="3198681" y="354596"/>
                  </a:lnTo>
                  <a:lnTo>
                    <a:pt x="3215254" y="348906"/>
                  </a:lnTo>
                  <a:lnTo>
                    <a:pt x="3231828" y="342417"/>
                  </a:lnTo>
                  <a:lnTo>
                    <a:pt x="3248401" y="337917"/>
                  </a:lnTo>
                  <a:lnTo>
                    <a:pt x="3264975" y="329374"/>
                  </a:lnTo>
                  <a:lnTo>
                    <a:pt x="3281548" y="321460"/>
                  </a:lnTo>
                  <a:lnTo>
                    <a:pt x="3298122" y="316346"/>
                  </a:lnTo>
                  <a:lnTo>
                    <a:pt x="3314695" y="311403"/>
                  </a:lnTo>
                  <a:lnTo>
                    <a:pt x="3331269" y="303597"/>
                  </a:lnTo>
                  <a:lnTo>
                    <a:pt x="3347842" y="294779"/>
                  </a:lnTo>
                  <a:lnTo>
                    <a:pt x="3364416" y="287375"/>
                  </a:lnTo>
                  <a:lnTo>
                    <a:pt x="3380989" y="276237"/>
                  </a:lnTo>
                  <a:lnTo>
                    <a:pt x="3397563" y="265112"/>
                  </a:lnTo>
                  <a:lnTo>
                    <a:pt x="3414136" y="254446"/>
                  </a:lnTo>
                  <a:lnTo>
                    <a:pt x="3430710" y="247351"/>
                  </a:lnTo>
                  <a:lnTo>
                    <a:pt x="3447283" y="240773"/>
                  </a:lnTo>
                  <a:lnTo>
                    <a:pt x="3463857" y="234190"/>
                  </a:lnTo>
                  <a:lnTo>
                    <a:pt x="3480430" y="227610"/>
                  </a:lnTo>
                  <a:lnTo>
                    <a:pt x="3497003" y="217510"/>
                  </a:lnTo>
                  <a:lnTo>
                    <a:pt x="3513577" y="210277"/>
                  </a:lnTo>
                  <a:lnTo>
                    <a:pt x="3530150" y="202936"/>
                  </a:lnTo>
                  <a:lnTo>
                    <a:pt x="3546724" y="197540"/>
                  </a:lnTo>
                  <a:lnTo>
                    <a:pt x="3563297" y="192152"/>
                  </a:lnTo>
                  <a:lnTo>
                    <a:pt x="3579871" y="184982"/>
                  </a:lnTo>
                  <a:lnTo>
                    <a:pt x="3596444" y="177057"/>
                  </a:lnTo>
                  <a:lnTo>
                    <a:pt x="3613018" y="169273"/>
                  </a:lnTo>
                  <a:lnTo>
                    <a:pt x="3629591" y="161023"/>
                  </a:lnTo>
                  <a:lnTo>
                    <a:pt x="3646165" y="153022"/>
                  </a:lnTo>
                  <a:lnTo>
                    <a:pt x="3662738" y="145048"/>
                  </a:lnTo>
                  <a:lnTo>
                    <a:pt x="3679312" y="137067"/>
                  </a:lnTo>
                  <a:lnTo>
                    <a:pt x="3695885" y="129079"/>
                  </a:lnTo>
                  <a:lnTo>
                    <a:pt x="3712459" y="121085"/>
                  </a:lnTo>
                  <a:lnTo>
                    <a:pt x="3729032" y="113797"/>
                  </a:lnTo>
                  <a:lnTo>
                    <a:pt x="3745606" y="107142"/>
                  </a:lnTo>
                  <a:lnTo>
                    <a:pt x="3762179" y="100160"/>
                  </a:lnTo>
                  <a:lnTo>
                    <a:pt x="3778753" y="93176"/>
                  </a:lnTo>
                  <a:lnTo>
                    <a:pt x="3795326" y="86191"/>
                  </a:lnTo>
                  <a:lnTo>
                    <a:pt x="3811900" y="76272"/>
                  </a:lnTo>
                  <a:lnTo>
                    <a:pt x="3828473" y="65829"/>
                  </a:lnTo>
                  <a:lnTo>
                    <a:pt x="3845047" y="56666"/>
                  </a:lnTo>
                  <a:lnTo>
                    <a:pt x="3861620" y="48598"/>
                  </a:lnTo>
                  <a:lnTo>
                    <a:pt x="3878193" y="40843"/>
                  </a:lnTo>
                  <a:lnTo>
                    <a:pt x="3894767" y="33162"/>
                  </a:lnTo>
                  <a:lnTo>
                    <a:pt x="3911340" y="25477"/>
                  </a:lnTo>
                  <a:lnTo>
                    <a:pt x="3927914" y="17239"/>
                  </a:lnTo>
                  <a:lnTo>
                    <a:pt x="3944487" y="8421"/>
                  </a:lnTo>
                  <a:lnTo>
                    <a:pt x="3961061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346581" y="4969230"/>
              <a:ext cx="3961061" cy="328961"/>
            </a:xfrm>
            <a:custGeom>
              <a:avLst/>
              <a:pathLst>
                <a:path w="3961061" h="328961">
                  <a:moveTo>
                    <a:pt x="3961061" y="108330"/>
                  </a:moveTo>
                  <a:lnTo>
                    <a:pt x="3944487" y="106787"/>
                  </a:lnTo>
                  <a:lnTo>
                    <a:pt x="3927914" y="105234"/>
                  </a:lnTo>
                  <a:lnTo>
                    <a:pt x="3911340" y="103645"/>
                  </a:lnTo>
                  <a:lnTo>
                    <a:pt x="3894767" y="102046"/>
                  </a:lnTo>
                  <a:lnTo>
                    <a:pt x="3878193" y="100439"/>
                  </a:lnTo>
                  <a:lnTo>
                    <a:pt x="3861620" y="98825"/>
                  </a:lnTo>
                  <a:lnTo>
                    <a:pt x="3845047" y="97198"/>
                  </a:lnTo>
                  <a:lnTo>
                    <a:pt x="3828473" y="95523"/>
                  </a:lnTo>
                  <a:lnTo>
                    <a:pt x="3811900" y="93216"/>
                  </a:lnTo>
                  <a:lnTo>
                    <a:pt x="3795326" y="90816"/>
                  </a:lnTo>
                  <a:lnTo>
                    <a:pt x="3778753" y="89724"/>
                  </a:lnTo>
                  <a:lnTo>
                    <a:pt x="3762179" y="87315"/>
                  </a:lnTo>
                  <a:lnTo>
                    <a:pt x="3745606" y="84775"/>
                  </a:lnTo>
                  <a:lnTo>
                    <a:pt x="3729032" y="83073"/>
                  </a:lnTo>
                  <a:lnTo>
                    <a:pt x="3712459" y="81500"/>
                  </a:lnTo>
                  <a:lnTo>
                    <a:pt x="3695885" y="81054"/>
                  </a:lnTo>
                  <a:lnTo>
                    <a:pt x="3679312" y="78279"/>
                  </a:lnTo>
                  <a:lnTo>
                    <a:pt x="3662738" y="75471"/>
                  </a:lnTo>
                  <a:lnTo>
                    <a:pt x="3646165" y="72798"/>
                  </a:lnTo>
                  <a:lnTo>
                    <a:pt x="3629591" y="72010"/>
                  </a:lnTo>
                  <a:lnTo>
                    <a:pt x="3613018" y="71184"/>
                  </a:lnTo>
                  <a:lnTo>
                    <a:pt x="3596444" y="67685"/>
                  </a:lnTo>
                  <a:lnTo>
                    <a:pt x="3579871" y="66606"/>
                  </a:lnTo>
                  <a:lnTo>
                    <a:pt x="3563297" y="67193"/>
                  </a:lnTo>
                  <a:lnTo>
                    <a:pt x="3546724" y="67090"/>
                  </a:lnTo>
                  <a:lnTo>
                    <a:pt x="3530150" y="67363"/>
                  </a:lnTo>
                  <a:lnTo>
                    <a:pt x="3513577" y="66622"/>
                  </a:lnTo>
                  <a:lnTo>
                    <a:pt x="3497003" y="65875"/>
                  </a:lnTo>
                  <a:lnTo>
                    <a:pt x="3480430" y="65049"/>
                  </a:lnTo>
                  <a:lnTo>
                    <a:pt x="3463857" y="63952"/>
                  </a:lnTo>
                  <a:lnTo>
                    <a:pt x="3447283" y="61589"/>
                  </a:lnTo>
                  <a:lnTo>
                    <a:pt x="3430710" y="59182"/>
                  </a:lnTo>
                  <a:lnTo>
                    <a:pt x="3414136" y="56751"/>
                  </a:lnTo>
                  <a:lnTo>
                    <a:pt x="3397563" y="54295"/>
                  </a:lnTo>
                  <a:lnTo>
                    <a:pt x="3380989" y="52159"/>
                  </a:lnTo>
                  <a:lnTo>
                    <a:pt x="3364416" y="49433"/>
                  </a:lnTo>
                  <a:lnTo>
                    <a:pt x="3347842" y="46389"/>
                  </a:lnTo>
                  <a:lnTo>
                    <a:pt x="3331269" y="44154"/>
                  </a:lnTo>
                  <a:lnTo>
                    <a:pt x="3314695" y="42185"/>
                  </a:lnTo>
                  <a:lnTo>
                    <a:pt x="3298122" y="41394"/>
                  </a:lnTo>
                  <a:lnTo>
                    <a:pt x="3281548" y="41622"/>
                  </a:lnTo>
                  <a:lnTo>
                    <a:pt x="3264975" y="41962"/>
                  </a:lnTo>
                  <a:lnTo>
                    <a:pt x="3248401" y="42454"/>
                  </a:lnTo>
                  <a:lnTo>
                    <a:pt x="3231828" y="41419"/>
                  </a:lnTo>
                  <a:lnTo>
                    <a:pt x="3215254" y="40711"/>
                  </a:lnTo>
                  <a:lnTo>
                    <a:pt x="3198681" y="40194"/>
                  </a:lnTo>
                  <a:lnTo>
                    <a:pt x="3182107" y="40452"/>
                  </a:lnTo>
                  <a:lnTo>
                    <a:pt x="3165534" y="39839"/>
                  </a:lnTo>
                  <a:lnTo>
                    <a:pt x="3148960" y="39402"/>
                  </a:lnTo>
                  <a:lnTo>
                    <a:pt x="3132387" y="39814"/>
                  </a:lnTo>
                  <a:lnTo>
                    <a:pt x="3115813" y="38270"/>
                  </a:lnTo>
                  <a:lnTo>
                    <a:pt x="3099240" y="36565"/>
                  </a:lnTo>
                  <a:lnTo>
                    <a:pt x="3082667" y="35137"/>
                  </a:lnTo>
                  <a:lnTo>
                    <a:pt x="3066093" y="35046"/>
                  </a:lnTo>
                  <a:lnTo>
                    <a:pt x="3049520" y="33380"/>
                  </a:lnTo>
                  <a:lnTo>
                    <a:pt x="3032946" y="32202"/>
                  </a:lnTo>
                  <a:lnTo>
                    <a:pt x="3016373" y="31969"/>
                  </a:lnTo>
                  <a:lnTo>
                    <a:pt x="2999799" y="31858"/>
                  </a:lnTo>
                  <a:lnTo>
                    <a:pt x="2983226" y="30161"/>
                  </a:lnTo>
                  <a:lnTo>
                    <a:pt x="2966652" y="27384"/>
                  </a:lnTo>
                  <a:lnTo>
                    <a:pt x="2950079" y="28595"/>
                  </a:lnTo>
                  <a:lnTo>
                    <a:pt x="2933505" y="28402"/>
                  </a:lnTo>
                  <a:lnTo>
                    <a:pt x="2916932" y="26572"/>
                  </a:lnTo>
                  <a:lnTo>
                    <a:pt x="2900358" y="27275"/>
                  </a:lnTo>
                  <a:lnTo>
                    <a:pt x="2883785" y="25852"/>
                  </a:lnTo>
                  <a:lnTo>
                    <a:pt x="2867211" y="22975"/>
                  </a:lnTo>
                  <a:lnTo>
                    <a:pt x="2850638" y="21826"/>
                  </a:lnTo>
                  <a:lnTo>
                    <a:pt x="2834064" y="21285"/>
                  </a:lnTo>
                  <a:lnTo>
                    <a:pt x="2817491" y="19769"/>
                  </a:lnTo>
                  <a:lnTo>
                    <a:pt x="2800917" y="20323"/>
                  </a:lnTo>
                  <a:lnTo>
                    <a:pt x="2784344" y="18388"/>
                  </a:lnTo>
                  <a:lnTo>
                    <a:pt x="2767770" y="16410"/>
                  </a:lnTo>
                  <a:lnTo>
                    <a:pt x="2751197" y="14857"/>
                  </a:lnTo>
                  <a:lnTo>
                    <a:pt x="2734623" y="14155"/>
                  </a:lnTo>
                  <a:lnTo>
                    <a:pt x="2718050" y="14131"/>
                  </a:lnTo>
                  <a:lnTo>
                    <a:pt x="2701477" y="13862"/>
                  </a:lnTo>
                  <a:lnTo>
                    <a:pt x="2684903" y="14119"/>
                  </a:lnTo>
                  <a:lnTo>
                    <a:pt x="2668330" y="12788"/>
                  </a:lnTo>
                  <a:lnTo>
                    <a:pt x="2651756" y="9720"/>
                  </a:lnTo>
                  <a:lnTo>
                    <a:pt x="2635183" y="10044"/>
                  </a:lnTo>
                  <a:lnTo>
                    <a:pt x="2618609" y="9415"/>
                  </a:lnTo>
                  <a:lnTo>
                    <a:pt x="2602036" y="8621"/>
                  </a:lnTo>
                  <a:lnTo>
                    <a:pt x="2585462" y="7682"/>
                  </a:lnTo>
                  <a:lnTo>
                    <a:pt x="2568889" y="6692"/>
                  </a:lnTo>
                  <a:lnTo>
                    <a:pt x="2552315" y="7348"/>
                  </a:lnTo>
                  <a:lnTo>
                    <a:pt x="2535742" y="6225"/>
                  </a:lnTo>
                  <a:lnTo>
                    <a:pt x="2519168" y="6395"/>
                  </a:lnTo>
                  <a:lnTo>
                    <a:pt x="2502595" y="5949"/>
                  </a:lnTo>
                  <a:lnTo>
                    <a:pt x="2486021" y="5064"/>
                  </a:lnTo>
                  <a:lnTo>
                    <a:pt x="2469448" y="4907"/>
                  </a:lnTo>
                  <a:lnTo>
                    <a:pt x="2452874" y="5141"/>
                  </a:lnTo>
                  <a:lnTo>
                    <a:pt x="2436301" y="3382"/>
                  </a:lnTo>
                  <a:lnTo>
                    <a:pt x="2419727" y="1374"/>
                  </a:lnTo>
                  <a:lnTo>
                    <a:pt x="2403154" y="523"/>
                  </a:lnTo>
                  <a:lnTo>
                    <a:pt x="2386580" y="1097"/>
                  </a:lnTo>
                  <a:lnTo>
                    <a:pt x="2370007" y="0"/>
                  </a:lnTo>
                  <a:lnTo>
                    <a:pt x="2353433" y="1585"/>
                  </a:lnTo>
                  <a:lnTo>
                    <a:pt x="2336860" y="843"/>
                  </a:lnTo>
                  <a:lnTo>
                    <a:pt x="2320287" y="952"/>
                  </a:lnTo>
                  <a:lnTo>
                    <a:pt x="2303713" y="1056"/>
                  </a:lnTo>
                  <a:lnTo>
                    <a:pt x="2287140" y="73"/>
                  </a:lnTo>
                  <a:lnTo>
                    <a:pt x="2270566" y="1605"/>
                  </a:lnTo>
                  <a:lnTo>
                    <a:pt x="2253993" y="2564"/>
                  </a:lnTo>
                  <a:lnTo>
                    <a:pt x="2237419" y="3252"/>
                  </a:lnTo>
                  <a:lnTo>
                    <a:pt x="2220846" y="3644"/>
                  </a:lnTo>
                  <a:lnTo>
                    <a:pt x="2204272" y="4114"/>
                  </a:lnTo>
                  <a:lnTo>
                    <a:pt x="2187699" y="5519"/>
                  </a:lnTo>
                  <a:lnTo>
                    <a:pt x="2171125" y="5976"/>
                  </a:lnTo>
                  <a:lnTo>
                    <a:pt x="2154552" y="5390"/>
                  </a:lnTo>
                  <a:lnTo>
                    <a:pt x="2137978" y="5951"/>
                  </a:lnTo>
                  <a:lnTo>
                    <a:pt x="2121405" y="5926"/>
                  </a:lnTo>
                  <a:lnTo>
                    <a:pt x="2104831" y="6295"/>
                  </a:lnTo>
                  <a:lnTo>
                    <a:pt x="2088258" y="5599"/>
                  </a:lnTo>
                  <a:lnTo>
                    <a:pt x="2071684" y="6238"/>
                  </a:lnTo>
                  <a:lnTo>
                    <a:pt x="2055111" y="7085"/>
                  </a:lnTo>
                  <a:lnTo>
                    <a:pt x="2038537" y="7955"/>
                  </a:lnTo>
                  <a:lnTo>
                    <a:pt x="2021964" y="8801"/>
                  </a:lnTo>
                  <a:lnTo>
                    <a:pt x="2005390" y="9641"/>
                  </a:lnTo>
                  <a:lnTo>
                    <a:pt x="1988817" y="10484"/>
                  </a:lnTo>
                  <a:lnTo>
                    <a:pt x="1972243" y="11305"/>
                  </a:lnTo>
                  <a:lnTo>
                    <a:pt x="1955670" y="12986"/>
                  </a:lnTo>
                  <a:lnTo>
                    <a:pt x="1939096" y="14416"/>
                  </a:lnTo>
                  <a:lnTo>
                    <a:pt x="1922523" y="16862"/>
                  </a:lnTo>
                  <a:lnTo>
                    <a:pt x="1905950" y="17822"/>
                  </a:lnTo>
                  <a:lnTo>
                    <a:pt x="1889376" y="17824"/>
                  </a:lnTo>
                  <a:lnTo>
                    <a:pt x="1872803" y="18938"/>
                  </a:lnTo>
                  <a:lnTo>
                    <a:pt x="1856229" y="18764"/>
                  </a:lnTo>
                  <a:lnTo>
                    <a:pt x="1839656" y="19449"/>
                  </a:lnTo>
                  <a:lnTo>
                    <a:pt x="1823082" y="18809"/>
                  </a:lnTo>
                  <a:lnTo>
                    <a:pt x="1806509" y="20056"/>
                  </a:lnTo>
                  <a:lnTo>
                    <a:pt x="1789935" y="21969"/>
                  </a:lnTo>
                  <a:lnTo>
                    <a:pt x="1773362" y="22220"/>
                  </a:lnTo>
                  <a:lnTo>
                    <a:pt x="1756788" y="25995"/>
                  </a:lnTo>
                  <a:lnTo>
                    <a:pt x="1740215" y="26233"/>
                  </a:lnTo>
                  <a:lnTo>
                    <a:pt x="1723641" y="27370"/>
                  </a:lnTo>
                  <a:lnTo>
                    <a:pt x="1707068" y="29637"/>
                  </a:lnTo>
                  <a:lnTo>
                    <a:pt x="1690494" y="30871"/>
                  </a:lnTo>
                  <a:lnTo>
                    <a:pt x="1673921" y="32486"/>
                  </a:lnTo>
                  <a:lnTo>
                    <a:pt x="1657347" y="34183"/>
                  </a:lnTo>
                  <a:lnTo>
                    <a:pt x="1640774" y="35866"/>
                  </a:lnTo>
                  <a:lnTo>
                    <a:pt x="1624200" y="36924"/>
                  </a:lnTo>
                  <a:lnTo>
                    <a:pt x="1607627" y="38178"/>
                  </a:lnTo>
                  <a:lnTo>
                    <a:pt x="1591053" y="39839"/>
                  </a:lnTo>
                  <a:lnTo>
                    <a:pt x="1574480" y="41064"/>
                  </a:lnTo>
                  <a:lnTo>
                    <a:pt x="1557906" y="41934"/>
                  </a:lnTo>
                  <a:lnTo>
                    <a:pt x="1541333" y="42619"/>
                  </a:lnTo>
                  <a:lnTo>
                    <a:pt x="1524760" y="42496"/>
                  </a:lnTo>
                  <a:lnTo>
                    <a:pt x="1508186" y="42972"/>
                  </a:lnTo>
                  <a:lnTo>
                    <a:pt x="1491613" y="45186"/>
                  </a:lnTo>
                  <a:lnTo>
                    <a:pt x="1475039" y="48707"/>
                  </a:lnTo>
                  <a:lnTo>
                    <a:pt x="1458466" y="50499"/>
                  </a:lnTo>
                  <a:lnTo>
                    <a:pt x="1441892" y="53752"/>
                  </a:lnTo>
                  <a:lnTo>
                    <a:pt x="1425319" y="55431"/>
                  </a:lnTo>
                  <a:lnTo>
                    <a:pt x="1408745" y="57209"/>
                  </a:lnTo>
                  <a:lnTo>
                    <a:pt x="1392172" y="58006"/>
                  </a:lnTo>
                  <a:lnTo>
                    <a:pt x="1375598" y="59326"/>
                  </a:lnTo>
                  <a:lnTo>
                    <a:pt x="1359025" y="60418"/>
                  </a:lnTo>
                  <a:lnTo>
                    <a:pt x="1342451" y="61320"/>
                  </a:lnTo>
                  <a:lnTo>
                    <a:pt x="1325878" y="62882"/>
                  </a:lnTo>
                  <a:lnTo>
                    <a:pt x="1309304" y="64352"/>
                  </a:lnTo>
                  <a:lnTo>
                    <a:pt x="1292731" y="67746"/>
                  </a:lnTo>
                  <a:lnTo>
                    <a:pt x="1276157" y="68424"/>
                  </a:lnTo>
                  <a:lnTo>
                    <a:pt x="1259584" y="70790"/>
                  </a:lnTo>
                  <a:lnTo>
                    <a:pt x="1243010" y="73453"/>
                  </a:lnTo>
                  <a:lnTo>
                    <a:pt x="1226437" y="74747"/>
                  </a:lnTo>
                  <a:lnTo>
                    <a:pt x="1209863" y="77138"/>
                  </a:lnTo>
                  <a:lnTo>
                    <a:pt x="1193290" y="78737"/>
                  </a:lnTo>
                  <a:lnTo>
                    <a:pt x="1176716" y="81237"/>
                  </a:lnTo>
                  <a:lnTo>
                    <a:pt x="1160143" y="84248"/>
                  </a:lnTo>
                  <a:lnTo>
                    <a:pt x="1143570" y="87985"/>
                  </a:lnTo>
                  <a:lnTo>
                    <a:pt x="1126996" y="91133"/>
                  </a:lnTo>
                  <a:lnTo>
                    <a:pt x="1110423" y="94198"/>
                  </a:lnTo>
                  <a:lnTo>
                    <a:pt x="1093849" y="96181"/>
                  </a:lnTo>
                  <a:lnTo>
                    <a:pt x="1077276" y="99498"/>
                  </a:lnTo>
                  <a:lnTo>
                    <a:pt x="1060702" y="103009"/>
                  </a:lnTo>
                  <a:lnTo>
                    <a:pt x="1044129" y="106475"/>
                  </a:lnTo>
                  <a:lnTo>
                    <a:pt x="1027555" y="109443"/>
                  </a:lnTo>
                  <a:lnTo>
                    <a:pt x="1010982" y="112118"/>
                  </a:lnTo>
                  <a:lnTo>
                    <a:pt x="994408" y="115269"/>
                  </a:lnTo>
                  <a:lnTo>
                    <a:pt x="977835" y="118256"/>
                  </a:lnTo>
                  <a:lnTo>
                    <a:pt x="961261" y="121953"/>
                  </a:lnTo>
                  <a:lnTo>
                    <a:pt x="944688" y="125578"/>
                  </a:lnTo>
                  <a:lnTo>
                    <a:pt x="928114" y="128450"/>
                  </a:lnTo>
                  <a:lnTo>
                    <a:pt x="911541" y="132601"/>
                  </a:lnTo>
                  <a:lnTo>
                    <a:pt x="894967" y="135785"/>
                  </a:lnTo>
                  <a:lnTo>
                    <a:pt x="878394" y="138648"/>
                  </a:lnTo>
                  <a:lnTo>
                    <a:pt x="861820" y="141623"/>
                  </a:lnTo>
                  <a:lnTo>
                    <a:pt x="845247" y="145422"/>
                  </a:lnTo>
                  <a:lnTo>
                    <a:pt x="828673" y="149250"/>
                  </a:lnTo>
                  <a:lnTo>
                    <a:pt x="812100" y="152710"/>
                  </a:lnTo>
                  <a:lnTo>
                    <a:pt x="795526" y="155927"/>
                  </a:lnTo>
                  <a:lnTo>
                    <a:pt x="778953" y="160302"/>
                  </a:lnTo>
                  <a:lnTo>
                    <a:pt x="762380" y="164071"/>
                  </a:lnTo>
                  <a:lnTo>
                    <a:pt x="745806" y="167459"/>
                  </a:lnTo>
                  <a:lnTo>
                    <a:pt x="729233" y="171339"/>
                  </a:lnTo>
                  <a:lnTo>
                    <a:pt x="712659" y="174657"/>
                  </a:lnTo>
                  <a:lnTo>
                    <a:pt x="696086" y="177922"/>
                  </a:lnTo>
                  <a:lnTo>
                    <a:pt x="679512" y="181633"/>
                  </a:lnTo>
                  <a:lnTo>
                    <a:pt x="662939" y="184784"/>
                  </a:lnTo>
                  <a:lnTo>
                    <a:pt x="646365" y="188013"/>
                  </a:lnTo>
                  <a:lnTo>
                    <a:pt x="629792" y="190463"/>
                  </a:lnTo>
                  <a:lnTo>
                    <a:pt x="613218" y="191977"/>
                  </a:lnTo>
                  <a:lnTo>
                    <a:pt x="596645" y="195705"/>
                  </a:lnTo>
                  <a:lnTo>
                    <a:pt x="580071" y="198176"/>
                  </a:lnTo>
                  <a:lnTo>
                    <a:pt x="563498" y="201597"/>
                  </a:lnTo>
                  <a:lnTo>
                    <a:pt x="546924" y="205350"/>
                  </a:lnTo>
                  <a:lnTo>
                    <a:pt x="530351" y="207776"/>
                  </a:lnTo>
                  <a:lnTo>
                    <a:pt x="513777" y="211120"/>
                  </a:lnTo>
                  <a:lnTo>
                    <a:pt x="497204" y="214275"/>
                  </a:lnTo>
                  <a:lnTo>
                    <a:pt x="480630" y="218347"/>
                  </a:lnTo>
                  <a:lnTo>
                    <a:pt x="464057" y="221165"/>
                  </a:lnTo>
                  <a:lnTo>
                    <a:pt x="447483" y="225208"/>
                  </a:lnTo>
                  <a:lnTo>
                    <a:pt x="430910" y="229351"/>
                  </a:lnTo>
                  <a:lnTo>
                    <a:pt x="414336" y="232714"/>
                  </a:lnTo>
                  <a:lnTo>
                    <a:pt x="397763" y="236617"/>
                  </a:lnTo>
                  <a:lnTo>
                    <a:pt x="381190" y="241169"/>
                  </a:lnTo>
                  <a:lnTo>
                    <a:pt x="364616" y="245004"/>
                  </a:lnTo>
                  <a:lnTo>
                    <a:pt x="348043" y="249194"/>
                  </a:lnTo>
                  <a:lnTo>
                    <a:pt x="331469" y="252844"/>
                  </a:lnTo>
                  <a:lnTo>
                    <a:pt x="314896" y="257509"/>
                  </a:lnTo>
                  <a:lnTo>
                    <a:pt x="298322" y="261360"/>
                  </a:lnTo>
                  <a:lnTo>
                    <a:pt x="281749" y="265780"/>
                  </a:lnTo>
                  <a:lnTo>
                    <a:pt x="265175" y="269515"/>
                  </a:lnTo>
                  <a:lnTo>
                    <a:pt x="248602" y="273688"/>
                  </a:lnTo>
                  <a:lnTo>
                    <a:pt x="232028" y="276498"/>
                  </a:lnTo>
                  <a:lnTo>
                    <a:pt x="215455" y="279063"/>
                  </a:lnTo>
                  <a:lnTo>
                    <a:pt x="198881" y="283608"/>
                  </a:lnTo>
                  <a:lnTo>
                    <a:pt x="182308" y="287163"/>
                  </a:lnTo>
                  <a:lnTo>
                    <a:pt x="165734" y="289411"/>
                  </a:lnTo>
                  <a:lnTo>
                    <a:pt x="149161" y="293148"/>
                  </a:lnTo>
                  <a:lnTo>
                    <a:pt x="132587" y="297405"/>
                  </a:lnTo>
                  <a:lnTo>
                    <a:pt x="116014" y="300511"/>
                  </a:lnTo>
                  <a:lnTo>
                    <a:pt x="99440" y="304168"/>
                  </a:lnTo>
                  <a:lnTo>
                    <a:pt x="82867" y="308436"/>
                  </a:lnTo>
                  <a:lnTo>
                    <a:pt x="66293" y="312651"/>
                  </a:lnTo>
                  <a:lnTo>
                    <a:pt x="49720" y="316617"/>
                  </a:lnTo>
                  <a:lnTo>
                    <a:pt x="33146" y="319476"/>
                  </a:lnTo>
                  <a:lnTo>
                    <a:pt x="16573" y="324228"/>
                  </a:lnTo>
                  <a:lnTo>
                    <a:pt x="0" y="32896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2" name="pg12"/>
            <p:cNvSpPr/>
            <p:nvPr/>
          </p:nvSpPr>
          <p:spPr>
            <a:xfrm>
              <a:off x="1346581" y="2384439"/>
              <a:ext cx="3961061" cy="2772430"/>
            </a:xfrm>
            <a:custGeom>
              <a:avLst/>
              <a:pathLst>
                <a:path w="3961061" h="2772430">
                  <a:moveTo>
                    <a:pt x="0" y="1472888"/>
                  </a:moveTo>
                  <a:lnTo>
                    <a:pt x="16573" y="1474191"/>
                  </a:lnTo>
                  <a:lnTo>
                    <a:pt x="33146" y="1473826"/>
                  </a:lnTo>
                  <a:lnTo>
                    <a:pt x="49720" y="1475635"/>
                  </a:lnTo>
                  <a:lnTo>
                    <a:pt x="66293" y="1477882"/>
                  </a:lnTo>
                  <a:lnTo>
                    <a:pt x="82867" y="1479501"/>
                  </a:lnTo>
                  <a:lnTo>
                    <a:pt x="99440" y="1479923"/>
                  </a:lnTo>
                  <a:lnTo>
                    <a:pt x="116014" y="1480208"/>
                  </a:lnTo>
                  <a:lnTo>
                    <a:pt x="132587" y="1480467"/>
                  </a:lnTo>
                  <a:lnTo>
                    <a:pt x="149161" y="1480773"/>
                  </a:lnTo>
                  <a:lnTo>
                    <a:pt x="165734" y="1482063"/>
                  </a:lnTo>
                  <a:lnTo>
                    <a:pt x="182308" y="1484557"/>
                  </a:lnTo>
                  <a:lnTo>
                    <a:pt x="198881" y="1483549"/>
                  </a:lnTo>
                  <a:lnTo>
                    <a:pt x="215455" y="1481815"/>
                  </a:lnTo>
                  <a:lnTo>
                    <a:pt x="232028" y="1481099"/>
                  </a:lnTo>
                  <a:lnTo>
                    <a:pt x="248602" y="1482272"/>
                  </a:lnTo>
                  <a:lnTo>
                    <a:pt x="265175" y="1482506"/>
                  </a:lnTo>
                  <a:lnTo>
                    <a:pt x="281749" y="1481786"/>
                  </a:lnTo>
                  <a:lnTo>
                    <a:pt x="298322" y="1481121"/>
                  </a:lnTo>
                  <a:lnTo>
                    <a:pt x="314896" y="1483930"/>
                  </a:lnTo>
                  <a:lnTo>
                    <a:pt x="331469" y="1483406"/>
                  </a:lnTo>
                  <a:lnTo>
                    <a:pt x="348043" y="1483620"/>
                  </a:lnTo>
                  <a:lnTo>
                    <a:pt x="364616" y="1483764"/>
                  </a:lnTo>
                  <a:lnTo>
                    <a:pt x="381190" y="1483987"/>
                  </a:lnTo>
                  <a:lnTo>
                    <a:pt x="397763" y="1484154"/>
                  </a:lnTo>
                  <a:lnTo>
                    <a:pt x="414336" y="1485720"/>
                  </a:lnTo>
                  <a:lnTo>
                    <a:pt x="430910" y="1487518"/>
                  </a:lnTo>
                  <a:lnTo>
                    <a:pt x="447483" y="1484829"/>
                  </a:lnTo>
                  <a:lnTo>
                    <a:pt x="464057" y="1483124"/>
                  </a:lnTo>
                  <a:lnTo>
                    <a:pt x="480630" y="1483372"/>
                  </a:lnTo>
                  <a:lnTo>
                    <a:pt x="497204" y="1483615"/>
                  </a:lnTo>
                  <a:lnTo>
                    <a:pt x="513777" y="1483794"/>
                  </a:lnTo>
                  <a:lnTo>
                    <a:pt x="530351" y="1483610"/>
                  </a:lnTo>
                  <a:lnTo>
                    <a:pt x="546924" y="1482654"/>
                  </a:lnTo>
                  <a:lnTo>
                    <a:pt x="563498" y="1481055"/>
                  </a:lnTo>
                  <a:lnTo>
                    <a:pt x="580071" y="1479488"/>
                  </a:lnTo>
                  <a:lnTo>
                    <a:pt x="596645" y="1477957"/>
                  </a:lnTo>
                  <a:lnTo>
                    <a:pt x="613218" y="1476598"/>
                  </a:lnTo>
                  <a:lnTo>
                    <a:pt x="629792" y="1476542"/>
                  </a:lnTo>
                  <a:lnTo>
                    <a:pt x="646365" y="1474028"/>
                  </a:lnTo>
                  <a:lnTo>
                    <a:pt x="662939" y="1473742"/>
                  </a:lnTo>
                  <a:lnTo>
                    <a:pt x="679512" y="1474013"/>
                  </a:lnTo>
                  <a:lnTo>
                    <a:pt x="696086" y="1473006"/>
                  </a:lnTo>
                  <a:lnTo>
                    <a:pt x="712659" y="1474104"/>
                  </a:lnTo>
                  <a:lnTo>
                    <a:pt x="729233" y="1472912"/>
                  </a:lnTo>
                  <a:lnTo>
                    <a:pt x="745806" y="1470352"/>
                  </a:lnTo>
                  <a:lnTo>
                    <a:pt x="762380" y="1466559"/>
                  </a:lnTo>
                  <a:lnTo>
                    <a:pt x="778953" y="1463330"/>
                  </a:lnTo>
                  <a:lnTo>
                    <a:pt x="795526" y="1463514"/>
                  </a:lnTo>
                  <a:lnTo>
                    <a:pt x="812100" y="1462428"/>
                  </a:lnTo>
                  <a:lnTo>
                    <a:pt x="828673" y="1460964"/>
                  </a:lnTo>
                  <a:lnTo>
                    <a:pt x="845247" y="1462210"/>
                  </a:lnTo>
                  <a:lnTo>
                    <a:pt x="861820" y="1461930"/>
                  </a:lnTo>
                  <a:lnTo>
                    <a:pt x="878394" y="1459075"/>
                  </a:lnTo>
                  <a:lnTo>
                    <a:pt x="894967" y="1457213"/>
                  </a:lnTo>
                  <a:lnTo>
                    <a:pt x="911541" y="1456215"/>
                  </a:lnTo>
                  <a:lnTo>
                    <a:pt x="928114" y="1454500"/>
                  </a:lnTo>
                  <a:lnTo>
                    <a:pt x="944688" y="1450902"/>
                  </a:lnTo>
                  <a:lnTo>
                    <a:pt x="961261" y="1448161"/>
                  </a:lnTo>
                  <a:lnTo>
                    <a:pt x="977835" y="1445272"/>
                  </a:lnTo>
                  <a:lnTo>
                    <a:pt x="994408" y="1444982"/>
                  </a:lnTo>
                  <a:lnTo>
                    <a:pt x="1010982" y="1443621"/>
                  </a:lnTo>
                  <a:lnTo>
                    <a:pt x="1027555" y="1444194"/>
                  </a:lnTo>
                  <a:lnTo>
                    <a:pt x="1044129" y="1442468"/>
                  </a:lnTo>
                  <a:lnTo>
                    <a:pt x="1060702" y="1440748"/>
                  </a:lnTo>
                  <a:lnTo>
                    <a:pt x="1077276" y="1438652"/>
                  </a:lnTo>
                  <a:lnTo>
                    <a:pt x="1093849" y="1435185"/>
                  </a:lnTo>
                  <a:lnTo>
                    <a:pt x="1110423" y="1433276"/>
                  </a:lnTo>
                  <a:lnTo>
                    <a:pt x="1126996" y="1431252"/>
                  </a:lnTo>
                  <a:lnTo>
                    <a:pt x="1143570" y="1430727"/>
                  </a:lnTo>
                  <a:lnTo>
                    <a:pt x="1160143" y="1430086"/>
                  </a:lnTo>
                  <a:lnTo>
                    <a:pt x="1176716" y="1426580"/>
                  </a:lnTo>
                  <a:lnTo>
                    <a:pt x="1193290" y="1420753"/>
                  </a:lnTo>
                  <a:lnTo>
                    <a:pt x="1209863" y="1416470"/>
                  </a:lnTo>
                  <a:lnTo>
                    <a:pt x="1226437" y="1417468"/>
                  </a:lnTo>
                  <a:lnTo>
                    <a:pt x="1243010" y="1415794"/>
                  </a:lnTo>
                  <a:lnTo>
                    <a:pt x="1259584" y="1413227"/>
                  </a:lnTo>
                  <a:lnTo>
                    <a:pt x="1276157" y="1409405"/>
                  </a:lnTo>
                  <a:lnTo>
                    <a:pt x="1292731" y="1405289"/>
                  </a:lnTo>
                  <a:lnTo>
                    <a:pt x="1309304" y="1402886"/>
                  </a:lnTo>
                  <a:lnTo>
                    <a:pt x="1325878" y="1399768"/>
                  </a:lnTo>
                  <a:lnTo>
                    <a:pt x="1342451" y="1398200"/>
                  </a:lnTo>
                  <a:lnTo>
                    <a:pt x="1359025" y="1394941"/>
                  </a:lnTo>
                  <a:lnTo>
                    <a:pt x="1375598" y="1387521"/>
                  </a:lnTo>
                  <a:lnTo>
                    <a:pt x="1392172" y="1385141"/>
                  </a:lnTo>
                  <a:lnTo>
                    <a:pt x="1408745" y="1381038"/>
                  </a:lnTo>
                  <a:lnTo>
                    <a:pt x="1425319" y="1375074"/>
                  </a:lnTo>
                  <a:lnTo>
                    <a:pt x="1441892" y="1371778"/>
                  </a:lnTo>
                  <a:lnTo>
                    <a:pt x="1458466" y="1366859"/>
                  </a:lnTo>
                  <a:lnTo>
                    <a:pt x="1475039" y="1367694"/>
                  </a:lnTo>
                  <a:lnTo>
                    <a:pt x="1491613" y="1362501"/>
                  </a:lnTo>
                  <a:lnTo>
                    <a:pt x="1508186" y="1361157"/>
                  </a:lnTo>
                  <a:lnTo>
                    <a:pt x="1524760" y="1355844"/>
                  </a:lnTo>
                  <a:lnTo>
                    <a:pt x="1541333" y="1351744"/>
                  </a:lnTo>
                  <a:lnTo>
                    <a:pt x="1557906" y="1346932"/>
                  </a:lnTo>
                  <a:lnTo>
                    <a:pt x="1574480" y="1340360"/>
                  </a:lnTo>
                  <a:lnTo>
                    <a:pt x="1591053" y="1334330"/>
                  </a:lnTo>
                  <a:lnTo>
                    <a:pt x="1607627" y="1331563"/>
                  </a:lnTo>
                  <a:lnTo>
                    <a:pt x="1624200" y="1330392"/>
                  </a:lnTo>
                  <a:lnTo>
                    <a:pt x="1640774" y="1328235"/>
                  </a:lnTo>
                  <a:lnTo>
                    <a:pt x="1657347" y="1322565"/>
                  </a:lnTo>
                  <a:lnTo>
                    <a:pt x="1673921" y="1314723"/>
                  </a:lnTo>
                  <a:lnTo>
                    <a:pt x="1690494" y="1310873"/>
                  </a:lnTo>
                  <a:lnTo>
                    <a:pt x="1707068" y="1305498"/>
                  </a:lnTo>
                  <a:lnTo>
                    <a:pt x="1723641" y="1298253"/>
                  </a:lnTo>
                  <a:lnTo>
                    <a:pt x="1740215" y="1293877"/>
                  </a:lnTo>
                  <a:lnTo>
                    <a:pt x="1756788" y="1288171"/>
                  </a:lnTo>
                  <a:lnTo>
                    <a:pt x="1773362" y="1282230"/>
                  </a:lnTo>
                  <a:lnTo>
                    <a:pt x="1789935" y="1276307"/>
                  </a:lnTo>
                  <a:lnTo>
                    <a:pt x="1806509" y="1270947"/>
                  </a:lnTo>
                  <a:lnTo>
                    <a:pt x="1823082" y="1265369"/>
                  </a:lnTo>
                  <a:lnTo>
                    <a:pt x="1839656" y="1260119"/>
                  </a:lnTo>
                  <a:lnTo>
                    <a:pt x="1856229" y="1253408"/>
                  </a:lnTo>
                  <a:lnTo>
                    <a:pt x="1872803" y="1247521"/>
                  </a:lnTo>
                  <a:lnTo>
                    <a:pt x="1889376" y="1243124"/>
                  </a:lnTo>
                  <a:lnTo>
                    <a:pt x="1905950" y="1236636"/>
                  </a:lnTo>
                  <a:lnTo>
                    <a:pt x="1922523" y="1233183"/>
                  </a:lnTo>
                  <a:lnTo>
                    <a:pt x="1939096" y="1224944"/>
                  </a:lnTo>
                  <a:lnTo>
                    <a:pt x="1955670" y="1218515"/>
                  </a:lnTo>
                  <a:lnTo>
                    <a:pt x="1972243" y="1214002"/>
                  </a:lnTo>
                  <a:lnTo>
                    <a:pt x="1988817" y="1207991"/>
                  </a:lnTo>
                  <a:lnTo>
                    <a:pt x="2005390" y="1201955"/>
                  </a:lnTo>
                  <a:lnTo>
                    <a:pt x="2021964" y="1195922"/>
                  </a:lnTo>
                  <a:lnTo>
                    <a:pt x="2038537" y="1189153"/>
                  </a:lnTo>
                  <a:lnTo>
                    <a:pt x="2055111" y="1181813"/>
                  </a:lnTo>
                  <a:lnTo>
                    <a:pt x="2071684" y="1173845"/>
                  </a:lnTo>
                  <a:lnTo>
                    <a:pt x="2088258" y="1164734"/>
                  </a:lnTo>
                  <a:lnTo>
                    <a:pt x="2104831" y="1159930"/>
                  </a:lnTo>
                  <a:lnTo>
                    <a:pt x="2121405" y="1150994"/>
                  </a:lnTo>
                  <a:lnTo>
                    <a:pt x="2137978" y="1142934"/>
                  </a:lnTo>
                  <a:lnTo>
                    <a:pt x="2154552" y="1137223"/>
                  </a:lnTo>
                  <a:lnTo>
                    <a:pt x="2171125" y="1131101"/>
                  </a:lnTo>
                  <a:lnTo>
                    <a:pt x="2187699" y="1126149"/>
                  </a:lnTo>
                  <a:lnTo>
                    <a:pt x="2204272" y="1121687"/>
                  </a:lnTo>
                  <a:lnTo>
                    <a:pt x="2220846" y="1115721"/>
                  </a:lnTo>
                  <a:lnTo>
                    <a:pt x="2237419" y="1105438"/>
                  </a:lnTo>
                  <a:lnTo>
                    <a:pt x="2253993" y="1094858"/>
                  </a:lnTo>
                  <a:lnTo>
                    <a:pt x="2270566" y="1088955"/>
                  </a:lnTo>
                  <a:lnTo>
                    <a:pt x="2287140" y="1081137"/>
                  </a:lnTo>
                  <a:lnTo>
                    <a:pt x="2303713" y="1074887"/>
                  </a:lnTo>
                  <a:lnTo>
                    <a:pt x="2320287" y="1065338"/>
                  </a:lnTo>
                  <a:lnTo>
                    <a:pt x="2336860" y="1056526"/>
                  </a:lnTo>
                  <a:lnTo>
                    <a:pt x="2353433" y="1047000"/>
                  </a:lnTo>
                  <a:lnTo>
                    <a:pt x="2370007" y="1039223"/>
                  </a:lnTo>
                  <a:lnTo>
                    <a:pt x="2386580" y="1030042"/>
                  </a:lnTo>
                  <a:lnTo>
                    <a:pt x="2403154" y="1021217"/>
                  </a:lnTo>
                  <a:lnTo>
                    <a:pt x="2419727" y="1010355"/>
                  </a:lnTo>
                  <a:lnTo>
                    <a:pt x="2436301" y="1000585"/>
                  </a:lnTo>
                  <a:lnTo>
                    <a:pt x="2452874" y="990958"/>
                  </a:lnTo>
                  <a:lnTo>
                    <a:pt x="2469448" y="981405"/>
                  </a:lnTo>
                  <a:lnTo>
                    <a:pt x="2486021" y="971553"/>
                  </a:lnTo>
                  <a:lnTo>
                    <a:pt x="2502595" y="963009"/>
                  </a:lnTo>
                  <a:lnTo>
                    <a:pt x="2519168" y="953672"/>
                  </a:lnTo>
                  <a:lnTo>
                    <a:pt x="2535742" y="942871"/>
                  </a:lnTo>
                  <a:lnTo>
                    <a:pt x="2552315" y="932589"/>
                  </a:lnTo>
                  <a:lnTo>
                    <a:pt x="2568889" y="922777"/>
                  </a:lnTo>
                  <a:lnTo>
                    <a:pt x="2585462" y="912698"/>
                  </a:lnTo>
                  <a:lnTo>
                    <a:pt x="2602036" y="903089"/>
                  </a:lnTo>
                  <a:lnTo>
                    <a:pt x="2618609" y="895048"/>
                  </a:lnTo>
                  <a:lnTo>
                    <a:pt x="2635183" y="884674"/>
                  </a:lnTo>
                  <a:lnTo>
                    <a:pt x="2651756" y="873352"/>
                  </a:lnTo>
                  <a:lnTo>
                    <a:pt x="2668330" y="863355"/>
                  </a:lnTo>
                  <a:lnTo>
                    <a:pt x="2684903" y="855476"/>
                  </a:lnTo>
                  <a:lnTo>
                    <a:pt x="2701477" y="847834"/>
                  </a:lnTo>
                  <a:lnTo>
                    <a:pt x="2718050" y="837530"/>
                  </a:lnTo>
                  <a:lnTo>
                    <a:pt x="2734623" y="830579"/>
                  </a:lnTo>
                  <a:lnTo>
                    <a:pt x="2751197" y="821919"/>
                  </a:lnTo>
                  <a:lnTo>
                    <a:pt x="2767770" y="811392"/>
                  </a:lnTo>
                  <a:lnTo>
                    <a:pt x="2784344" y="800199"/>
                  </a:lnTo>
                  <a:lnTo>
                    <a:pt x="2800917" y="788988"/>
                  </a:lnTo>
                  <a:lnTo>
                    <a:pt x="2817491" y="777761"/>
                  </a:lnTo>
                  <a:lnTo>
                    <a:pt x="2834064" y="766596"/>
                  </a:lnTo>
                  <a:lnTo>
                    <a:pt x="2850638" y="758922"/>
                  </a:lnTo>
                  <a:lnTo>
                    <a:pt x="2867211" y="749814"/>
                  </a:lnTo>
                  <a:lnTo>
                    <a:pt x="2883785" y="738257"/>
                  </a:lnTo>
                  <a:lnTo>
                    <a:pt x="2900358" y="726254"/>
                  </a:lnTo>
                  <a:lnTo>
                    <a:pt x="2916932" y="714415"/>
                  </a:lnTo>
                  <a:lnTo>
                    <a:pt x="2933505" y="702627"/>
                  </a:lnTo>
                  <a:lnTo>
                    <a:pt x="2950079" y="693246"/>
                  </a:lnTo>
                  <a:lnTo>
                    <a:pt x="2966652" y="682830"/>
                  </a:lnTo>
                  <a:lnTo>
                    <a:pt x="2983226" y="673154"/>
                  </a:lnTo>
                  <a:lnTo>
                    <a:pt x="2999799" y="663942"/>
                  </a:lnTo>
                  <a:lnTo>
                    <a:pt x="3016373" y="651902"/>
                  </a:lnTo>
                  <a:lnTo>
                    <a:pt x="3032946" y="641679"/>
                  </a:lnTo>
                  <a:lnTo>
                    <a:pt x="3049520" y="634583"/>
                  </a:lnTo>
                  <a:lnTo>
                    <a:pt x="3066093" y="625006"/>
                  </a:lnTo>
                  <a:lnTo>
                    <a:pt x="3082667" y="614086"/>
                  </a:lnTo>
                  <a:lnTo>
                    <a:pt x="3099240" y="604887"/>
                  </a:lnTo>
                  <a:lnTo>
                    <a:pt x="3115813" y="593814"/>
                  </a:lnTo>
                  <a:lnTo>
                    <a:pt x="3132387" y="582575"/>
                  </a:lnTo>
                  <a:lnTo>
                    <a:pt x="3148960" y="573293"/>
                  </a:lnTo>
                  <a:lnTo>
                    <a:pt x="3165534" y="560710"/>
                  </a:lnTo>
                  <a:lnTo>
                    <a:pt x="3182107" y="548751"/>
                  </a:lnTo>
                  <a:lnTo>
                    <a:pt x="3198681" y="538355"/>
                  </a:lnTo>
                  <a:lnTo>
                    <a:pt x="3215254" y="528090"/>
                  </a:lnTo>
                  <a:lnTo>
                    <a:pt x="3231828" y="516973"/>
                  </a:lnTo>
                  <a:lnTo>
                    <a:pt x="3248401" y="504384"/>
                  </a:lnTo>
                  <a:lnTo>
                    <a:pt x="3264975" y="492938"/>
                  </a:lnTo>
                  <a:lnTo>
                    <a:pt x="3281548" y="481858"/>
                  </a:lnTo>
                  <a:lnTo>
                    <a:pt x="3298122" y="469955"/>
                  </a:lnTo>
                  <a:lnTo>
                    <a:pt x="3314695" y="457682"/>
                  </a:lnTo>
                  <a:lnTo>
                    <a:pt x="3331269" y="444936"/>
                  </a:lnTo>
                  <a:lnTo>
                    <a:pt x="3347842" y="432236"/>
                  </a:lnTo>
                  <a:lnTo>
                    <a:pt x="3364416" y="419634"/>
                  </a:lnTo>
                  <a:lnTo>
                    <a:pt x="3380989" y="408099"/>
                  </a:lnTo>
                  <a:lnTo>
                    <a:pt x="3397563" y="394540"/>
                  </a:lnTo>
                  <a:lnTo>
                    <a:pt x="3414136" y="381991"/>
                  </a:lnTo>
                  <a:lnTo>
                    <a:pt x="3430710" y="370919"/>
                  </a:lnTo>
                  <a:lnTo>
                    <a:pt x="3447283" y="360163"/>
                  </a:lnTo>
                  <a:lnTo>
                    <a:pt x="3463857" y="349184"/>
                  </a:lnTo>
                  <a:lnTo>
                    <a:pt x="3480430" y="337174"/>
                  </a:lnTo>
                  <a:lnTo>
                    <a:pt x="3497003" y="325919"/>
                  </a:lnTo>
                  <a:lnTo>
                    <a:pt x="3513577" y="313194"/>
                  </a:lnTo>
                  <a:lnTo>
                    <a:pt x="3530150" y="303371"/>
                  </a:lnTo>
                  <a:lnTo>
                    <a:pt x="3546724" y="290052"/>
                  </a:lnTo>
                  <a:lnTo>
                    <a:pt x="3563297" y="279094"/>
                  </a:lnTo>
                  <a:lnTo>
                    <a:pt x="3579871" y="268180"/>
                  </a:lnTo>
                  <a:lnTo>
                    <a:pt x="3596444" y="257255"/>
                  </a:lnTo>
                  <a:lnTo>
                    <a:pt x="3613018" y="246661"/>
                  </a:lnTo>
                  <a:lnTo>
                    <a:pt x="3629591" y="235394"/>
                  </a:lnTo>
                  <a:lnTo>
                    <a:pt x="3646165" y="227536"/>
                  </a:lnTo>
                  <a:lnTo>
                    <a:pt x="3662738" y="215296"/>
                  </a:lnTo>
                  <a:lnTo>
                    <a:pt x="3679312" y="203947"/>
                  </a:lnTo>
                  <a:lnTo>
                    <a:pt x="3695885" y="193082"/>
                  </a:lnTo>
                  <a:lnTo>
                    <a:pt x="3712459" y="182825"/>
                  </a:lnTo>
                  <a:lnTo>
                    <a:pt x="3729032" y="171890"/>
                  </a:lnTo>
                  <a:lnTo>
                    <a:pt x="3745606" y="160323"/>
                  </a:lnTo>
                  <a:lnTo>
                    <a:pt x="3762179" y="148572"/>
                  </a:lnTo>
                  <a:lnTo>
                    <a:pt x="3778753" y="136759"/>
                  </a:lnTo>
                  <a:lnTo>
                    <a:pt x="3795326" y="125569"/>
                  </a:lnTo>
                  <a:lnTo>
                    <a:pt x="3811900" y="113958"/>
                  </a:lnTo>
                  <a:lnTo>
                    <a:pt x="3828473" y="102351"/>
                  </a:lnTo>
                  <a:lnTo>
                    <a:pt x="3845047" y="89478"/>
                  </a:lnTo>
                  <a:lnTo>
                    <a:pt x="3861620" y="75514"/>
                  </a:lnTo>
                  <a:lnTo>
                    <a:pt x="3878193" y="61592"/>
                  </a:lnTo>
                  <a:lnTo>
                    <a:pt x="3894767" y="48785"/>
                  </a:lnTo>
                  <a:lnTo>
                    <a:pt x="3911340" y="37701"/>
                  </a:lnTo>
                  <a:lnTo>
                    <a:pt x="3927914" y="22530"/>
                  </a:lnTo>
                  <a:lnTo>
                    <a:pt x="3944487" y="11533"/>
                  </a:lnTo>
                  <a:lnTo>
                    <a:pt x="3961061" y="0"/>
                  </a:lnTo>
                  <a:lnTo>
                    <a:pt x="3961061" y="2022930"/>
                  </a:lnTo>
                  <a:lnTo>
                    <a:pt x="3944487" y="2024946"/>
                  </a:lnTo>
                  <a:lnTo>
                    <a:pt x="3927914" y="2027019"/>
                  </a:lnTo>
                  <a:lnTo>
                    <a:pt x="3911340" y="2027843"/>
                  </a:lnTo>
                  <a:lnTo>
                    <a:pt x="3894767" y="2027603"/>
                  </a:lnTo>
                  <a:lnTo>
                    <a:pt x="3878193" y="2027348"/>
                  </a:lnTo>
                  <a:lnTo>
                    <a:pt x="3861620" y="2027142"/>
                  </a:lnTo>
                  <a:lnTo>
                    <a:pt x="3845047" y="2026931"/>
                  </a:lnTo>
                  <a:lnTo>
                    <a:pt x="3828473" y="2027403"/>
                  </a:lnTo>
                  <a:lnTo>
                    <a:pt x="3811900" y="2028828"/>
                  </a:lnTo>
                  <a:lnTo>
                    <a:pt x="3795326" y="2028749"/>
                  </a:lnTo>
                  <a:lnTo>
                    <a:pt x="3778753" y="2030042"/>
                  </a:lnTo>
                  <a:lnTo>
                    <a:pt x="3762179" y="2028400"/>
                  </a:lnTo>
                  <a:lnTo>
                    <a:pt x="3745606" y="2028899"/>
                  </a:lnTo>
                  <a:lnTo>
                    <a:pt x="3729032" y="2029376"/>
                  </a:lnTo>
                  <a:lnTo>
                    <a:pt x="3712459" y="2031872"/>
                  </a:lnTo>
                  <a:lnTo>
                    <a:pt x="3695885" y="2032881"/>
                  </a:lnTo>
                  <a:lnTo>
                    <a:pt x="3679312" y="2034090"/>
                  </a:lnTo>
                  <a:lnTo>
                    <a:pt x="3662738" y="2035005"/>
                  </a:lnTo>
                  <a:lnTo>
                    <a:pt x="3646165" y="2038321"/>
                  </a:lnTo>
                  <a:lnTo>
                    <a:pt x="3629591" y="2037666"/>
                  </a:lnTo>
                  <a:lnTo>
                    <a:pt x="3613018" y="2039527"/>
                  </a:lnTo>
                  <a:lnTo>
                    <a:pt x="3596444" y="2039285"/>
                  </a:lnTo>
                  <a:lnTo>
                    <a:pt x="3579871" y="2039762"/>
                  </a:lnTo>
                  <a:lnTo>
                    <a:pt x="3563297" y="2040968"/>
                  </a:lnTo>
                  <a:lnTo>
                    <a:pt x="3546724" y="2042208"/>
                  </a:lnTo>
                  <a:lnTo>
                    <a:pt x="3530150" y="2043532"/>
                  </a:lnTo>
                  <a:lnTo>
                    <a:pt x="3513577" y="2044803"/>
                  </a:lnTo>
                  <a:lnTo>
                    <a:pt x="3497003" y="2046029"/>
                  </a:lnTo>
                  <a:lnTo>
                    <a:pt x="3480430" y="2046625"/>
                  </a:lnTo>
                  <a:lnTo>
                    <a:pt x="3463857" y="2046368"/>
                  </a:lnTo>
                  <a:lnTo>
                    <a:pt x="3447283" y="2046469"/>
                  </a:lnTo>
                  <a:lnTo>
                    <a:pt x="3430710" y="2048002"/>
                  </a:lnTo>
                  <a:lnTo>
                    <a:pt x="3414136" y="2047644"/>
                  </a:lnTo>
                  <a:lnTo>
                    <a:pt x="3397563" y="2046977"/>
                  </a:lnTo>
                  <a:lnTo>
                    <a:pt x="3380989" y="2047839"/>
                  </a:lnTo>
                  <a:lnTo>
                    <a:pt x="3364416" y="2049450"/>
                  </a:lnTo>
                  <a:lnTo>
                    <a:pt x="3347842" y="2050694"/>
                  </a:lnTo>
                  <a:lnTo>
                    <a:pt x="3331269" y="2051339"/>
                  </a:lnTo>
                  <a:lnTo>
                    <a:pt x="3314695" y="2052753"/>
                  </a:lnTo>
                  <a:lnTo>
                    <a:pt x="3298122" y="2053935"/>
                  </a:lnTo>
                  <a:lnTo>
                    <a:pt x="3281548" y="2055135"/>
                  </a:lnTo>
                  <a:lnTo>
                    <a:pt x="3264975" y="2056740"/>
                  </a:lnTo>
                  <a:lnTo>
                    <a:pt x="3248401" y="2057955"/>
                  </a:lnTo>
                  <a:lnTo>
                    <a:pt x="3231828" y="2059154"/>
                  </a:lnTo>
                  <a:lnTo>
                    <a:pt x="3215254" y="2060344"/>
                  </a:lnTo>
                  <a:lnTo>
                    <a:pt x="3198681" y="2061615"/>
                  </a:lnTo>
                  <a:lnTo>
                    <a:pt x="3182107" y="2064170"/>
                  </a:lnTo>
                  <a:lnTo>
                    <a:pt x="3165534" y="2066569"/>
                  </a:lnTo>
                  <a:lnTo>
                    <a:pt x="3148960" y="2065354"/>
                  </a:lnTo>
                  <a:lnTo>
                    <a:pt x="3132387" y="2068915"/>
                  </a:lnTo>
                  <a:lnTo>
                    <a:pt x="3115813" y="2072572"/>
                  </a:lnTo>
                  <a:lnTo>
                    <a:pt x="3099240" y="2073400"/>
                  </a:lnTo>
                  <a:lnTo>
                    <a:pt x="3082667" y="2075685"/>
                  </a:lnTo>
                  <a:lnTo>
                    <a:pt x="3066093" y="2077254"/>
                  </a:lnTo>
                  <a:lnTo>
                    <a:pt x="3049520" y="2079189"/>
                  </a:lnTo>
                  <a:lnTo>
                    <a:pt x="3032946" y="2079453"/>
                  </a:lnTo>
                  <a:lnTo>
                    <a:pt x="3016373" y="2080344"/>
                  </a:lnTo>
                  <a:lnTo>
                    <a:pt x="2999799" y="2081641"/>
                  </a:lnTo>
                  <a:lnTo>
                    <a:pt x="2983226" y="2082741"/>
                  </a:lnTo>
                  <a:lnTo>
                    <a:pt x="2966652" y="2082941"/>
                  </a:lnTo>
                  <a:lnTo>
                    <a:pt x="2950079" y="2082648"/>
                  </a:lnTo>
                  <a:lnTo>
                    <a:pt x="2933505" y="2083618"/>
                  </a:lnTo>
                  <a:lnTo>
                    <a:pt x="2916932" y="2085915"/>
                  </a:lnTo>
                  <a:lnTo>
                    <a:pt x="2900358" y="2086722"/>
                  </a:lnTo>
                  <a:lnTo>
                    <a:pt x="2883785" y="2088936"/>
                  </a:lnTo>
                  <a:lnTo>
                    <a:pt x="2867211" y="2091476"/>
                  </a:lnTo>
                  <a:lnTo>
                    <a:pt x="2850638" y="2094274"/>
                  </a:lnTo>
                  <a:lnTo>
                    <a:pt x="2834064" y="2093919"/>
                  </a:lnTo>
                  <a:lnTo>
                    <a:pt x="2817491" y="2095602"/>
                  </a:lnTo>
                  <a:lnTo>
                    <a:pt x="2800917" y="2097876"/>
                  </a:lnTo>
                  <a:lnTo>
                    <a:pt x="2784344" y="2097525"/>
                  </a:lnTo>
                  <a:lnTo>
                    <a:pt x="2767770" y="2097833"/>
                  </a:lnTo>
                  <a:lnTo>
                    <a:pt x="2751197" y="2099883"/>
                  </a:lnTo>
                  <a:lnTo>
                    <a:pt x="2734623" y="2100927"/>
                  </a:lnTo>
                  <a:lnTo>
                    <a:pt x="2718050" y="2100043"/>
                  </a:lnTo>
                  <a:lnTo>
                    <a:pt x="2701477" y="2099365"/>
                  </a:lnTo>
                  <a:lnTo>
                    <a:pt x="2684903" y="2100173"/>
                  </a:lnTo>
                  <a:lnTo>
                    <a:pt x="2668330" y="2098457"/>
                  </a:lnTo>
                  <a:lnTo>
                    <a:pt x="2651756" y="2099397"/>
                  </a:lnTo>
                  <a:lnTo>
                    <a:pt x="2635183" y="2102826"/>
                  </a:lnTo>
                  <a:lnTo>
                    <a:pt x="2618609" y="2103627"/>
                  </a:lnTo>
                  <a:lnTo>
                    <a:pt x="2602036" y="2103331"/>
                  </a:lnTo>
                  <a:lnTo>
                    <a:pt x="2585462" y="2105262"/>
                  </a:lnTo>
                  <a:lnTo>
                    <a:pt x="2568889" y="2109370"/>
                  </a:lnTo>
                  <a:lnTo>
                    <a:pt x="2552315" y="2112834"/>
                  </a:lnTo>
                  <a:lnTo>
                    <a:pt x="2535742" y="2113922"/>
                  </a:lnTo>
                  <a:lnTo>
                    <a:pt x="2519168" y="2116289"/>
                  </a:lnTo>
                  <a:lnTo>
                    <a:pt x="2502595" y="2118203"/>
                  </a:lnTo>
                  <a:lnTo>
                    <a:pt x="2486021" y="2119890"/>
                  </a:lnTo>
                  <a:lnTo>
                    <a:pt x="2469448" y="2123273"/>
                  </a:lnTo>
                  <a:lnTo>
                    <a:pt x="2452874" y="2124698"/>
                  </a:lnTo>
                  <a:lnTo>
                    <a:pt x="2436301" y="2128469"/>
                  </a:lnTo>
                  <a:lnTo>
                    <a:pt x="2419727" y="2129899"/>
                  </a:lnTo>
                  <a:lnTo>
                    <a:pt x="2403154" y="2131468"/>
                  </a:lnTo>
                  <a:lnTo>
                    <a:pt x="2386580" y="2132960"/>
                  </a:lnTo>
                  <a:lnTo>
                    <a:pt x="2370007" y="2134463"/>
                  </a:lnTo>
                  <a:lnTo>
                    <a:pt x="2353433" y="2136124"/>
                  </a:lnTo>
                  <a:lnTo>
                    <a:pt x="2336860" y="2140381"/>
                  </a:lnTo>
                  <a:lnTo>
                    <a:pt x="2320287" y="2142928"/>
                  </a:lnTo>
                  <a:lnTo>
                    <a:pt x="2303713" y="2143457"/>
                  </a:lnTo>
                  <a:lnTo>
                    <a:pt x="2287140" y="2145712"/>
                  </a:lnTo>
                  <a:lnTo>
                    <a:pt x="2270566" y="2150031"/>
                  </a:lnTo>
                  <a:lnTo>
                    <a:pt x="2253993" y="2152082"/>
                  </a:lnTo>
                  <a:lnTo>
                    <a:pt x="2237419" y="2154271"/>
                  </a:lnTo>
                  <a:lnTo>
                    <a:pt x="2220846" y="2156674"/>
                  </a:lnTo>
                  <a:lnTo>
                    <a:pt x="2204272" y="2158532"/>
                  </a:lnTo>
                  <a:lnTo>
                    <a:pt x="2187699" y="2161197"/>
                  </a:lnTo>
                  <a:lnTo>
                    <a:pt x="2171125" y="2163472"/>
                  </a:lnTo>
                  <a:lnTo>
                    <a:pt x="2154552" y="2165718"/>
                  </a:lnTo>
                  <a:lnTo>
                    <a:pt x="2137978" y="2168137"/>
                  </a:lnTo>
                  <a:lnTo>
                    <a:pt x="2121405" y="2170143"/>
                  </a:lnTo>
                  <a:lnTo>
                    <a:pt x="2104831" y="2172421"/>
                  </a:lnTo>
                  <a:lnTo>
                    <a:pt x="2088258" y="2174540"/>
                  </a:lnTo>
                  <a:lnTo>
                    <a:pt x="2071684" y="2176744"/>
                  </a:lnTo>
                  <a:lnTo>
                    <a:pt x="2055111" y="2178935"/>
                  </a:lnTo>
                  <a:lnTo>
                    <a:pt x="2038537" y="2182061"/>
                  </a:lnTo>
                  <a:lnTo>
                    <a:pt x="2021964" y="2185467"/>
                  </a:lnTo>
                  <a:lnTo>
                    <a:pt x="2005390" y="2188869"/>
                  </a:lnTo>
                  <a:lnTo>
                    <a:pt x="1988817" y="2194641"/>
                  </a:lnTo>
                  <a:lnTo>
                    <a:pt x="1972243" y="2196792"/>
                  </a:lnTo>
                  <a:lnTo>
                    <a:pt x="1955670" y="2199004"/>
                  </a:lnTo>
                  <a:lnTo>
                    <a:pt x="1939096" y="2200981"/>
                  </a:lnTo>
                  <a:lnTo>
                    <a:pt x="1922523" y="2202951"/>
                  </a:lnTo>
                  <a:lnTo>
                    <a:pt x="1905950" y="2202207"/>
                  </a:lnTo>
                  <a:lnTo>
                    <a:pt x="1889376" y="2205375"/>
                  </a:lnTo>
                  <a:lnTo>
                    <a:pt x="1872803" y="2208692"/>
                  </a:lnTo>
                  <a:lnTo>
                    <a:pt x="1856229" y="2212131"/>
                  </a:lnTo>
                  <a:lnTo>
                    <a:pt x="1839656" y="2216801"/>
                  </a:lnTo>
                  <a:lnTo>
                    <a:pt x="1823082" y="2220057"/>
                  </a:lnTo>
                  <a:lnTo>
                    <a:pt x="1806509" y="2223033"/>
                  </a:lnTo>
                  <a:lnTo>
                    <a:pt x="1789935" y="2224064"/>
                  </a:lnTo>
                  <a:lnTo>
                    <a:pt x="1773362" y="2227478"/>
                  </a:lnTo>
                  <a:lnTo>
                    <a:pt x="1756788" y="2230794"/>
                  </a:lnTo>
                  <a:lnTo>
                    <a:pt x="1740215" y="2235942"/>
                  </a:lnTo>
                  <a:lnTo>
                    <a:pt x="1723641" y="2239460"/>
                  </a:lnTo>
                  <a:lnTo>
                    <a:pt x="1707068" y="2242834"/>
                  </a:lnTo>
                  <a:lnTo>
                    <a:pt x="1690494" y="2248478"/>
                  </a:lnTo>
                  <a:lnTo>
                    <a:pt x="1673921" y="2250884"/>
                  </a:lnTo>
                  <a:lnTo>
                    <a:pt x="1657347" y="2255024"/>
                  </a:lnTo>
                  <a:lnTo>
                    <a:pt x="1640774" y="2259297"/>
                  </a:lnTo>
                  <a:lnTo>
                    <a:pt x="1624200" y="2262586"/>
                  </a:lnTo>
                  <a:lnTo>
                    <a:pt x="1607627" y="2265840"/>
                  </a:lnTo>
                  <a:lnTo>
                    <a:pt x="1591053" y="2269071"/>
                  </a:lnTo>
                  <a:lnTo>
                    <a:pt x="1574480" y="2272826"/>
                  </a:lnTo>
                  <a:lnTo>
                    <a:pt x="1557906" y="2278397"/>
                  </a:lnTo>
                  <a:lnTo>
                    <a:pt x="1541333" y="2283737"/>
                  </a:lnTo>
                  <a:lnTo>
                    <a:pt x="1524760" y="2290068"/>
                  </a:lnTo>
                  <a:lnTo>
                    <a:pt x="1508186" y="2294047"/>
                  </a:lnTo>
                  <a:lnTo>
                    <a:pt x="1491613" y="2297250"/>
                  </a:lnTo>
                  <a:lnTo>
                    <a:pt x="1475039" y="2304465"/>
                  </a:lnTo>
                  <a:lnTo>
                    <a:pt x="1458466" y="2309495"/>
                  </a:lnTo>
                  <a:lnTo>
                    <a:pt x="1441892" y="2313746"/>
                  </a:lnTo>
                  <a:lnTo>
                    <a:pt x="1425319" y="2318138"/>
                  </a:lnTo>
                  <a:lnTo>
                    <a:pt x="1408745" y="2322565"/>
                  </a:lnTo>
                  <a:lnTo>
                    <a:pt x="1392172" y="2326226"/>
                  </a:lnTo>
                  <a:lnTo>
                    <a:pt x="1375598" y="2330537"/>
                  </a:lnTo>
                  <a:lnTo>
                    <a:pt x="1359025" y="2335761"/>
                  </a:lnTo>
                  <a:lnTo>
                    <a:pt x="1342451" y="2340204"/>
                  </a:lnTo>
                  <a:lnTo>
                    <a:pt x="1325878" y="2344631"/>
                  </a:lnTo>
                  <a:lnTo>
                    <a:pt x="1309304" y="2348843"/>
                  </a:lnTo>
                  <a:lnTo>
                    <a:pt x="1292731" y="2354560"/>
                  </a:lnTo>
                  <a:lnTo>
                    <a:pt x="1276157" y="2358494"/>
                  </a:lnTo>
                  <a:lnTo>
                    <a:pt x="1259584" y="2363572"/>
                  </a:lnTo>
                  <a:lnTo>
                    <a:pt x="1243010" y="2370885"/>
                  </a:lnTo>
                  <a:lnTo>
                    <a:pt x="1226437" y="2377254"/>
                  </a:lnTo>
                  <a:lnTo>
                    <a:pt x="1209863" y="2380765"/>
                  </a:lnTo>
                  <a:lnTo>
                    <a:pt x="1193290" y="2386560"/>
                  </a:lnTo>
                  <a:lnTo>
                    <a:pt x="1176716" y="2392321"/>
                  </a:lnTo>
                  <a:lnTo>
                    <a:pt x="1160143" y="2398210"/>
                  </a:lnTo>
                  <a:lnTo>
                    <a:pt x="1143570" y="2403756"/>
                  </a:lnTo>
                  <a:lnTo>
                    <a:pt x="1126996" y="2410234"/>
                  </a:lnTo>
                  <a:lnTo>
                    <a:pt x="1110423" y="2416251"/>
                  </a:lnTo>
                  <a:lnTo>
                    <a:pt x="1093849" y="2421270"/>
                  </a:lnTo>
                  <a:lnTo>
                    <a:pt x="1077276" y="2426736"/>
                  </a:lnTo>
                  <a:lnTo>
                    <a:pt x="1060702" y="2431986"/>
                  </a:lnTo>
                  <a:lnTo>
                    <a:pt x="1044129" y="2437061"/>
                  </a:lnTo>
                  <a:lnTo>
                    <a:pt x="1027555" y="2441734"/>
                  </a:lnTo>
                  <a:lnTo>
                    <a:pt x="1010982" y="2446553"/>
                  </a:lnTo>
                  <a:lnTo>
                    <a:pt x="994408" y="2452276"/>
                  </a:lnTo>
                  <a:lnTo>
                    <a:pt x="977835" y="2456857"/>
                  </a:lnTo>
                  <a:lnTo>
                    <a:pt x="961261" y="2463316"/>
                  </a:lnTo>
                  <a:lnTo>
                    <a:pt x="944688" y="2468695"/>
                  </a:lnTo>
                  <a:lnTo>
                    <a:pt x="928114" y="2472809"/>
                  </a:lnTo>
                  <a:lnTo>
                    <a:pt x="911541" y="2475736"/>
                  </a:lnTo>
                  <a:lnTo>
                    <a:pt x="894967" y="2481895"/>
                  </a:lnTo>
                  <a:lnTo>
                    <a:pt x="878394" y="2486339"/>
                  </a:lnTo>
                  <a:lnTo>
                    <a:pt x="861820" y="2490761"/>
                  </a:lnTo>
                  <a:lnTo>
                    <a:pt x="845247" y="2496334"/>
                  </a:lnTo>
                  <a:lnTo>
                    <a:pt x="828673" y="2500946"/>
                  </a:lnTo>
                  <a:lnTo>
                    <a:pt x="812100" y="2503811"/>
                  </a:lnTo>
                  <a:lnTo>
                    <a:pt x="795526" y="2509677"/>
                  </a:lnTo>
                  <a:lnTo>
                    <a:pt x="778953" y="2515995"/>
                  </a:lnTo>
                  <a:lnTo>
                    <a:pt x="762380" y="2522244"/>
                  </a:lnTo>
                  <a:lnTo>
                    <a:pt x="745806" y="2528491"/>
                  </a:lnTo>
                  <a:lnTo>
                    <a:pt x="729233" y="2534643"/>
                  </a:lnTo>
                  <a:lnTo>
                    <a:pt x="712659" y="2540289"/>
                  </a:lnTo>
                  <a:lnTo>
                    <a:pt x="696086" y="2544683"/>
                  </a:lnTo>
                  <a:lnTo>
                    <a:pt x="679512" y="2549063"/>
                  </a:lnTo>
                  <a:lnTo>
                    <a:pt x="662939" y="2555140"/>
                  </a:lnTo>
                  <a:lnTo>
                    <a:pt x="646365" y="2560982"/>
                  </a:lnTo>
                  <a:lnTo>
                    <a:pt x="629792" y="2567330"/>
                  </a:lnTo>
                  <a:lnTo>
                    <a:pt x="613218" y="2573564"/>
                  </a:lnTo>
                  <a:lnTo>
                    <a:pt x="596645" y="2579331"/>
                  </a:lnTo>
                  <a:lnTo>
                    <a:pt x="580071" y="2582754"/>
                  </a:lnTo>
                  <a:lnTo>
                    <a:pt x="563498" y="2588801"/>
                  </a:lnTo>
                  <a:lnTo>
                    <a:pt x="546924" y="2593743"/>
                  </a:lnTo>
                  <a:lnTo>
                    <a:pt x="530351" y="2598059"/>
                  </a:lnTo>
                  <a:lnTo>
                    <a:pt x="513777" y="2604073"/>
                  </a:lnTo>
                  <a:lnTo>
                    <a:pt x="497204" y="2610079"/>
                  </a:lnTo>
                  <a:lnTo>
                    <a:pt x="480630" y="2614770"/>
                  </a:lnTo>
                  <a:lnTo>
                    <a:pt x="464057" y="2619461"/>
                  </a:lnTo>
                  <a:lnTo>
                    <a:pt x="447483" y="2626117"/>
                  </a:lnTo>
                  <a:lnTo>
                    <a:pt x="430910" y="2632212"/>
                  </a:lnTo>
                  <a:lnTo>
                    <a:pt x="414336" y="2637154"/>
                  </a:lnTo>
                  <a:lnTo>
                    <a:pt x="397763" y="2642433"/>
                  </a:lnTo>
                  <a:lnTo>
                    <a:pt x="381190" y="2647814"/>
                  </a:lnTo>
                  <a:lnTo>
                    <a:pt x="364616" y="2652607"/>
                  </a:lnTo>
                  <a:lnTo>
                    <a:pt x="348043" y="2658759"/>
                  </a:lnTo>
                  <a:lnTo>
                    <a:pt x="331469" y="2664898"/>
                  </a:lnTo>
                  <a:lnTo>
                    <a:pt x="314896" y="2670932"/>
                  </a:lnTo>
                  <a:lnTo>
                    <a:pt x="298322" y="2676376"/>
                  </a:lnTo>
                  <a:lnTo>
                    <a:pt x="281749" y="2681522"/>
                  </a:lnTo>
                  <a:lnTo>
                    <a:pt x="265175" y="2688151"/>
                  </a:lnTo>
                  <a:lnTo>
                    <a:pt x="248602" y="2692612"/>
                  </a:lnTo>
                  <a:lnTo>
                    <a:pt x="232028" y="2697964"/>
                  </a:lnTo>
                  <a:lnTo>
                    <a:pt x="215455" y="2703452"/>
                  </a:lnTo>
                  <a:lnTo>
                    <a:pt x="198881" y="2709730"/>
                  </a:lnTo>
                  <a:lnTo>
                    <a:pt x="182308" y="2714708"/>
                  </a:lnTo>
                  <a:lnTo>
                    <a:pt x="165734" y="2719242"/>
                  </a:lnTo>
                  <a:lnTo>
                    <a:pt x="149161" y="2724511"/>
                  </a:lnTo>
                  <a:lnTo>
                    <a:pt x="132587" y="2729757"/>
                  </a:lnTo>
                  <a:lnTo>
                    <a:pt x="116014" y="2734992"/>
                  </a:lnTo>
                  <a:lnTo>
                    <a:pt x="99440" y="2740182"/>
                  </a:lnTo>
                  <a:lnTo>
                    <a:pt x="82867" y="2745367"/>
                  </a:lnTo>
                  <a:lnTo>
                    <a:pt x="66293" y="2750570"/>
                  </a:lnTo>
                  <a:lnTo>
                    <a:pt x="49720" y="2757191"/>
                  </a:lnTo>
                  <a:lnTo>
                    <a:pt x="33146" y="2761707"/>
                  </a:lnTo>
                  <a:lnTo>
                    <a:pt x="16573" y="2766156"/>
                  </a:lnTo>
                  <a:lnTo>
                    <a:pt x="0" y="2772430"/>
                  </a:lnTo>
                  <a:close/>
                </a:path>
              </a:pathLst>
            </a:custGeom>
            <a:solidFill>
              <a:srgbClr val="4E79FF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346581" y="2384439"/>
              <a:ext cx="3961061" cy="1487518"/>
            </a:xfrm>
            <a:custGeom>
              <a:avLst/>
              <a:pathLst>
                <a:path w="3961061" h="1487518">
                  <a:moveTo>
                    <a:pt x="0" y="1472888"/>
                  </a:moveTo>
                  <a:lnTo>
                    <a:pt x="16573" y="1474191"/>
                  </a:lnTo>
                  <a:lnTo>
                    <a:pt x="33146" y="1473826"/>
                  </a:lnTo>
                  <a:lnTo>
                    <a:pt x="49720" y="1475635"/>
                  </a:lnTo>
                  <a:lnTo>
                    <a:pt x="66293" y="1477882"/>
                  </a:lnTo>
                  <a:lnTo>
                    <a:pt x="82867" y="1479501"/>
                  </a:lnTo>
                  <a:lnTo>
                    <a:pt x="99440" y="1479923"/>
                  </a:lnTo>
                  <a:lnTo>
                    <a:pt x="116014" y="1480208"/>
                  </a:lnTo>
                  <a:lnTo>
                    <a:pt x="132587" y="1480467"/>
                  </a:lnTo>
                  <a:lnTo>
                    <a:pt x="149161" y="1480773"/>
                  </a:lnTo>
                  <a:lnTo>
                    <a:pt x="165734" y="1482063"/>
                  </a:lnTo>
                  <a:lnTo>
                    <a:pt x="182308" y="1484557"/>
                  </a:lnTo>
                  <a:lnTo>
                    <a:pt x="198881" y="1483549"/>
                  </a:lnTo>
                  <a:lnTo>
                    <a:pt x="215455" y="1481815"/>
                  </a:lnTo>
                  <a:lnTo>
                    <a:pt x="232028" y="1481099"/>
                  </a:lnTo>
                  <a:lnTo>
                    <a:pt x="248602" y="1482272"/>
                  </a:lnTo>
                  <a:lnTo>
                    <a:pt x="265175" y="1482506"/>
                  </a:lnTo>
                  <a:lnTo>
                    <a:pt x="281749" y="1481786"/>
                  </a:lnTo>
                  <a:lnTo>
                    <a:pt x="298322" y="1481121"/>
                  </a:lnTo>
                  <a:lnTo>
                    <a:pt x="314896" y="1483930"/>
                  </a:lnTo>
                  <a:lnTo>
                    <a:pt x="331469" y="1483406"/>
                  </a:lnTo>
                  <a:lnTo>
                    <a:pt x="348043" y="1483620"/>
                  </a:lnTo>
                  <a:lnTo>
                    <a:pt x="364616" y="1483764"/>
                  </a:lnTo>
                  <a:lnTo>
                    <a:pt x="381190" y="1483987"/>
                  </a:lnTo>
                  <a:lnTo>
                    <a:pt x="397763" y="1484154"/>
                  </a:lnTo>
                  <a:lnTo>
                    <a:pt x="414336" y="1485720"/>
                  </a:lnTo>
                  <a:lnTo>
                    <a:pt x="430910" y="1487518"/>
                  </a:lnTo>
                  <a:lnTo>
                    <a:pt x="447483" y="1484829"/>
                  </a:lnTo>
                  <a:lnTo>
                    <a:pt x="464057" y="1483124"/>
                  </a:lnTo>
                  <a:lnTo>
                    <a:pt x="480630" y="1483372"/>
                  </a:lnTo>
                  <a:lnTo>
                    <a:pt x="497204" y="1483615"/>
                  </a:lnTo>
                  <a:lnTo>
                    <a:pt x="513777" y="1483794"/>
                  </a:lnTo>
                  <a:lnTo>
                    <a:pt x="530351" y="1483610"/>
                  </a:lnTo>
                  <a:lnTo>
                    <a:pt x="546924" y="1482654"/>
                  </a:lnTo>
                  <a:lnTo>
                    <a:pt x="563498" y="1481055"/>
                  </a:lnTo>
                  <a:lnTo>
                    <a:pt x="580071" y="1479488"/>
                  </a:lnTo>
                  <a:lnTo>
                    <a:pt x="596645" y="1477957"/>
                  </a:lnTo>
                  <a:lnTo>
                    <a:pt x="613218" y="1476598"/>
                  </a:lnTo>
                  <a:lnTo>
                    <a:pt x="629792" y="1476542"/>
                  </a:lnTo>
                  <a:lnTo>
                    <a:pt x="646365" y="1474028"/>
                  </a:lnTo>
                  <a:lnTo>
                    <a:pt x="662939" y="1473742"/>
                  </a:lnTo>
                  <a:lnTo>
                    <a:pt x="679512" y="1474013"/>
                  </a:lnTo>
                  <a:lnTo>
                    <a:pt x="696086" y="1473006"/>
                  </a:lnTo>
                  <a:lnTo>
                    <a:pt x="712659" y="1474104"/>
                  </a:lnTo>
                  <a:lnTo>
                    <a:pt x="729233" y="1472912"/>
                  </a:lnTo>
                  <a:lnTo>
                    <a:pt x="745806" y="1470352"/>
                  </a:lnTo>
                  <a:lnTo>
                    <a:pt x="762380" y="1466559"/>
                  </a:lnTo>
                  <a:lnTo>
                    <a:pt x="778953" y="1463330"/>
                  </a:lnTo>
                  <a:lnTo>
                    <a:pt x="795526" y="1463514"/>
                  </a:lnTo>
                  <a:lnTo>
                    <a:pt x="812100" y="1462428"/>
                  </a:lnTo>
                  <a:lnTo>
                    <a:pt x="828673" y="1460964"/>
                  </a:lnTo>
                  <a:lnTo>
                    <a:pt x="845247" y="1462210"/>
                  </a:lnTo>
                  <a:lnTo>
                    <a:pt x="861820" y="1461930"/>
                  </a:lnTo>
                  <a:lnTo>
                    <a:pt x="878394" y="1459075"/>
                  </a:lnTo>
                  <a:lnTo>
                    <a:pt x="894967" y="1457213"/>
                  </a:lnTo>
                  <a:lnTo>
                    <a:pt x="911541" y="1456215"/>
                  </a:lnTo>
                  <a:lnTo>
                    <a:pt x="928114" y="1454500"/>
                  </a:lnTo>
                  <a:lnTo>
                    <a:pt x="944688" y="1450902"/>
                  </a:lnTo>
                  <a:lnTo>
                    <a:pt x="961261" y="1448161"/>
                  </a:lnTo>
                  <a:lnTo>
                    <a:pt x="977835" y="1445272"/>
                  </a:lnTo>
                  <a:lnTo>
                    <a:pt x="994408" y="1444982"/>
                  </a:lnTo>
                  <a:lnTo>
                    <a:pt x="1010982" y="1443621"/>
                  </a:lnTo>
                  <a:lnTo>
                    <a:pt x="1027555" y="1444194"/>
                  </a:lnTo>
                  <a:lnTo>
                    <a:pt x="1044129" y="1442468"/>
                  </a:lnTo>
                  <a:lnTo>
                    <a:pt x="1060702" y="1440748"/>
                  </a:lnTo>
                  <a:lnTo>
                    <a:pt x="1077276" y="1438652"/>
                  </a:lnTo>
                  <a:lnTo>
                    <a:pt x="1093849" y="1435185"/>
                  </a:lnTo>
                  <a:lnTo>
                    <a:pt x="1110423" y="1433276"/>
                  </a:lnTo>
                  <a:lnTo>
                    <a:pt x="1126996" y="1431252"/>
                  </a:lnTo>
                  <a:lnTo>
                    <a:pt x="1143570" y="1430727"/>
                  </a:lnTo>
                  <a:lnTo>
                    <a:pt x="1160143" y="1430086"/>
                  </a:lnTo>
                  <a:lnTo>
                    <a:pt x="1176716" y="1426580"/>
                  </a:lnTo>
                  <a:lnTo>
                    <a:pt x="1193290" y="1420753"/>
                  </a:lnTo>
                  <a:lnTo>
                    <a:pt x="1209863" y="1416470"/>
                  </a:lnTo>
                  <a:lnTo>
                    <a:pt x="1226437" y="1417468"/>
                  </a:lnTo>
                  <a:lnTo>
                    <a:pt x="1243010" y="1415794"/>
                  </a:lnTo>
                  <a:lnTo>
                    <a:pt x="1259584" y="1413227"/>
                  </a:lnTo>
                  <a:lnTo>
                    <a:pt x="1276157" y="1409405"/>
                  </a:lnTo>
                  <a:lnTo>
                    <a:pt x="1292731" y="1405289"/>
                  </a:lnTo>
                  <a:lnTo>
                    <a:pt x="1309304" y="1402886"/>
                  </a:lnTo>
                  <a:lnTo>
                    <a:pt x="1325878" y="1399768"/>
                  </a:lnTo>
                  <a:lnTo>
                    <a:pt x="1342451" y="1398200"/>
                  </a:lnTo>
                  <a:lnTo>
                    <a:pt x="1359025" y="1394941"/>
                  </a:lnTo>
                  <a:lnTo>
                    <a:pt x="1375598" y="1387521"/>
                  </a:lnTo>
                  <a:lnTo>
                    <a:pt x="1392172" y="1385141"/>
                  </a:lnTo>
                  <a:lnTo>
                    <a:pt x="1408745" y="1381038"/>
                  </a:lnTo>
                  <a:lnTo>
                    <a:pt x="1425319" y="1375074"/>
                  </a:lnTo>
                  <a:lnTo>
                    <a:pt x="1441892" y="1371778"/>
                  </a:lnTo>
                  <a:lnTo>
                    <a:pt x="1458466" y="1366859"/>
                  </a:lnTo>
                  <a:lnTo>
                    <a:pt x="1475039" y="1367694"/>
                  </a:lnTo>
                  <a:lnTo>
                    <a:pt x="1491613" y="1362501"/>
                  </a:lnTo>
                  <a:lnTo>
                    <a:pt x="1508186" y="1361157"/>
                  </a:lnTo>
                  <a:lnTo>
                    <a:pt x="1524760" y="1355844"/>
                  </a:lnTo>
                  <a:lnTo>
                    <a:pt x="1541333" y="1351744"/>
                  </a:lnTo>
                  <a:lnTo>
                    <a:pt x="1557906" y="1346932"/>
                  </a:lnTo>
                  <a:lnTo>
                    <a:pt x="1574480" y="1340360"/>
                  </a:lnTo>
                  <a:lnTo>
                    <a:pt x="1591053" y="1334330"/>
                  </a:lnTo>
                  <a:lnTo>
                    <a:pt x="1607627" y="1331563"/>
                  </a:lnTo>
                  <a:lnTo>
                    <a:pt x="1624200" y="1330392"/>
                  </a:lnTo>
                  <a:lnTo>
                    <a:pt x="1640774" y="1328235"/>
                  </a:lnTo>
                  <a:lnTo>
                    <a:pt x="1657347" y="1322565"/>
                  </a:lnTo>
                  <a:lnTo>
                    <a:pt x="1673921" y="1314723"/>
                  </a:lnTo>
                  <a:lnTo>
                    <a:pt x="1690494" y="1310873"/>
                  </a:lnTo>
                  <a:lnTo>
                    <a:pt x="1707068" y="1305498"/>
                  </a:lnTo>
                  <a:lnTo>
                    <a:pt x="1723641" y="1298253"/>
                  </a:lnTo>
                  <a:lnTo>
                    <a:pt x="1740215" y="1293877"/>
                  </a:lnTo>
                  <a:lnTo>
                    <a:pt x="1756788" y="1288171"/>
                  </a:lnTo>
                  <a:lnTo>
                    <a:pt x="1773362" y="1282230"/>
                  </a:lnTo>
                  <a:lnTo>
                    <a:pt x="1789935" y="1276307"/>
                  </a:lnTo>
                  <a:lnTo>
                    <a:pt x="1806509" y="1270947"/>
                  </a:lnTo>
                  <a:lnTo>
                    <a:pt x="1823082" y="1265369"/>
                  </a:lnTo>
                  <a:lnTo>
                    <a:pt x="1839656" y="1260119"/>
                  </a:lnTo>
                  <a:lnTo>
                    <a:pt x="1856229" y="1253408"/>
                  </a:lnTo>
                  <a:lnTo>
                    <a:pt x="1872803" y="1247521"/>
                  </a:lnTo>
                  <a:lnTo>
                    <a:pt x="1889376" y="1243124"/>
                  </a:lnTo>
                  <a:lnTo>
                    <a:pt x="1905950" y="1236636"/>
                  </a:lnTo>
                  <a:lnTo>
                    <a:pt x="1922523" y="1233183"/>
                  </a:lnTo>
                  <a:lnTo>
                    <a:pt x="1939096" y="1224944"/>
                  </a:lnTo>
                  <a:lnTo>
                    <a:pt x="1955670" y="1218515"/>
                  </a:lnTo>
                  <a:lnTo>
                    <a:pt x="1972243" y="1214002"/>
                  </a:lnTo>
                  <a:lnTo>
                    <a:pt x="1988817" y="1207991"/>
                  </a:lnTo>
                  <a:lnTo>
                    <a:pt x="2005390" y="1201955"/>
                  </a:lnTo>
                  <a:lnTo>
                    <a:pt x="2021964" y="1195922"/>
                  </a:lnTo>
                  <a:lnTo>
                    <a:pt x="2038537" y="1189153"/>
                  </a:lnTo>
                  <a:lnTo>
                    <a:pt x="2055111" y="1181813"/>
                  </a:lnTo>
                  <a:lnTo>
                    <a:pt x="2071684" y="1173845"/>
                  </a:lnTo>
                  <a:lnTo>
                    <a:pt x="2088258" y="1164734"/>
                  </a:lnTo>
                  <a:lnTo>
                    <a:pt x="2104831" y="1159930"/>
                  </a:lnTo>
                  <a:lnTo>
                    <a:pt x="2121405" y="1150994"/>
                  </a:lnTo>
                  <a:lnTo>
                    <a:pt x="2137978" y="1142934"/>
                  </a:lnTo>
                  <a:lnTo>
                    <a:pt x="2154552" y="1137223"/>
                  </a:lnTo>
                  <a:lnTo>
                    <a:pt x="2171125" y="1131101"/>
                  </a:lnTo>
                  <a:lnTo>
                    <a:pt x="2187699" y="1126149"/>
                  </a:lnTo>
                  <a:lnTo>
                    <a:pt x="2204272" y="1121687"/>
                  </a:lnTo>
                  <a:lnTo>
                    <a:pt x="2220846" y="1115721"/>
                  </a:lnTo>
                  <a:lnTo>
                    <a:pt x="2237419" y="1105438"/>
                  </a:lnTo>
                  <a:lnTo>
                    <a:pt x="2253993" y="1094858"/>
                  </a:lnTo>
                  <a:lnTo>
                    <a:pt x="2270566" y="1088955"/>
                  </a:lnTo>
                  <a:lnTo>
                    <a:pt x="2287140" y="1081137"/>
                  </a:lnTo>
                  <a:lnTo>
                    <a:pt x="2303713" y="1074887"/>
                  </a:lnTo>
                  <a:lnTo>
                    <a:pt x="2320287" y="1065338"/>
                  </a:lnTo>
                  <a:lnTo>
                    <a:pt x="2336860" y="1056526"/>
                  </a:lnTo>
                  <a:lnTo>
                    <a:pt x="2353433" y="1047000"/>
                  </a:lnTo>
                  <a:lnTo>
                    <a:pt x="2370007" y="1039223"/>
                  </a:lnTo>
                  <a:lnTo>
                    <a:pt x="2386580" y="1030042"/>
                  </a:lnTo>
                  <a:lnTo>
                    <a:pt x="2403154" y="1021217"/>
                  </a:lnTo>
                  <a:lnTo>
                    <a:pt x="2419727" y="1010355"/>
                  </a:lnTo>
                  <a:lnTo>
                    <a:pt x="2436301" y="1000585"/>
                  </a:lnTo>
                  <a:lnTo>
                    <a:pt x="2452874" y="990958"/>
                  </a:lnTo>
                  <a:lnTo>
                    <a:pt x="2469448" y="981405"/>
                  </a:lnTo>
                  <a:lnTo>
                    <a:pt x="2486021" y="971553"/>
                  </a:lnTo>
                  <a:lnTo>
                    <a:pt x="2502595" y="963009"/>
                  </a:lnTo>
                  <a:lnTo>
                    <a:pt x="2519168" y="953672"/>
                  </a:lnTo>
                  <a:lnTo>
                    <a:pt x="2535742" y="942871"/>
                  </a:lnTo>
                  <a:lnTo>
                    <a:pt x="2552315" y="932589"/>
                  </a:lnTo>
                  <a:lnTo>
                    <a:pt x="2568889" y="922777"/>
                  </a:lnTo>
                  <a:lnTo>
                    <a:pt x="2585462" y="912698"/>
                  </a:lnTo>
                  <a:lnTo>
                    <a:pt x="2602036" y="903089"/>
                  </a:lnTo>
                  <a:lnTo>
                    <a:pt x="2618609" y="895048"/>
                  </a:lnTo>
                  <a:lnTo>
                    <a:pt x="2635183" y="884674"/>
                  </a:lnTo>
                  <a:lnTo>
                    <a:pt x="2651756" y="873352"/>
                  </a:lnTo>
                  <a:lnTo>
                    <a:pt x="2668330" y="863355"/>
                  </a:lnTo>
                  <a:lnTo>
                    <a:pt x="2684903" y="855476"/>
                  </a:lnTo>
                  <a:lnTo>
                    <a:pt x="2701477" y="847834"/>
                  </a:lnTo>
                  <a:lnTo>
                    <a:pt x="2718050" y="837530"/>
                  </a:lnTo>
                  <a:lnTo>
                    <a:pt x="2734623" y="830579"/>
                  </a:lnTo>
                  <a:lnTo>
                    <a:pt x="2751197" y="821919"/>
                  </a:lnTo>
                  <a:lnTo>
                    <a:pt x="2767770" y="811392"/>
                  </a:lnTo>
                  <a:lnTo>
                    <a:pt x="2784344" y="800199"/>
                  </a:lnTo>
                  <a:lnTo>
                    <a:pt x="2800917" y="788988"/>
                  </a:lnTo>
                  <a:lnTo>
                    <a:pt x="2817491" y="777761"/>
                  </a:lnTo>
                  <a:lnTo>
                    <a:pt x="2834064" y="766596"/>
                  </a:lnTo>
                  <a:lnTo>
                    <a:pt x="2850638" y="758922"/>
                  </a:lnTo>
                  <a:lnTo>
                    <a:pt x="2867211" y="749814"/>
                  </a:lnTo>
                  <a:lnTo>
                    <a:pt x="2883785" y="738257"/>
                  </a:lnTo>
                  <a:lnTo>
                    <a:pt x="2900358" y="726254"/>
                  </a:lnTo>
                  <a:lnTo>
                    <a:pt x="2916932" y="714415"/>
                  </a:lnTo>
                  <a:lnTo>
                    <a:pt x="2933505" y="702627"/>
                  </a:lnTo>
                  <a:lnTo>
                    <a:pt x="2950079" y="693246"/>
                  </a:lnTo>
                  <a:lnTo>
                    <a:pt x="2966652" y="682830"/>
                  </a:lnTo>
                  <a:lnTo>
                    <a:pt x="2983226" y="673154"/>
                  </a:lnTo>
                  <a:lnTo>
                    <a:pt x="2999799" y="663942"/>
                  </a:lnTo>
                  <a:lnTo>
                    <a:pt x="3016373" y="651902"/>
                  </a:lnTo>
                  <a:lnTo>
                    <a:pt x="3032946" y="641679"/>
                  </a:lnTo>
                  <a:lnTo>
                    <a:pt x="3049520" y="634583"/>
                  </a:lnTo>
                  <a:lnTo>
                    <a:pt x="3066093" y="625006"/>
                  </a:lnTo>
                  <a:lnTo>
                    <a:pt x="3082667" y="614086"/>
                  </a:lnTo>
                  <a:lnTo>
                    <a:pt x="3099240" y="604887"/>
                  </a:lnTo>
                  <a:lnTo>
                    <a:pt x="3115813" y="593814"/>
                  </a:lnTo>
                  <a:lnTo>
                    <a:pt x="3132387" y="582575"/>
                  </a:lnTo>
                  <a:lnTo>
                    <a:pt x="3148960" y="573293"/>
                  </a:lnTo>
                  <a:lnTo>
                    <a:pt x="3165534" y="560710"/>
                  </a:lnTo>
                  <a:lnTo>
                    <a:pt x="3182107" y="548751"/>
                  </a:lnTo>
                  <a:lnTo>
                    <a:pt x="3198681" y="538355"/>
                  </a:lnTo>
                  <a:lnTo>
                    <a:pt x="3215254" y="528090"/>
                  </a:lnTo>
                  <a:lnTo>
                    <a:pt x="3231828" y="516973"/>
                  </a:lnTo>
                  <a:lnTo>
                    <a:pt x="3248401" y="504384"/>
                  </a:lnTo>
                  <a:lnTo>
                    <a:pt x="3264975" y="492938"/>
                  </a:lnTo>
                  <a:lnTo>
                    <a:pt x="3281548" y="481858"/>
                  </a:lnTo>
                  <a:lnTo>
                    <a:pt x="3298122" y="469955"/>
                  </a:lnTo>
                  <a:lnTo>
                    <a:pt x="3314695" y="457682"/>
                  </a:lnTo>
                  <a:lnTo>
                    <a:pt x="3331269" y="444936"/>
                  </a:lnTo>
                  <a:lnTo>
                    <a:pt x="3347842" y="432236"/>
                  </a:lnTo>
                  <a:lnTo>
                    <a:pt x="3364416" y="419634"/>
                  </a:lnTo>
                  <a:lnTo>
                    <a:pt x="3380989" y="408099"/>
                  </a:lnTo>
                  <a:lnTo>
                    <a:pt x="3397563" y="394540"/>
                  </a:lnTo>
                  <a:lnTo>
                    <a:pt x="3414136" y="381991"/>
                  </a:lnTo>
                  <a:lnTo>
                    <a:pt x="3430710" y="370919"/>
                  </a:lnTo>
                  <a:lnTo>
                    <a:pt x="3447283" y="360163"/>
                  </a:lnTo>
                  <a:lnTo>
                    <a:pt x="3463857" y="349184"/>
                  </a:lnTo>
                  <a:lnTo>
                    <a:pt x="3480430" y="337174"/>
                  </a:lnTo>
                  <a:lnTo>
                    <a:pt x="3497003" y="325919"/>
                  </a:lnTo>
                  <a:lnTo>
                    <a:pt x="3513577" y="313194"/>
                  </a:lnTo>
                  <a:lnTo>
                    <a:pt x="3530150" y="303371"/>
                  </a:lnTo>
                  <a:lnTo>
                    <a:pt x="3546724" y="290052"/>
                  </a:lnTo>
                  <a:lnTo>
                    <a:pt x="3563297" y="279094"/>
                  </a:lnTo>
                  <a:lnTo>
                    <a:pt x="3579871" y="268180"/>
                  </a:lnTo>
                  <a:lnTo>
                    <a:pt x="3596444" y="257255"/>
                  </a:lnTo>
                  <a:lnTo>
                    <a:pt x="3613018" y="246661"/>
                  </a:lnTo>
                  <a:lnTo>
                    <a:pt x="3629591" y="235394"/>
                  </a:lnTo>
                  <a:lnTo>
                    <a:pt x="3646165" y="227536"/>
                  </a:lnTo>
                  <a:lnTo>
                    <a:pt x="3662738" y="215296"/>
                  </a:lnTo>
                  <a:lnTo>
                    <a:pt x="3679312" y="203947"/>
                  </a:lnTo>
                  <a:lnTo>
                    <a:pt x="3695885" y="193082"/>
                  </a:lnTo>
                  <a:lnTo>
                    <a:pt x="3712459" y="182825"/>
                  </a:lnTo>
                  <a:lnTo>
                    <a:pt x="3729032" y="171890"/>
                  </a:lnTo>
                  <a:lnTo>
                    <a:pt x="3745606" y="160323"/>
                  </a:lnTo>
                  <a:lnTo>
                    <a:pt x="3762179" y="148572"/>
                  </a:lnTo>
                  <a:lnTo>
                    <a:pt x="3778753" y="136759"/>
                  </a:lnTo>
                  <a:lnTo>
                    <a:pt x="3795326" y="125569"/>
                  </a:lnTo>
                  <a:lnTo>
                    <a:pt x="3811900" y="113958"/>
                  </a:lnTo>
                  <a:lnTo>
                    <a:pt x="3828473" y="102351"/>
                  </a:lnTo>
                  <a:lnTo>
                    <a:pt x="3845047" y="89478"/>
                  </a:lnTo>
                  <a:lnTo>
                    <a:pt x="3861620" y="75514"/>
                  </a:lnTo>
                  <a:lnTo>
                    <a:pt x="3878193" y="61592"/>
                  </a:lnTo>
                  <a:lnTo>
                    <a:pt x="3894767" y="48785"/>
                  </a:lnTo>
                  <a:lnTo>
                    <a:pt x="3911340" y="37701"/>
                  </a:lnTo>
                  <a:lnTo>
                    <a:pt x="3927914" y="22530"/>
                  </a:lnTo>
                  <a:lnTo>
                    <a:pt x="3944487" y="11533"/>
                  </a:lnTo>
                  <a:lnTo>
                    <a:pt x="3961061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346581" y="4407369"/>
              <a:ext cx="3961061" cy="749500"/>
            </a:xfrm>
            <a:custGeom>
              <a:avLst/>
              <a:pathLst>
                <a:path w="3961061" h="749500">
                  <a:moveTo>
                    <a:pt x="3961061" y="0"/>
                  </a:moveTo>
                  <a:lnTo>
                    <a:pt x="3944487" y="2015"/>
                  </a:lnTo>
                  <a:lnTo>
                    <a:pt x="3927914" y="4089"/>
                  </a:lnTo>
                  <a:lnTo>
                    <a:pt x="3911340" y="4913"/>
                  </a:lnTo>
                  <a:lnTo>
                    <a:pt x="3894767" y="4673"/>
                  </a:lnTo>
                  <a:lnTo>
                    <a:pt x="3878193" y="4417"/>
                  </a:lnTo>
                  <a:lnTo>
                    <a:pt x="3861620" y="4212"/>
                  </a:lnTo>
                  <a:lnTo>
                    <a:pt x="3845047" y="4001"/>
                  </a:lnTo>
                  <a:lnTo>
                    <a:pt x="3828473" y="4473"/>
                  </a:lnTo>
                  <a:lnTo>
                    <a:pt x="3811900" y="5898"/>
                  </a:lnTo>
                  <a:lnTo>
                    <a:pt x="3795326" y="5818"/>
                  </a:lnTo>
                  <a:lnTo>
                    <a:pt x="3778753" y="7111"/>
                  </a:lnTo>
                  <a:lnTo>
                    <a:pt x="3762179" y="5470"/>
                  </a:lnTo>
                  <a:lnTo>
                    <a:pt x="3745606" y="5968"/>
                  </a:lnTo>
                  <a:lnTo>
                    <a:pt x="3729032" y="6445"/>
                  </a:lnTo>
                  <a:lnTo>
                    <a:pt x="3712459" y="8941"/>
                  </a:lnTo>
                  <a:lnTo>
                    <a:pt x="3695885" y="9950"/>
                  </a:lnTo>
                  <a:lnTo>
                    <a:pt x="3679312" y="11160"/>
                  </a:lnTo>
                  <a:lnTo>
                    <a:pt x="3662738" y="12074"/>
                  </a:lnTo>
                  <a:lnTo>
                    <a:pt x="3646165" y="15391"/>
                  </a:lnTo>
                  <a:lnTo>
                    <a:pt x="3629591" y="14735"/>
                  </a:lnTo>
                  <a:lnTo>
                    <a:pt x="3613018" y="16596"/>
                  </a:lnTo>
                  <a:lnTo>
                    <a:pt x="3596444" y="16354"/>
                  </a:lnTo>
                  <a:lnTo>
                    <a:pt x="3579871" y="16832"/>
                  </a:lnTo>
                  <a:lnTo>
                    <a:pt x="3563297" y="18038"/>
                  </a:lnTo>
                  <a:lnTo>
                    <a:pt x="3546724" y="19277"/>
                  </a:lnTo>
                  <a:lnTo>
                    <a:pt x="3530150" y="20601"/>
                  </a:lnTo>
                  <a:lnTo>
                    <a:pt x="3513577" y="21872"/>
                  </a:lnTo>
                  <a:lnTo>
                    <a:pt x="3497003" y="23099"/>
                  </a:lnTo>
                  <a:lnTo>
                    <a:pt x="3480430" y="23694"/>
                  </a:lnTo>
                  <a:lnTo>
                    <a:pt x="3463857" y="23438"/>
                  </a:lnTo>
                  <a:lnTo>
                    <a:pt x="3447283" y="23539"/>
                  </a:lnTo>
                  <a:lnTo>
                    <a:pt x="3430710" y="25072"/>
                  </a:lnTo>
                  <a:lnTo>
                    <a:pt x="3414136" y="24713"/>
                  </a:lnTo>
                  <a:lnTo>
                    <a:pt x="3397563" y="24047"/>
                  </a:lnTo>
                  <a:lnTo>
                    <a:pt x="3380989" y="24909"/>
                  </a:lnTo>
                  <a:lnTo>
                    <a:pt x="3364416" y="26519"/>
                  </a:lnTo>
                  <a:lnTo>
                    <a:pt x="3347842" y="27764"/>
                  </a:lnTo>
                  <a:lnTo>
                    <a:pt x="3331269" y="28409"/>
                  </a:lnTo>
                  <a:lnTo>
                    <a:pt x="3314695" y="29823"/>
                  </a:lnTo>
                  <a:lnTo>
                    <a:pt x="3298122" y="31005"/>
                  </a:lnTo>
                  <a:lnTo>
                    <a:pt x="3281548" y="32205"/>
                  </a:lnTo>
                  <a:lnTo>
                    <a:pt x="3264975" y="33809"/>
                  </a:lnTo>
                  <a:lnTo>
                    <a:pt x="3248401" y="35025"/>
                  </a:lnTo>
                  <a:lnTo>
                    <a:pt x="3231828" y="36223"/>
                  </a:lnTo>
                  <a:lnTo>
                    <a:pt x="3215254" y="37413"/>
                  </a:lnTo>
                  <a:lnTo>
                    <a:pt x="3198681" y="38685"/>
                  </a:lnTo>
                  <a:lnTo>
                    <a:pt x="3182107" y="41240"/>
                  </a:lnTo>
                  <a:lnTo>
                    <a:pt x="3165534" y="43638"/>
                  </a:lnTo>
                  <a:lnTo>
                    <a:pt x="3148960" y="42424"/>
                  </a:lnTo>
                  <a:lnTo>
                    <a:pt x="3132387" y="45985"/>
                  </a:lnTo>
                  <a:lnTo>
                    <a:pt x="3115813" y="49641"/>
                  </a:lnTo>
                  <a:lnTo>
                    <a:pt x="3099240" y="50469"/>
                  </a:lnTo>
                  <a:lnTo>
                    <a:pt x="3082667" y="52755"/>
                  </a:lnTo>
                  <a:lnTo>
                    <a:pt x="3066093" y="54324"/>
                  </a:lnTo>
                  <a:lnTo>
                    <a:pt x="3049520" y="56258"/>
                  </a:lnTo>
                  <a:lnTo>
                    <a:pt x="3032946" y="56523"/>
                  </a:lnTo>
                  <a:lnTo>
                    <a:pt x="3016373" y="57413"/>
                  </a:lnTo>
                  <a:lnTo>
                    <a:pt x="2999799" y="58711"/>
                  </a:lnTo>
                  <a:lnTo>
                    <a:pt x="2983226" y="59811"/>
                  </a:lnTo>
                  <a:lnTo>
                    <a:pt x="2966652" y="60010"/>
                  </a:lnTo>
                  <a:lnTo>
                    <a:pt x="2950079" y="59718"/>
                  </a:lnTo>
                  <a:lnTo>
                    <a:pt x="2933505" y="60687"/>
                  </a:lnTo>
                  <a:lnTo>
                    <a:pt x="2916932" y="62985"/>
                  </a:lnTo>
                  <a:lnTo>
                    <a:pt x="2900358" y="63792"/>
                  </a:lnTo>
                  <a:lnTo>
                    <a:pt x="2883785" y="66006"/>
                  </a:lnTo>
                  <a:lnTo>
                    <a:pt x="2867211" y="68545"/>
                  </a:lnTo>
                  <a:lnTo>
                    <a:pt x="2850638" y="71344"/>
                  </a:lnTo>
                  <a:lnTo>
                    <a:pt x="2834064" y="70988"/>
                  </a:lnTo>
                  <a:lnTo>
                    <a:pt x="2817491" y="72671"/>
                  </a:lnTo>
                  <a:lnTo>
                    <a:pt x="2800917" y="74946"/>
                  </a:lnTo>
                  <a:lnTo>
                    <a:pt x="2784344" y="74595"/>
                  </a:lnTo>
                  <a:lnTo>
                    <a:pt x="2767770" y="74902"/>
                  </a:lnTo>
                  <a:lnTo>
                    <a:pt x="2751197" y="76952"/>
                  </a:lnTo>
                  <a:lnTo>
                    <a:pt x="2734623" y="77997"/>
                  </a:lnTo>
                  <a:lnTo>
                    <a:pt x="2718050" y="77112"/>
                  </a:lnTo>
                  <a:lnTo>
                    <a:pt x="2701477" y="76435"/>
                  </a:lnTo>
                  <a:lnTo>
                    <a:pt x="2684903" y="77243"/>
                  </a:lnTo>
                  <a:lnTo>
                    <a:pt x="2668330" y="75526"/>
                  </a:lnTo>
                  <a:lnTo>
                    <a:pt x="2651756" y="76467"/>
                  </a:lnTo>
                  <a:lnTo>
                    <a:pt x="2635183" y="79896"/>
                  </a:lnTo>
                  <a:lnTo>
                    <a:pt x="2618609" y="80696"/>
                  </a:lnTo>
                  <a:lnTo>
                    <a:pt x="2602036" y="80401"/>
                  </a:lnTo>
                  <a:lnTo>
                    <a:pt x="2585462" y="82332"/>
                  </a:lnTo>
                  <a:lnTo>
                    <a:pt x="2568889" y="86440"/>
                  </a:lnTo>
                  <a:lnTo>
                    <a:pt x="2552315" y="89903"/>
                  </a:lnTo>
                  <a:lnTo>
                    <a:pt x="2535742" y="90992"/>
                  </a:lnTo>
                  <a:lnTo>
                    <a:pt x="2519168" y="93358"/>
                  </a:lnTo>
                  <a:lnTo>
                    <a:pt x="2502595" y="95272"/>
                  </a:lnTo>
                  <a:lnTo>
                    <a:pt x="2486021" y="96959"/>
                  </a:lnTo>
                  <a:lnTo>
                    <a:pt x="2469448" y="100343"/>
                  </a:lnTo>
                  <a:lnTo>
                    <a:pt x="2452874" y="101767"/>
                  </a:lnTo>
                  <a:lnTo>
                    <a:pt x="2436301" y="105538"/>
                  </a:lnTo>
                  <a:lnTo>
                    <a:pt x="2419727" y="106969"/>
                  </a:lnTo>
                  <a:lnTo>
                    <a:pt x="2403154" y="108538"/>
                  </a:lnTo>
                  <a:lnTo>
                    <a:pt x="2386580" y="110029"/>
                  </a:lnTo>
                  <a:lnTo>
                    <a:pt x="2370007" y="111532"/>
                  </a:lnTo>
                  <a:lnTo>
                    <a:pt x="2353433" y="113193"/>
                  </a:lnTo>
                  <a:lnTo>
                    <a:pt x="2336860" y="117451"/>
                  </a:lnTo>
                  <a:lnTo>
                    <a:pt x="2320287" y="119998"/>
                  </a:lnTo>
                  <a:lnTo>
                    <a:pt x="2303713" y="120527"/>
                  </a:lnTo>
                  <a:lnTo>
                    <a:pt x="2287140" y="122782"/>
                  </a:lnTo>
                  <a:lnTo>
                    <a:pt x="2270566" y="127100"/>
                  </a:lnTo>
                  <a:lnTo>
                    <a:pt x="2253993" y="129152"/>
                  </a:lnTo>
                  <a:lnTo>
                    <a:pt x="2237419" y="131340"/>
                  </a:lnTo>
                  <a:lnTo>
                    <a:pt x="2220846" y="133744"/>
                  </a:lnTo>
                  <a:lnTo>
                    <a:pt x="2204272" y="135602"/>
                  </a:lnTo>
                  <a:lnTo>
                    <a:pt x="2187699" y="138267"/>
                  </a:lnTo>
                  <a:lnTo>
                    <a:pt x="2171125" y="140541"/>
                  </a:lnTo>
                  <a:lnTo>
                    <a:pt x="2154552" y="142787"/>
                  </a:lnTo>
                  <a:lnTo>
                    <a:pt x="2137978" y="145206"/>
                  </a:lnTo>
                  <a:lnTo>
                    <a:pt x="2121405" y="147213"/>
                  </a:lnTo>
                  <a:lnTo>
                    <a:pt x="2104831" y="149491"/>
                  </a:lnTo>
                  <a:lnTo>
                    <a:pt x="2088258" y="151610"/>
                  </a:lnTo>
                  <a:lnTo>
                    <a:pt x="2071684" y="153813"/>
                  </a:lnTo>
                  <a:lnTo>
                    <a:pt x="2055111" y="156004"/>
                  </a:lnTo>
                  <a:lnTo>
                    <a:pt x="2038537" y="159131"/>
                  </a:lnTo>
                  <a:lnTo>
                    <a:pt x="2021964" y="162537"/>
                  </a:lnTo>
                  <a:lnTo>
                    <a:pt x="2005390" y="165938"/>
                  </a:lnTo>
                  <a:lnTo>
                    <a:pt x="1988817" y="171711"/>
                  </a:lnTo>
                  <a:lnTo>
                    <a:pt x="1972243" y="173862"/>
                  </a:lnTo>
                  <a:lnTo>
                    <a:pt x="1955670" y="176073"/>
                  </a:lnTo>
                  <a:lnTo>
                    <a:pt x="1939096" y="178050"/>
                  </a:lnTo>
                  <a:lnTo>
                    <a:pt x="1922523" y="180021"/>
                  </a:lnTo>
                  <a:lnTo>
                    <a:pt x="1905950" y="179277"/>
                  </a:lnTo>
                  <a:lnTo>
                    <a:pt x="1889376" y="182445"/>
                  </a:lnTo>
                  <a:lnTo>
                    <a:pt x="1872803" y="185762"/>
                  </a:lnTo>
                  <a:lnTo>
                    <a:pt x="1856229" y="189200"/>
                  </a:lnTo>
                  <a:lnTo>
                    <a:pt x="1839656" y="193871"/>
                  </a:lnTo>
                  <a:lnTo>
                    <a:pt x="1823082" y="197127"/>
                  </a:lnTo>
                  <a:lnTo>
                    <a:pt x="1806509" y="200103"/>
                  </a:lnTo>
                  <a:lnTo>
                    <a:pt x="1789935" y="201133"/>
                  </a:lnTo>
                  <a:lnTo>
                    <a:pt x="1773362" y="204548"/>
                  </a:lnTo>
                  <a:lnTo>
                    <a:pt x="1756788" y="207864"/>
                  </a:lnTo>
                  <a:lnTo>
                    <a:pt x="1740215" y="213012"/>
                  </a:lnTo>
                  <a:lnTo>
                    <a:pt x="1723641" y="216529"/>
                  </a:lnTo>
                  <a:lnTo>
                    <a:pt x="1707068" y="219904"/>
                  </a:lnTo>
                  <a:lnTo>
                    <a:pt x="1690494" y="225547"/>
                  </a:lnTo>
                  <a:lnTo>
                    <a:pt x="1673921" y="227953"/>
                  </a:lnTo>
                  <a:lnTo>
                    <a:pt x="1657347" y="232094"/>
                  </a:lnTo>
                  <a:lnTo>
                    <a:pt x="1640774" y="236367"/>
                  </a:lnTo>
                  <a:lnTo>
                    <a:pt x="1624200" y="239656"/>
                  </a:lnTo>
                  <a:lnTo>
                    <a:pt x="1607627" y="242910"/>
                  </a:lnTo>
                  <a:lnTo>
                    <a:pt x="1591053" y="246141"/>
                  </a:lnTo>
                  <a:lnTo>
                    <a:pt x="1574480" y="249895"/>
                  </a:lnTo>
                  <a:lnTo>
                    <a:pt x="1557906" y="255467"/>
                  </a:lnTo>
                  <a:lnTo>
                    <a:pt x="1541333" y="260806"/>
                  </a:lnTo>
                  <a:lnTo>
                    <a:pt x="1524760" y="267138"/>
                  </a:lnTo>
                  <a:lnTo>
                    <a:pt x="1508186" y="271116"/>
                  </a:lnTo>
                  <a:lnTo>
                    <a:pt x="1491613" y="274320"/>
                  </a:lnTo>
                  <a:lnTo>
                    <a:pt x="1475039" y="281535"/>
                  </a:lnTo>
                  <a:lnTo>
                    <a:pt x="1458466" y="286564"/>
                  </a:lnTo>
                  <a:lnTo>
                    <a:pt x="1441892" y="290815"/>
                  </a:lnTo>
                  <a:lnTo>
                    <a:pt x="1425319" y="295208"/>
                  </a:lnTo>
                  <a:lnTo>
                    <a:pt x="1408745" y="299635"/>
                  </a:lnTo>
                  <a:lnTo>
                    <a:pt x="1392172" y="303295"/>
                  </a:lnTo>
                  <a:lnTo>
                    <a:pt x="1375598" y="307606"/>
                  </a:lnTo>
                  <a:lnTo>
                    <a:pt x="1359025" y="312830"/>
                  </a:lnTo>
                  <a:lnTo>
                    <a:pt x="1342451" y="317274"/>
                  </a:lnTo>
                  <a:lnTo>
                    <a:pt x="1325878" y="321701"/>
                  </a:lnTo>
                  <a:lnTo>
                    <a:pt x="1309304" y="325912"/>
                  </a:lnTo>
                  <a:lnTo>
                    <a:pt x="1292731" y="331630"/>
                  </a:lnTo>
                  <a:lnTo>
                    <a:pt x="1276157" y="335564"/>
                  </a:lnTo>
                  <a:lnTo>
                    <a:pt x="1259584" y="340641"/>
                  </a:lnTo>
                  <a:lnTo>
                    <a:pt x="1243010" y="347954"/>
                  </a:lnTo>
                  <a:lnTo>
                    <a:pt x="1226437" y="354323"/>
                  </a:lnTo>
                  <a:lnTo>
                    <a:pt x="1209863" y="357834"/>
                  </a:lnTo>
                  <a:lnTo>
                    <a:pt x="1193290" y="363630"/>
                  </a:lnTo>
                  <a:lnTo>
                    <a:pt x="1176716" y="369391"/>
                  </a:lnTo>
                  <a:lnTo>
                    <a:pt x="1160143" y="375280"/>
                  </a:lnTo>
                  <a:lnTo>
                    <a:pt x="1143570" y="380826"/>
                  </a:lnTo>
                  <a:lnTo>
                    <a:pt x="1126996" y="387304"/>
                  </a:lnTo>
                  <a:lnTo>
                    <a:pt x="1110423" y="393321"/>
                  </a:lnTo>
                  <a:lnTo>
                    <a:pt x="1093849" y="398340"/>
                  </a:lnTo>
                  <a:lnTo>
                    <a:pt x="1077276" y="403806"/>
                  </a:lnTo>
                  <a:lnTo>
                    <a:pt x="1060702" y="409056"/>
                  </a:lnTo>
                  <a:lnTo>
                    <a:pt x="1044129" y="414130"/>
                  </a:lnTo>
                  <a:lnTo>
                    <a:pt x="1027555" y="418804"/>
                  </a:lnTo>
                  <a:lnTo>
                    <a:pt x="1010982" y="423622"/>
                  </a:lnTo>
                  <a:lnTo>
                    <a:pt x="994408" y="429345"/>
                  </a:lnTo>
                  <a:lnTo>
                    <a:pt x="977835" y="433927"/>
                  </a:lnTo>
                  <a:lnTo>
                    <a:pt x="961261" y="440385"/>
                  </a:lnTo>
                  <a:lnTo>
                    <a:pt x="944688" y="445765"/>
                  </a:lnTo>
                  <a:lnTo>
                    <a:pt x="928114" y="449878"/>
                  </a:lnTo>
                  <a:lnTo>
                    <a:pt x="911541" y="452805"/>
                  </a:lnTo>
                  <a:lnTo>
                    <a:pt x="894967" y="458964"/>
                  </a:lnTo>
                  <a:lnTo>
                    <a:pt x="878394" y="463409"/>
                  </a:lnTo>
                  <a:lnTo>
                    <a:pt x="861820" y="467830"/>
                  </a:lnTo>
                  <a:lnTo>
                    <a:pt x="845247" y="473404"/>
                  </a:lnTo>
                  <a:lnTo>
                    <a:pt x="828673" y="478015"/>
                  </a:lnTo>
                  <a:lnTo>
                    <a:pt x="812100" y="480881"/>
                  </a:lnTo>
                  <a:lnTo>
                    <a:pt x="795526" y="486746"/>
                  </a:lnTo>
                  <a:lnTo>
                    <a:pt x="778953" y="493064"/>
                  </a:lnTo>
                  <a:lnTo>
                    <a:pt x="762380" y="499314"/>
                  </a:lnTo>
                  <a:lnTo>
                    <a:pt x="745806" y="505560"/>
                  </a:lnTo>
                  <a:lnTo>
                    <a:pt x="729233" y="511712"/>
                  </a:lnTo>
                  <a:lnTo>
                    <a:pt x="712659" y="517358"/>
                  </a:lnTo>
                  <a:lnTo>
                    <a:pt x="696086" y="521753"/>
                  </a:lnTo>
                  <a:lnTo>
                    <a:pt x="679512" y="526132"/>
                  </a:lnTo>
                  <a:lnTo>
                    <a:pt x="662939" y="532210"/>
                  </a:lnTo>
                  <a:lnTo>
                    <a:pt x="646365" y="538052"/>
                  </a:lnTo>
                  <a:lnTo>
                    <a:pt x="629792" y="544399"/>
                  </a:lnTo>
                  <a:lnTo>
                    <a:pt x="613218" y="550633"/>
                  </a:lnTo>
                  <a:lnTo>
                    <a:pt x="596645" y="556401"/>
                  </a:lnTo>
                  <a:lnTo>
                    <a:pt x="580071" y="559824"/>
                  </a:lnTo>
                  <a:lnTo>
                    <a:pt x="563498" y="565870"/>
                  </a:lnTo>
                  <a:lnTo>
                    <a:pt x="546924" y="570813"/>
                  </a:lnTo>
                  <a:lnTo>
                    <a:pt x="530351" y="575129"/>
                  </a:lnTo>
                  <a:lnTo>
                    <a:pt x="513777" y="581142"/>
                  </a:lnTo>
                  <a:lnTo>
                    <a:pt x="497204" y="587149"/>
                  </a:lnTo>
                  <a:lnTo>
                    <a:pt x="480630" y="591840"/>
                  </a:lnTo>
                  <a:lnTo>
                    <a:pt x="464057" y="596530"/>
                  </a:lnTo>
                  <a:lnTo>
                    <a:pt x="447483" y="603187"/>
                  </a:lnTo>
                  <a:lnTo>
                    <a:pt x="430910" y="609282"/>
                  </a:lnTo>
                  <a:lnTo>
                    <a:pt x="414336" y="614224"/>
                  </a:lnTo>
                  <a:lnTo>
                    <a:pt x="397763" y="619503"/>
                  </a:lnTo>
                  <a:lnTo>
                    <a:pt x="381190" y="624883"/>
                  </a:lnTo>
                  <a:lnTo>
                    <a:pt x="364616" y="629677"/>
                  </a:lnTo>
                  <a:lnTo>
                    <a:pt x="348043" y="635828"/>
                  </a:lnTo>
                  <a:lnTo>
                    <a:pt x="331469" y="641967"/>
                  </a:lnTo>
                  <a:lnTo>
                    <a:pt x="314896" y="648002"/>
                  </a:lnTo>
                  <a:lnTo>
                    <a:pt x="298322" y="653446"/>
                  </a:lnTo>
                  <a:lnTo>
                    <a:pt x="281749" y="658592"/>
                  </a:lnTo>
                  <a:lnTo>
                    <a:pt x="265175" y="665221"/>
                  </a:lnTo>
                  <a:lnTo>
                    <a:pt x="248602" y="669681"/>
                  </a:lnTo>
                  <a:lnTo>
                    <a:pt x="232028" y="675034"/>
                  </a:lnTo>
                  <a:lnTo>
                    <a:pt x="215455" y="680522"/>
                  </a:lnTo>
                  <a:lnTo>
                    <a:pt x="198881" y="686799"/>
                  </a:lnTo>
                  <a:lnTo>
                    <a:pt x="182308" y="691778"/>
                  </a:lnTo>
                  <a:lnTo>
                    <a:pt x="165734" y="696312"/>
                  </a:lnTo>
                  <a:lnTo>
                    <a:pt x="149161" y="701581"/>
                  </a:lnTo>
                  <a:lnTo>
                    <a:pt x="132587" y="706826"/>
                  </a:lnTo>
                  <a:lnTo>
                    <a:pt x="116014" y="712061"/>
                  </a:lnTo>
                  <a:lnTo>
                    <a:pt x="99440" y="717252"/>
                  </a:lnTo>
                  <a:lnTo>
                    <a:pt x="82867" y="722436"/>
                  </a:lnTo>
                  <a:lnTo>
                    <a:pt x="66293" y="727640"/>
                  </a:lnTo>
                  <a:lnTo>
                    <a:pt x="49720" y="734260"/>
                  </a:lnTo>
                  <a:lnTo>
                    <a:pt x="33146" y="738777"/>
                  </a:lnTo>
                  <a:lnTo>
                    <a:pt x="16573" y="743225"/>
                  </a:lnTo>
                  <a:lnTo>
                    <a:pt x="0" y="74950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346581" y="4263355"/>
              <a:ext cx="3961061" cy="472840"/>
            </a:xfrm>
            <a:custGeom>
              <a:avLst/>
              <a:pathLst>
                <a:path w="3961061" h="472840">
                  <a:moveTo>
                    <a:pt x="0" y="472840"/>
                  </a:moveTo>
                  <a:lnTo>
                    <a:pt x="16573" y="471733"/>
                  </a:lnTo>
                  <a:lnTo>
                    <a:pt x="33146" y="470618"/>
                  </a:lnTo>
                  <a:lnTo>
                    <a:pt x="49720" y="469496"/>
                  </a:lnTo>
                  <a:lnTo>
                    <a:pt x="66293" y="468367"/>
                  </a:lnTo>
                  <a:lnTo>
                    <a:pt x="82867" y="467231"/>
                  </a:lnTo>
                  <a:lnTo>
                    <a:pt x="99440" y="466088"/>
                  </a:lnTo>
                  <a:lnTo>
                    <a:pt x="116014" y="464938"/>
                  </a:lnTo>
                  <a:lnTo>
                    <a:pt x="132587" y="463780"/>
                  </a:lnTo>
                  <a:lnTo>
                    <a:pt x="149161" y="462616"/>
                  </a:lnTo>
                  <a:lnTo>
                    <a:pt x="165734" y="461445"/>
                  </a:lnTo>
                  <a:lnTo>
                    <a:pt x="182308" y="460266"/>
                  </a:lnTo>
                  <a:lnTo>
                    <a:pt x="198881" y="459080"/>
                  </a:lnTo>
                  <a:lnTo>
                    <a:pt x="215455" y="457888"/>
                  </a:lnTo>
                  <a:lnTo>
                    <a:pt x="232028" y="456688"/>
                  </a:lnTo>
                  <a:lnTo>
                    <a:pt x="248602" y="455480"/>
                  </a:lnTo>
                  <a:lnTo>
                    <a:pt x="265175" y="454266"/>
                  </a:lnTo>
                  <a:lnTo>
                    <a:pt x="281749" y="453044"/>
                  </a:lnTo>
                  <a:lnTo>
                    <a:pt x="298322" y="451816"/>
                  </a:lnTo>
                  <a:lnTo>
                    <a:pt x="314896" y="450579"/>
                  </a:lnTo>
                  <a:lnTo>
                    <a:pt x="331469" y="449336"/>
                  </a:lnTo>
                  <a:lnTo>
                    <a:pt x="348043" y="448086"/>
                  </a:lnTo>
                  <a:lnTo>
                    <a:pt x="364616" y="446828"/>
                  </a:lnTo>
                  <a:lnTo>
                    <a:pt x="381190" y="445563"/>
                  </a:lnTo>
                  <a:lnTo>
                    <a:pt x="397763" y="444291"/>
                  </a:lnTo>
                  <a:lnTo>
                    <a:pt x="414336" y="443011"/>
                  </a:lnTo>
                  <a:lnTo>
                    <a:pt x="430910" y="441724"/>
                  </a:lnTo>
                  <a:lnTo>
                    <a:pt x="447483" y="440430"/>
                  </a:lnTo>
                  <a:lnTo>
                    <a:pt x="464057" y="439128"/>
                  </a:lnTo>
                  <a:lnTo>
                    <a:pt x="480630" y="437820"/>
                  </a:lnTo>
                  <a:lnTo>
                    <a:pt x="497204" y="436503"/>
                  </a:lnTo>
                  <a:lnTo>
                    <a:pt x="513777" y="435180"/>
                  </a:lnTo>
                  <a:lnTo>
                    <a:pt x="530351" y="433849"/>
                  </a:lnTo>
                  <a:lnTo>
                    <a:pt x="546924" y="432511"/>
                  </a:lnTo>
                  <a:lnTo>
                    <a:pt x="563498" y="431165"/>
                  </a:lnTo>
                  <a:lnTo>
                    <a:pt x="580071" y="429812"/>
                  </a:lnTo>
                  <a:lnTo>
                    <a:pt x="596645" y="428452"/>
                  </a:lnTo>
                  <a:lnTo>
                    <a:pt x="613218" y="427084"/>
                  </a:lnTo>
                  <a:lnTo>
                    <a:pt x="629792" y="425708"/>
                  </a:lnTo>
                  <a:lnTo>
                    <a:pt x="646365" y="424326"/>
                  </a:lnTo>
                  <a:lnTo>
                    <a:pt x="662939" y="422936"/>
                  </a:lnTo>
                  <a:lnTo>
                    <a:pt x="679512" y="421538"/>
                  </a:lnTo>
                  <a:lnTo>
                    <a:pt x="696086" y="420133"/>
                  </a:lnTo>
                  <a:lnTo>
                    <a:pt x="712659" y="418721"/>
                  </a:lnTo>
                  <a:lnTo>
                    <a:pt x="729233" y="417301"/>
                  </a:lnTo>
                  <a:lnTo>
                    <a:pt x="745806" y="415873"/>
                  </a:lnTo>
                  <a:lnTo>
                    <a:pt x="762380" y="414438"/>
                  </a:lnTo>
                  <a:lnTo>
                    <a:pt x="778953" y="412996"/>
                  </a:lnTo>
                  <a:lnTo>
                    <a:pt x="795526" y="411546"/>
                  </a:lnTo>
                  <a:lnTo>
                    <a:pt x="812100" y="410089"/>
                  </a:lnTo>
                  <a:lnTo>
                    <a:pt x="828673" y="408624"/>
                  </a:lnTo>
                  <a:lnTo>
                    <a:pt x="845247" y="407151"/>
                  </a:lnTo>
                  <a:lnTo>
                    <a:pt x="861820" y="405671"/>
                  </a:lnTo>
                  <a:lnTo>
                    <a:pt x="878394" y="404184"/>
                  </a:lnTo>
                  <a:lnTo>
                    <a:pt x="894967" y="402689"/>
                  </a:lnTo>
                  <a:lnTo>
                    <a:pt x="911541" y="401186"/>
                  </a:lnTo>
                  <a:lnTo>
                    <a:pt x="928114" y="399676"/>
                  </a:lnTo>
                  <a:lnTo>
                    <a:pt x="944688" y="398159"/>
                  </a:lnTo>
                  <a:lnTo>
                    <a:pt x="961261" y="396633"/>
                  </a:lnTo>
                  <a:lnTo>
                    <a:pt x="977835" y="395101"/>
                  </a:lnTo>
                  <a:lnTo>
                    <a:pt x="994408" y="393560"/>
                  </a:lnTo>
                  <a:lnTo>
                    <a:pt x="1010982" y="392012"/>
                  </a:lnTo>
                  <a:lnTo>
                    <a:pt x="1027555" y="390457"/>
                  </a:lnTo>
                  <a:lnTo>
                    <a:pt x="1044129" y="388894"/>
                  </a:lnTo>
                  <a:lnTo>
                    <a:pt x="1060702" y="387323"/>
                  </a:lnTo>
                  <a:lnTo>
                    <a:pt x="1077276" y="385745"/>
                  </a:lnTo>
                  <a:lnTo>
                    <a:pt x="1093849" y="384159"/>
                  </a:lnTo>
                  <a:lnTo>
                    <a:pt x="1110423" y="382566"/>
                  </a:lnTo>
                  <a:lnTo>
                    <a:pt x="1126996" y="380965"/>
                  </a:lnTo>
                  <a:lnTo>
                    <a:pt x="1143570" y="379356"/>
                  </a:lnTo>
                  <a:lnTo>
                    <a:pt x="1160143" y="377740"/>
                  </a:lnTo>
                  <a:lnTo>
                    <a:pt x="1176716" y="376116"/>
                  </a:lnTo>
                  <a:lnTo>
                    <a:pt x="1193290" y="374484"/>
                  </a:lnTo>
                  <a:lnTo>
                    <a:pt x="1209863" y="372845"/>
                  </a:lnTo>
                  <a:lnTo>
                    <a:pt x="1226437" y="371198"/>
                  </a:lnTo>
                  <a:lnTo>
                    <a:pt x="1243010" y="369544"/>
                  </a:lnTo>
                  <a:lnTo>
                    <a:pt x="1259584" y="367882"/>
                  </a:lnTo>
                  <a:lnTo>
                    <a:pt x="1276157" y="366212"/>
                  </a:lnTo>
                  <a:lnTo>
                    <a:pt x="1292731" y="364535"/>
                  </a:lnTo>
                  <a:lnTo>
                    <a:pt x="1309304" y="362850"/>
                  </a:lnTo>
                  <a:lnTo>
                    <a:pt x="1325878" y="361157"/>
                  </a:lnTo>
                  <a:lnTo>
                    <a:pt x="1342451" y="359457"/>
                  </a:lnTo>
                  <a:lnTo>
                    <a:pt x="1359025" y="357749"/>
                  </a:lnTo>
                  <a:lnTo>
                    <a:pt x="1375598" y="356033"/>
                  </a:lnTo>
                  <a:lnTo>
                    <a:pt x="1392172" y="354310"/>
                  </a:lnTo>
                  <a:lnTo>
                    <a:pt x="1408745" y="352580"/>
                  </a:lnTo>
                  <a:lnTo>
                    <a:pt x="1425319" y="350841"/>
                  </a:lnTo>
                  <a:lnTo>
                    <a:pt x="1441892" y="349095"/>
                  </a:lnTo>
                  <a:lnTo>
                    <a:pt x="1458466" y="347341"/>
                  </a:lnTo>
                  <a:lnTo>
                    <a:pt x="1475039" y="345580"/>
                  </a:lnTo>
                  <a:lnTo>
                    <a:pt x="1491613" y="343811"/>
                  </a:lnTo>
                  <a:lnTo>
                    <a:pt x="1508186" y="342034"/>
                  </a:lnTo>
                  <a:lnTo>
                    <a:pt x="1524760" y="340250"/>
                  </a:lnTo>
                  <a:lnTo>
                    <a:pt x="1541333" y="338458"/>
                  </a:lnTo>
                  <a:lnTo>
                    <a:pt x="1557906" y="336658"/>
                  </a:lnTo>
                  <a:lnTo>
                    <a:pt x="1574480" y="334851"/>
                  </a:lnTo>
                  <a:lnTo>
                    <a:pt x="1591053" y="333036"/>
                  </a:lnTo>
                  <a:lnTo>
                    <a:pt x="1607627" y="331214"/>
                  </a:lnTo>
                  <a:lnTo>
                    <a:pt x="1624200" y="329384"/>
                  </a:lnTo>
                  <a:lnTo>
                    <a:pt x="1640774" y="327546"/>
                  </a:lnTo>
                  <a:lnTo>
                    <a:pt x="1657347" y="325701"/>
                  </a:lnTo>
                  <a:lnTo>
                    <a:pt x="1673921" y="323848"/>
                  </a:lnTo>
                  <a:lnTo>
                    <a:pt x="1690494" y="321987"/>
                  </a:lnTo>
                  <a:lnTo>
                    <a:pt x="1707068" y="320119"/>
                  </a:lnTo>
                  <a:lnTo>
                    <a:pt x="1723641" y="318243"/>
                  </a:lnTo>
                  <a:lnTo>
                    <a:pt x="1740215" y="316359"/>
                  </a:lnTo>
                  <a:lnTo>
                    <a:pt x="1756788" y="314468"/>
                  </a:lnTo>
                  <a:lnTo>
                    <a:pt x="1773362" y="312570"/>
                  </a:lnTo>
                  <a:lnTo>
                    <a:pt x="1789935" y="310664"/>
                  </a:lnTo>
                  <a:lnTo>
                    <a:pt x="1806509" y="308750"/>
                  </a:lnTo>
                  <a:lnTo>
                    <a:pt x="1823082" y="306828"/>
                  </a:lnTo>
                  <a:lnTo>
                    <a:pt x="1839656" y="304899"/>
                  </a:lnTo>
                  <a:lnTo>
                    <a:pt x="1856229" y="302963"/>
                  </a:lnTo>
                  <a:lnTo>
                    <a:pt x="1872803" y="301018"/>
                  </a:lnTo>
                  <a:lnTo>
                    <a:pt x="1889376" y="299067"/>
                  </a:lnTo>
                  <a:lnTo>
                    <a:pt x="1905950" y="297107"/>
                  </a:lnTo>
                  <a:lnTo>
                    <a:pt x="1922523" y="295141"/>
                  </a:lnTo>
                  <a:lnTo>
                    <a:pt x="1939096" y="293166"/>
                  </a:lnTo>
                  <a:lnTo>
                    <a:pt x="1955670" y="291184"/>
                  </a:lnTo>
                  <a:lnTo>
                    <a:pt x="1972243" y="289195"/>
                  </a:lnTo>
                  <a:lnTo>
                    <a:pt x="1988817" y="287198"/>
                  </a:lnTo>
                  <a:lnTo>
                    <a:pt x="2005390" y="285193"/>
                  </a:lnTo>
                  <a:lnTo>
                    <a:pt x="2021964" y="283181"/>
                  </a:lnTo>
                  <a:lnTo>
                    <a:pt x="2038537" y="281162"/>
                  </a:lnTo>
                  <a:lnTo>
                    <a:pt x="2055111" y="279135"/>
                  </a:lnTo>
                  <a:lnTo>
                    <a:pt x="2071684" y="277100"/>
                  </a:lnTo>
                  <a:lnTo>
                    <a:pt x="2088258" y="275058"/>
                  </a:lnTo>
                  <a:lnTo>
                    <a:pt x="2104831" y="273009"/>
                  </a:lnTo>
                  <a:lnTo>
                    <a:pt x="2121405" y="270952"/>
                  </a:lnTo>
                  <a:lnTo>
                    <a:pt x="2137978" y="268888"/>
                  </a:lnTo>
                  <a:lnTo>
                    <a:pt x="2154552" y="266816"/>
                  </a:lnTo>
                  <a:lnTo>
                    <a:pt x="2171125" y="264737"/>
                  </a:lnTo>
                  <a:lnTo>
                    <a:pt x="2187699" y="262650"/>
                  </a:lnTo>
                  <a:lnTo>
                    <a:pt x="2204272" y="260556"/>
                  </a:lnTo>
                  <a:lnTo>
                    <a:pt x="2220846" y="258454"/>
                  </a:lnTo>
                  <a:lnTo>
                    <a:pt x="2237419" y="256345"/>
                  </a:lnTo>
                  <a:lnTo>
                    <a:pt x="2253993" y="254229"/>
                  </a:lnTo>
                  <a:lnTo>
                    <a:pt x="2270566" y="252106"/>
                  </a:lnTo>
                  <a:lnTo>
                    <a:pt x="2287140" y="249975"/>
                  </a:lnTo>
                  <a:lnTo>
                    <a:pt x="2303713" y="247836"/>
                  </a:lnTo>
                  <a:lnTo>
                    <a:pt x="2320287" y="245691"/>
                  </a:lnTo>
                  <a:lnTo>
                    <a:pt x="2336860" y="243538"/>
                  </a:lnTo>
                  <a:lnTo>
                    <a:pt x="2353433" y="241378"/>
                  </a:lnTo>
                  <a:lnTo>
                    <a:pt x="2370007" y="239210"/>
                  </a:lnTo>
                  <a:lnTo>
                    <a:pt x="2386580" y="237035"/>
                  </a:lnTo>
                  <a:lnTo>
                    <a:pt x="2403154" y="234853"/>
                  </a:lnTo>
                  <a:lnTo>
                    <a:pt x="2419727" y="232664"/>
                  </a:lnTo>
                  <a:lnTo>
                    <a:pt x="2436301" y="230467"/>
                  </a:lnTo>
                  <a:lnTo>
                    <a:pt x="2452874" y="228263"/>
                  </a:lnTo>
                  <a:lnTo>
                    <a:pt x="2469448" y="226052"/>
                  </a:lnTo>
                  <a:lnTo>
                    <a:pt x="2486021" y="223834"/>
                  </a:lnTo>
                  <a:lnTo>
                    <a:pt x="2502595" y="221609"/>
                  </a:lnTo>
                  <a:lnTo>
                    <a:pt x="2519168" y="219376"/>
                  </a:lnTo>
                  <a:lnTo>
                    <a:pt x="2535742" y="217136"/>
                  </a:lnTo>
                  <a:lnTo>
                    <a:pt x="2552315" y="214889"/>
                  </a:lnTo>
                  <a:lnTo>
                    <a:pt x="2568889" y="212635"/>
                  </a:lnTo>
                  <a:lnTo>
                    <a:pt x="2585462" y="210374"/>
                  </a:lnTo>
                  <a:lnTo>
                    <a:pt x="2602036" y="208106"/>
                  </a:lnTo>
                  <a:lnTo>
                    <a:pt x="2618609" y="205831"/>
                  </a:lnTo>
                  <a:lnTo>
                    <a:pt x="2635183" y="203548"/>
                  </a:lnTo>
                  <a:lnTo>
                    <a:pt x="2651756" y="201259"/>
                  </a:lnTo>
                  <a:lnTo>
                    <a:pt x="2668330" y="198963"/>
                  </a:lnTo>
                  <a:lnTo>
                    <a:pt x="2684903" y="196659"/>
                  </a:lnTo>
                  <a:lnTo>
                    <a:pt x="2701477" y="194349"/>
                  </a:lnTo>
                  <a:lnTo>
                    <a:pt x="2718050" y="192031"/>
                  </a:lnTo>
                  <a:lnTo>
                    <a:pt x="2734623" y="189707"/>
                  </a:lnTo>
                  <a:lnTo>
                    <a:pt x="2751197" y="187376"/>
                  </a:lnTo>
                  <a:lnTo>
                    <a:pt x="2767770" y="185038"/>
                  </a:lnTo>
                  <a:lnTo>
                    <a:pt x="2784344" y="182693"/>
                  </a:lnTo>
                  <a:lnTo>
                    <a:pt x="2800917" y="180341"/>
                  </a:lnTo>
                  <a:lnTo>
                    <a:pt x="2817491" y="177982"/>
                  </a:lnTo>
                  <a:lnTo>
                    <a:pt x="2834064" y="175616"/>
                  </a:lnTo>
                  <a:lnTo>
                    <a:pt x="2850638" y="173244"/>
                  </a:lnTo>
                  <a:lnTo>
                    <a:pt x="2867211" y="170865"/>
                  </a:lnTo>
                  <a:lnTo>
                    <a:pt x="2883785" y="168478"/>
                  </a:lnTo>
                  <a:lnTo>
                    <a:pt x="2900358" y="166086"/>
                  </a:lnTo>
                  <a:lnTo>
                    <a:pt x="2916932" y="163686"/>
                  </a:lnTo>
                  <a:lnTo>
                    <a:pt x="2933505" y="161280"/>
                  </a:lnTo>
                  <a:lnTo>
                    <a:pt x="2950079" y="158867"/>
                  </a:lnTo>
                  <a:lnTo>
                    <a:pt x="2966652" y="156447"/>
                  </a:lnTo>
                  <a:lnTo>
                    <a:pt x="2983226" y="154021"/>
                  </a:lnTo>
                  <a:lnTo>
                    <a:pt x="2999799" y="151588"/>
                  </a:lnTo>
                  <a:lnTo>
                    <a:pt x="3016373" y="149149"/>
                  </a:lnTo>
                  <a:lnTo>
                    <a:pt x="3032946" y="146702"/>
                  </a:lnTo>
                  <a:lnTo>
                    <a:pt x="3049520" y="144250"/>
                  </a:lnTo>
                  <a:lnTo>
                    <a:pt x="3066093" y="141791"/>
                  </a:lnTo>
                  <a:lnTo>
                    <a:pt x="3082667" y="139325"/>
                  </a:lnTo>
                  <a:lnTo>
                    <a:pt x="3099240" y="136853"/>
                  </a:lnTo>
                  <a:lnTo>
                    <a:pt x="3115813" y="134374"/>
                  </a:lnTo>
                  <a:lnTo>
                    <a:pt x="3132387" y="131889"/>
                  </a:lnTo>
                  <a:lnTo>
                    <a:pt x="3148960" y="129397"/>
                  </a:lnTo>
                  <a:lnTo>
                    <a:pt x="3165534" y="126899"/>
                  </a:lnTo>
                  <a:lnTo>
                    <a:pt x="3182107" y="124395"/>
                  </a:lnTo>
                  <a:lnTo>
                    <a:pt x="3198681" y="121884"/>
                  </a:lnTo>
                  <a:lnTo>
                    <a:pt x="3215254" y="119367"/>
                  </a:lnTo>
                  <a:lnTo>
                    <a:pt x="3231828" y="116844"/>
                  </a:lnTo>
                  <a:lnTo>
                    <a:pt x="3248401" y="114314"/>
                  </a:lnTo>
                  <a:lnTo>
                    <a:pt x="3264975" y="111779"/>
                  </a:lnTo>
                  <a:lnTo>
                    <a:pt x="3281548" y="109236"/>
                  </a:lnTo>
                  <a:lnTo>
                    <a:pt x="3298122" y="106688"/>
                  </a:lnTo>
                  <a:lnTo>
                    <a:pt x="3314695" y="104134"/>
                  </a:lnTo>
                  <a:lnTo>
                    <a:pt x="3331269" y="101573"/>
                  </a:lnTo>
                  <a:lnTo>
                    <a:pt x="3347842" y="99007"/>
                  </a:lnTo>
                  <a:lnTo>
                    <a:pt x="3364416" y="96434"/>
                  </a:lnTo>
                  <a:lnTo>
                    <a:pt x="3380989" y="93855"/>
                  </a:lnTo>
                  <a:lnTo>
                    <a:pt x="3397563" y="91270"/>
                  </a:lnTo>
                  <a:lnTo>
                    <a:pt x="3414136" y="88679"/>
                  </a:lnTo>
                  <a:lnTo>
                    <a:pt x="3430710" y="86082"/>
                  </a:lnTo>
                  <a:lnTo>
                    <a:pt x="3447283" y="83479"/>
                  </a:lnTo>
                  <a:lnTo>
                    <a:pt x="3463857" y="80871"/>
                  </a:lnTo>
                  <a:lnTo>
                    <a:pt x="3480430" y="78256"/>
                  </a:lnTo>
                  <a:lnTo>
                    <a:pt x="3497003" y="75636"/>
                  </a:lnTo>
                  <a:lnTo>
                    <a:pt x="3513577" y="73009"/>
                  </a:lnTo>
                  <a:lnTo>
                    <a:pt x="3530150" y="70377"/>
                  </a:lnTo>
                  <a:lnTo>
                    <a:pt x="3546724" y="67739"/>
                  </a:lnTo>
                  <a:lnTo>
                    <a:pt x="3563297" y="65095"/>
                  </a:lnTo>
                  <a:lnTo>
                    <a:pt x="3579871" y="62446"/>
                  </a:lnTo>
                  <a:lnTo>
                    <a:pt x="3596444" y="59791"/>
                  </a:lnTo>
                  <a:lnTo>
                    <a:pt x="3613018" y="57130"/>
                  </a:lnTo>
                  <a:lnTo>
                    <a:pt x="3629591" y="54464"/>
                  </a:lnTo>
                  <a:lnTo>
                    <a:pt x="3646165" y="51792"/>
                  </a:lnTo>
                  <a:lnTo>
                    <a:pt x="3662738" y="49114"/>
                  </a:lnTo>
                  <a:lnTo>
                    <a:pt x="3679312" y="46431"/>
                  </a:lnTo>
                  <a:lnTo>
                    <a:pt x="3695885" y="43742"/>
                  </a:lnTo>
                  <a:lnTo>
                    <a:pt x="3712459" y="41048"/>
                  </a:lnTo>
                  <a:lnTo>
                    <a:pt x="3729032" y="38348"/>
                  </a:lnTo>
                  <a:lnTo>
                    <a:pt x="3745606" y="35643"/>
                  </a:lnTo>
                  <a:lnTo>
                    <a:pt x="3762179" y="32933"/>
                  </a:lnTo>
                  <a:lnTo>
                    <a:pt x="3778753" y="30217"/>
                  </a:lnTo>
                  <a:lnTo>
                    <a:pt x="3795326" y="27496"/>
                  </a:lnTo>
                  <a:lnTo>
                    <a:pt x="3811900" y="24770"/>
                  </a:lnTo>
                  <a:lnTo>
                    <a:pt x="3828473" y="22038"/>
                  </a:lnTo>
                  <a:lnTo>
                    <a:pt x="3845047" y="19301"/>
                  </a:lnTo>
                  <a:lnTo>
                    <a:pt x="3861620" y="16559"/>
                  </a:lnTo>
                  <a:lnTo>
                    <a:pt x="3878193" y="13812"/>
                  </a:lnTo>
                  <a:lnTo>
                    <a:pt x="3894767" y="11060"/>
                  </a:lnTo>
                  <a:lnTo>
                    <a:pt x="3911340" y="8302"/>
                  </a:lnTo>
                  <a:lnTo>
                    <a:pt x="3927914" y="5540"/>
                  </a:lnTo>
                  <a:lnTo>
                    <a:pt x="3944487" y="2772"/>
                  </a:lnTo>
                  <a:lnTo>
                    <a:pt x="3961061" y="0"/>
                  </a:lnTo>
                </a:path>
              </a:pathLst>
            </a:custGeom>
            <a:ln w="28456" cap="flat">
              <a:solidFill>
                <a:srgbClr val="F05A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1346581" y="4263355"/>
              <a:ext cx="3961061" cy="472840"/>
            </a:xfrm>
            <a:custGeom>
              <a:avLst/>
              <a:pathLst>
                <a:path w="3961061" h="472840">
                  <a:moveTo>
                    <a:pt x="0" y="472840"/>
                  </a:moveTo>
                  <a:lnTo>
                    <a:pt x="16573" y="471733"/>
                  </a:lnTo>
                  <a:lnTo>
                    <a:pt x="33146" y="470618"/>
                  </a:lnTo>
                  <a:lnTo>
                    <a:pt x="49720" y="469496"/>
                  </a:lnTo>
                  <a:lnTo>
                    <a:pt x="66293" y="468367"/>
                  </a:lnTo>
                  <a:lnTo>
                    <a:pt x="82867" y="467231"/>
                  </a:lnTo>
                  <a:lnTo>
                    <a:pt x="99440" y="466088"/>
                  </a:lnTo>
                  <a:lnTo>
                    <a:pt x="116014" y="464938"/>
                  </a:lnTo>
                  <a:lnTo>
                    <a:pt x="132587" y="463780"/>
                  </a:lnTo>
                  <a:lnTo>
                    <a:pt x="149161" y="462616"/>
                  </a:lnTo>
                  <a:lnTo>
                    <a:pt x="165734" y="461445"/>
                  </a:lnTo>
                  <a:lnTo>
                    <a:pt x="182308" y="460266"/>
                  </a:lnTo>
                  <a:lnTo>
                    <a:pt x="198881" y="459080"/>
                  </a:lnTo>
                  <a:lnTo>
                    <a:pt x="215455" y="457888"/>
                  </a:lnTo>
                  <a:lnTo>
                    <a:pt x="232028" y="456688"/>
                  </a:lnTo>
                  <a:lnTo>
                    <a:pt x="248602" y="455480"/>
                  </a:lnTo>
                  <a:lnTo>
                    <a:pt x="265175" y="454266"/>
                  </a:lnTo>
                  <a:lnTo>
                    <a:pt x="281749" y="453044"/>
                  </a:lnTo>
                  <a:lnTo>
                    <a:pt x="298322" y="451816"/>
                  </a:lnTo>
                  <a:lnTo>
                    <a:pt x="314896" y="450579"/>
                  </a:lnTo>
                  <a:lnTo>
                    <a:pt x="331469" y="449336"/>
                  </a:lnTo>
                  <a:lnTo>
                    <a:pt x="348043" y="448086"/>
                  </a:lnTo>
                  <a:lnTo>
                    <a:pt x="364616" y="446828"/>
                  </a:lnTo>
                  <a:lnTo>
                    <a:pt x="381190" y="445563"/>
                  </a:lnTo>
                  <a:lnTo>
                    <a:pt x="397763" y="444291"/>
                  </a:lnTo>
                  <a:lnTo>
                    <a:pt x="414336" y="443011"/>
                  </a:lnTo>
                  <a:lnTo>
                    <a:pt x="430910" y="441724"/>
                  </a:lnTo>
                  <a:lnTo>
                    <a:pt x="447483" y="440430"/>
                  </a:lnTo>
                  <a:lnTo>
                    <a:pt x="464057" y="439128"/>
                  </a:lnTo>
                  <a:lnTo>
                    <a:pt x="480630" y="437820"/>
                  </a:lnTo>
                  <a:lnTo>
                    <a:pt x="497204" y="436503"/>
                  </a:lnTo>
                  <a:lnTo>
                    <a:pt x="513777" y="435180"/>
                  </a:lnTo>
                  <a:lnTo>
                    <a:pt x="530351" y="433849"/>
                  </a:lnTo>
                  <a:lnTo>
                    <a:pt x="546924" y="432511"/>
                  </a:lnTo>
                  <a:lnTo>
                    <a:pt x="563498" y="431165"/>
                  </a:lnTo>
                  <a:lnTo>
                    <a:pt x="580071" y="429812"/>
                  </a:lnTo>
                  <a:lnTo>
                    <a:pt x="596645" y="428452"/>
                  </a:lnTo>
                  <a:lnTo>
                    <a:pt x="613218" y="427084"/>
                  </a:lnTo>
                  <a:lnTo>
                    <a:pt x="629792" y="425708"/>
                  </a:lnTo>
                  <a:lnTo>
                    <a:pt x="646365" y="424326"/>
                  </a:lnTo>
                  <a:lnTo>
                    <a:pt x="662939" y="422936"/>
                  </a:lnTo>
                  <a:lnTo>
                    <a:pt x="679512" y="421538"/>
                  </a:lnTo>
                  <a:lnTo>
                    <a:pt x="696086" y="420133"/>
                  </a:lnTo>
                  <a:lnTo>
                    <a:pt x="712659" y="418721"/>
                  </a:lnTo>
                  <a:lnTo>
                    <a:pt x="729233" y="417301"/>
                  </a:lnTo>
                  <a:lnTo>
                    <a:pt x="745806" y="415873"/>
                  </a:lnTo>
                  <a:lnTo>
                    <a:pt x="762380" y="414438"/>
                  </a:lnTo>
                  <a:lnTo>
                    <a:pt x="778953" y="412996"/>
                  </a:lnTo>
                  <a:lnTo>
                    <a:pt x="795526" y="411546"/>
                  </a:lnTo>
                  <a:lnTo>
                    <a:pt x="812100" y="410089"/>
                  </a:lnTo>
                  <a:lnTo>
                    <a:pt x="828673" y="408624"/>
                  </a:lnTo>
                  <a:lnTo>
                    <a:pt x="845247" y="407151"/>
                  </a:lnTo>
                  <a:lnTo>
                    <a:pt x="861820" y="405671"/>
                  </a:lnTo>
                  <a:lnTo>
                    <a:pt x="878394" y="404184"/>
                  </a:lnTo>
                  <a:lnTo>
                    <a:pt x="894967" y="402689"/>
                  </a:lnTo>
                  <a:lnTo>
                    <a:pt x="911541" y="401186"/>
                  </a:lnTo>
                  <a:lnTo>
                    <a:pt x="928114" y="399676"/>
                  </a:lnTo>
                  <a:lnTo>
                    <a:pt x="944688" y="398159"/>
                  </a:lnTo>
                  <a:lnTo>
                    <a:pt x="961261" y="396633"/>
                  </a:lnTo>
                  <a:lnTo>
                    <a:pt x="977835" y="395101"/>
                  </a:lnTo>
                  <a:lnTo>
                    <a:pt x="994408" y="393560"/>
                  </a:lnTo>
                  <a:lnTo>
                    <a:pt x="1010982" y="392012"/>
                  </a:lnTo>
                  <a:lnTo>
                    <a:pt x="1027555" y="390457"/>
                  </a:lnTo>
                  <a:lnTo>
                    <a:pt x="1044129" y="388894"/>
                  </a:lnTo>
                  <a:lnTo>
                    <a:pt x="1060702" y="387323"/>
                  </a:lnTo>
                  <a:lnTo>
                    <a:pt x="1077276" y="385745"/>
                  </a:lnTo>
                  <a:lnTo>
                    <a:pt x="1093849" y="384159"/>
                  </a:lnTo>
                  <a:lnTo>
                    <a:pt x="1110423" y="382566"/>
                  </a:lnTo>
                  <a:lnTo>
                    <a:pt x="1126996" y="380965"/>
                  </a:lnTo>
                  <a:lnTo>
                    <a:pt x="1143570" y="379356"/>
                  </a:lnTo>
                  <a:lnTo>
                    <a:pt x="1160143" y="377740"/>
                  </a:lnTo>
                  <a:lnTo>
                    <a:pt x="1176716" y="376116"/>
                  </a:lnTo>
                  <a:lnTo>
                    <a:pt x="1193290" y="374484"/>
                  </a:lnTo>
                  <a:lnTo>
                    <a:pt x="1209863" y="372845"/>
                  </a:lnTo>
                  <a:lnTo>
                    <a:pt x="1226437" y="371198"/>
                  </a:lnTo>
                  <a:lnTo>
                    <a:pt x="1243010" y="369544"/>
                  </a:lnTo>
                  <a:lnTo>
                    <a:pt x="1259584" y="367882"/>
                  </a:lnTo>
                  <a:lnTo>
                    <a:pt x="1276157" y="366212"/>
                  </a:lnTo>
                  <a:lnTo>
                    <a:pt x="1292731" y="364535"/>
                  </a:lnTo>
                  <a:lnTo>
                    <a:pt x="1309304" y="362850"/>
                  </a:lnTo>
                  <a:lnTo>
                    <a:pt x="1325878" y="361157"/>
                  </a:lnTo>
                  <a:lnTo>
                    <a:pt x="1342451" y="359457"/>
                  </a:lnTo>
                  <a:lnTo>
                    <a:pt x="1359025" y="357749"/>
                  </a:lnTo>
                  <a:lnTo>
                    <a:pt x="1375598" y="356033"/>
                  </a:lnTo>
                  <a:lnTo>
                    <a:pt x="1392172" y="354310"/>
                  </a:lnTo>
                  <a:lnTo>
                    <a:pt x="1408745" y="352580"/>
                  </a:lnTo>
                  <a:lnTo>
                    <a:pt x="1425319" y="350841"/>
                  </a:lnTo>
                  <a:lnTo>
                    <a:pt x="1441892" y="349095"/>
                  </a:lnTo>
                  <a:lnTo>
                    <a:pt x="1458466" y="347341"/>
                  </a:lnTo>
                  <a:lnTo>
                    <a:pt x="1475039" y="345580"/>
                  </a:lnTo>
                  <a:lnTo>
                    <a:pt x="1491613" y="343811"/>
                  </a:lnTo>
                  <a:lnTo>
                    <a:pt x="1508186" y="342034"/>
                  </a:lnTo>
                  <a:lnTo>
                    <a:pt x="1524760" y="340250"/>
                  </a:lnTo>
                  <a:lnTo>
                    <a:pt x="1541333" y="338458"/>
                  </a:lnTo>
                  <a:lnTo>
                    <a:pt x="1557906" y="336658"/>
                  </a:lnTo>
                  <a:lnTo>
                    <a:pt x="1574480" y="334851"/>
                  </a:lnTo>
                  <a:lnTo>
                    <a:pt x="1591053" y="333036"/>
                  </a:lnTo>
                  <a:lnTo>
                    <a:pt x="1607627" y="331214"/>
                  </a:lnTo>
                  <a:lnTo>
                    <a:pt x="1624200" y="329384"/>
                  </a:lnTo>
                  <a:lnTo>
                    <a:pt x="1640774" y="327546"/>
                  </a:lnTo>
                  <a:lnTo>
                    <a:pt x="1657347" y="325701"/>
                  </a:lnTo>
                  <a:lnTo>
                    <a:pt x="1673921" y="323848"/>
                  </a:lnTo>
                  <a:lnTo>
                    <a:pt x="1690494" y="321987"/>
                  </a:lnTo>
                  <a:lnTo>
                    <a:pt x="1707068" y="320119"/>
                  </a:lnTo>
                  <a:lnTo>
                    <a:pt x="1723641" y="318243"/>
                  </a:lnTo>
                  <a:lnTo>
                    <a:pt x="1740215" y="316359"/>
                  </a:lnTo>
                  <a:lnTo>
                    <a:pt x="1756788" y="314468"/>
                  </a:lnTo>
                  <a:lnTo>
                    <a:pt x="1773362" y="312570"/>
                  </a:lnTo>
                  <a:lnTo>
                    <a:pt x="1789935" y="310664"/>
                  </a:lnTo>
                  <a:lnTo>
                    <a:pt x="1806509" y="308750"/>
                  </a:lnTo>
                  <a:lnTo>
                    <a:pt x="1823082" y="306828"/>
                  </a:lnTo>
                  <a:lnTo>
                    <a:pt x="1839656" y="304899"/>
                  </a:lnTo>
                  <a:lnTo>
                    <a:pt x="1856229" y="302963"/>
                  </a:lnTo>
                  <a:lnTo>
                    <a:pt x="1872803" y="301018"/>
                  </a:lnTo>
                  <a:lnTo>
                    <a:pt x="1889376" y="299067"/>
                  </a:lnTo>
                  <a:lnTo>
                    <a:pt x="1905950" y="297107"/>
                  </a:lnTo>
                  <a:lnTo>
                    <a:pt x="1922523" y="295141"/>
                  </a:lnTo>
                  <a:lnTo>
                    <a:pt x="1939096" y="293166"/>
                  </a:lnTo>
                  <a:lnTo>
                    <a:pt x="1955670" y="291184"/>
                  </a:lnTo>
                  <a:lnTo>
                    <a:pt x="1972243" y="289195"/>
                  </a:lnTo>
                  <a:lnTo>
                    <a:pt x="1988817" y="287198"/>
                  </a:lnTo>
                  <a:lnTo>
                    <a:pt x="2005390" y="285193"/>
                  </a:lnTo>
                  <a:lnTo>
                    <a:pt x="2021964" y="283181"/>
                  </a:lnTo>
                  <a:lnTo>
                    <a:pt x="2038537" y="281162"/>
                  </a:lnTo>
                  <a:lnTo>
                    <a:pt x="2055111" y="279135"/>
                  </a:lnTo>
                  <a:lnTo>
                    <a:pt x="2071684" y="277100"/>
                  </a:lnTo>
                  <a:lnTo>
                    <a:pt x="2088258" y="275058"/>
                  </a:lnTo>
                  <a:lnTo>
                    <a:pt x="2104831" y="273009"/>
                  </a:lnTo>
                  <a:lnTo>
                    <a:pt x="2121405" y="270952"/>
                  </a:lnTo>
                  <a:lnTo>
                    <a:pt x="2137978" y="268888"/>
                  </a:lnTo>
                  <a:lnTo>
                    <a:pt x="2154552" y="266816"/>
                  </a:lnTo>
                  <a:lnTo>
                    <a:pt x="2171125" y="264737"/>
                  </a:lnTo>
                  <a:lnTo>
                    <a:pt x="2187699" y="262650"/>
                  </a:lnTo>
                  <a:lnTo>
                    <a:pt x="2204272" y="260556"/>
                  </a:lnTo>
                  <a:lnTo>
                    <a:pt x="2220846" y="258454"/>
                  </a:lnTo>
                  <a:lnTo>
                    <a:pt x="2237419" y="256345"/>
                  </a:lnTo>
                  <a:lnTo>
                    <a:pt x="2253993" y="254229"/>
                  </a:lnTo>
                  <a:lnTo>
                    <a:pt x="2270566" y="252106"/>
                  </a:lnTo>
                  <a:lnTo>
                    <a:pt x="2287140" y="249975"/>
                  </a:lnTo>
                  <a:lnTo>
                    <a:pt x="2303713" y="247836"/>
                  </a:lnTo>
                  <a:lnTo>
                    <a:pt x="2320287" y="245691"/>
                  </a:lnTo>
                  <a:lnTo>
                    <a:pt x="2336860" y="243538"/>
                  </a:lnTo>
                  <a:lnTo>
                    <a:pt x="2353433" y="241378"/>
                  </a:lnTo>
                  <a:lnTo>
                    <a:pt x="2370007" y="239210"/>
                  </a:lnTo>
                  <a:lnTo>
                    <a:pt x="2386580" y="237035"/>
                  </a:lnTo>
                  <a:lnTo>
                    <a:pt x="2403154" y="234853"/>
                  </a:lnTo>
                  <a:lnTo>
                    <a:pt x="2419727" y="232664"/>
                  </a:lnTo>
                  <a:lnTo>
                    <a:pt x="2436301" y="230467"/>
                  </a:lnTo>
                  <a:lnTo>
                    <a:pt x="2452874" y="228263"/>
                  </a:lnTo>
                  <a:lnTo>
                    <a:pt x="2469448" y="226052"/>
                  </a:lnTo>
                  <a:lnTo>
                    <a:pt x="2486021" y="223834"/>
                  </a:lnTo>
                  <a:lnTo>
                    <a:pt x="2502595" y="221609"/>
                  </a:lnTo>
                  <a:lnTo>
                    <a:pt x="2519168" y="219376"/>
                  </a:lnTo>
                  <a:lnTo>
                    <a:pt x="2535742" y="217136"/>
                  </a:lnTo>
                  <a:lnTo>
                    <a:pt x="2552315" y="214889"/>
                  </a:lnTo>
                  <a:lnTo>
                    <a:pt x="2568889" y="212635"/>
                  </a:lnTo>
                  <a:lnTo>
                    <a:pt x="2585462" y="210374"/>
                  </a:lnTo>
                  <a:lnTo>
                    <a:pt x="2602036" y="208106"/>
                  </a:lnTo>
                  <a:lnTo>
                    <a:pt x="2618609" y="205831"/>
                  </a:lnTo>
                  <a:lnTo>
                    <a:pt x="2635183" y="203548"/>
                  </a:lnTo>
                  <a:lnTo>
                    <a:pt x="2651756" y="201259"/>
                  </a:lnTo>
                  <a:lnTo>
                    <a:pt x="2668330" y="198963"/>
                  </a:lnTo>
                  <a:lnTo>
                    <a:pt x="2684903" y="196659"/>
                  </a:lnTo>
                  <a:lnTo>
                    <a:pt x="2701477" y="194349"/>
                  </a:lnTo>
                  <a:lnTo>
                    <a:pt x="2718050" y="192031"/>
                  </a:lnTo>
                  <a:lnTo>
                    <a:pt x="2734623" y="189707"/>
                  </a:lnTo>
                  <a:lnTo>
                    <a:pt x="2751197" y="187376"/>
                  </a:lnTo>
                  <a:lnTo>
                    <a:pt x="2767770" y="185038"/>
                  </a:lnTo>
                  <a:lnTo>
                    <a:pt x="2784344" y="182693"/>
                  </a:lnTo>
                  <a:lnTo>
                    <a:pt x="2800917" y="180341"/>
                  </a:lnTo>
                  <a:lnTo>
                    <a:pt x="2817491" y="177982"/>
                  </a:lnTo>
                  <a:lnTo>
                    <a:pt x="2834064" y="175616"/>
                  </a:lnTo>
                  <a:lnTo>
                    <a:pt x="2850638" y="173244"/>
                  </a:lnTo>
                  <a:lnTo>
                    <a:pt x="2867211" y="170865"/>
                  </a:lnTo>
                  <a:lnTo>
                    <a:pt x="2883785" y="168478"/>
                  </a:lnTo>
                  <a:lnTo>
                    <a:pt x="2900358" y="166086"/>
                  </a:lnTo>
                  <a:lnTo>
                    <a:pt x="2916932" y="163686"/>
                  </a:lnTo>
                  <a:lnTo>
                    <a:pt x="2933505" y="161280"/>
                  </a:lnTo>
                  <a:lnTo>
                    <a:pt x="2950079" y="158867"/>
                  </a:lnTo>
                  <a:lnTo>
                    <a:pt x="2966652" y="156447"/>
                  </a:lnTo>
                  <a:lnTo>
                    <a:pt x="2983226" y="154021"/>
                  </a:lnTo>
                  <a:lnTo>
                    <a:pt x="2999799" y="151588"/>
                  </a:lnTo>
                  <a:lnTo>
                    <a:pt x="3016373" y="149149"/>
                  </a:lnTo>
                  <a:lnTo>
                    <a:pt x="3032946" y="146702"/>
                  </a:lnTo>
                  <a:lnTo>
                    <a:pt x="3049520" y="144250"/>
                  </a:lnTo>
                  <a:lnTo>
                    <a:pt x="3066093" y="141791"/>
                  </a:lnTo>
                  <a:lnTo>
                    <a:pt x="3082667" y="139325"/>
                  </a:lnTo>
                  <a:lnTo>
                    <a:pt x="3099240" y="136853"/>
                  </a:lnTo>
                  <a:lnTo>
                    <a:pt x="3115813" y="134374"/>
                  </a:lnTo>
                  <a:lnTo>
                    <a:pt x="3132387" y="131889"/>
                  </a:lnTo>
                  <a:lnTo>
                    <a:pt x="3148960" y="129397"/>
                  </a:lnTo>
                  <a:lnTo>
                    <a:pt x="3165534" y="126899"/>
                  </a:lnTo>
                  <a:lnTo>
                    <a:pt x="3182107" y="124395"/>
                  </a:lnTo>
                  <a:lnTo>
                    <a:pt x="3198681" y="121884"/>
                  </a:lnTo>
                  <a:lnTo>
                    <a:pt x="3215254" y="119367"/>
                  </a:lnTo>
                  <a:lnTo>
                    <a:pt x="3231828" y="116844"/>
                  </a:lnTo>
                  <a:lnTo>
                    <a:pt x="3248401" y="114314"/>
                  </a:lnTo>
                  <a:lnTo>
                    <a:pt x="3264975" y="111779"/>
                  </a:lnTo>
                  <a:lnTo>
                    <a:pt x="3281548" y="109236"/>
                  </a:lnTo>
                  <a:lnTo>
                    <a:pt x="3298122" y="106688"/>
                  </a:lnTo>
                  <a:lnTo>
                    <a:pt x="3314695" y="104134"/>
                  </a:lnTo>
                  <a:lnTo>
                    <a:pt x="3331269" y="101573"/>
                  </a:lnTo>
                  <a:lnTo>
                    <a:pt x="3347842" y="99007"/>
                  </a:lnTo>
                  <a:lnTo>
                    <a:pt x="3364416" y="96434"/>
                  </a:lnTo>
                  <a:lnTo>
                    <a:pt x="3380989" y="93855"/>
                  </a:lnTo>
                  <a:lnTo>
                    <a:pt x="3397563" y="91270"/>
                  </a:lnTo>
                  <a:lnTo>
                    <a:pt x="3414136" y="88679"/>
                  </a:lnTo>
                  <a:lnTo>
                    <a:pt x="3430710" y="86082"/>
                  </a:lnTo>
                  <a:lnTo>
                    <a:pt x="3447283" y="83479"/>
                  </a:lnTo>
                  <a:lnTo>
                    <a:pt x="3463857" y="80871"/>
                  </a:lnTo>
                  <a:lnTo>
                    <a:pt x="3480430" y="78256"/>
                  </a:lnTo>
                  <a:lnTo>
                    <a:pt x="3497003" y="75636"/>
                  </a:lnTo>
                  <a:lnTo>
                    <a:pt x="3513577" y="73009"/>
                  </a:lnTo>
                  <a:lnTo>
                    <a:pt x="3530150" y="70377"/>
                  </a:lnTo>
                  <a:lnTo>
                    <a:pt x="3546724" y="67739"/>
                  </a:lnTo>
                  <a:lnTo>
                    <a:pt x="3563297" y="65095"/>
                  </a:lnTo>
                  <a:lnTo>
                    <a:pt x="3579871" y="62446"/>
                  </a:lnTo>
                  <a:lnTo>
                    <a:pt x="3596444" y="59791"/>
                  </a:lnTo>
                  <a:lnTo>
                    <a:pt x="3613018" y="57130"/>
                  </a:lnTo>
                  <a:lnTo>
                    <a:pt x="3629591" y="54464"/>
                  </a:lnTo>
                  <a:lnTo>
                    <a:pt x="3646165" y="51792"/>
                  </a:lnTo>
                  <a:lnTo>
                    <a:pt x="3662738" y="49114"/>
                  </a:lnTo>
                  <a:lnTo>
                    <a:pt x="3679312" y="46431"/>
                  </a:lnTo>
                  <a:lnTo>
                    <a:pt x="3695885" y="43742"/>
                  </a:lnTo>
                  <a:lnTo>
                    <a:pt x="3712459" y="41048"/>
                  </a:lnTo>
                  <a:lnTo>
                    <a:pt x="3729032" y="38348"/>
                  </a:lnTo>
                  <a:lnTo>
                    <a:pt x="3745606" y="35643"/>
                  </a:lnTo>
                  <a:lnTo>
                    <a:pt x="3762179" y="32933"/>
                  </a:lnTo>
                  <a:lnTo>
                    <a:pt x="3778753" y="30217"/>
                  </a:lnTo>
                  <a:lnTo>
                    <a:pt x="3795326" y="27496"/>
                  </a:lnTo>
                  <a:lnTo>
                    <a:pt x="3811900" y="24770"/>
                  </a:lnTo>
                  <a:lnTo>
                    <a:pt x="3828473" y="22038"/>
                  </a:lnTo>
                  <a:lnTo>
                    <a:pt x="3845047" y="19301"/>
                  </a:lnTo>
                  <a:lnTo>
                    <a:pt x="3861620" y="16559"/>
                  </a:lnTo>
                  <a:lnTo>
                    <a:pt x="3878193" y="13812"/>
                  </a:lnTo>
                  <a:lnTo>
                    <a:pt x="3894767" y="11060"/>
                  </a:lnTo>
                  <a:lnTo>
                    <a:pt x="3911340" y="8302"/>
                  </a:lnTo>
                  <a:lnTo>
                    <a:pt x="3927914" y="5540"/>
                  </a:lnTo>
                  <a:lnTo>
                    <a:pt x="3944487" y="2772"/>
                  </a:lnTo>
                  <a:lnTo>
                    <a:pt x="3961061" y="0"/>
                  </a:lnTo>
                </a:path>
              </a:pathLst>
            </a:custGeom>
            <a:ln w="28456" cap="flat">
              <a:solidFill>
                <a:srgbClr val="19B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346581" y="3459374"/>
              <a:ext cx="3961061" cy="1103735"/>
            </a:xfrm>
            <a:custGeom>
              <a:avLst/>
              <a:pathLst>
                <a:path w="3961061" h="1103735">
                  <a:moveTo>
                    <a:pt x="0" y="1103735"/>
                  </a:moveTo>
                  <a:lnTo>
                    <a:pt x="16573" y="1100648"/>
                  </a:lnTo>
                  <a:lnTo>
                    <a:pt x="33146" y="1097550"/>
                  </a:lnTo>
                  <a:lnTo>
                    <a:pt x="49720" y="1094442"/>
                  </a:lnTo>
                  <a:lnTo>
                    <a:pt x="66293" y="1091323"/>
                  </a:lnTo>
                  <a:lnTo>
                    <a:pt x="82867" y="1088193"/>
                  </a:lnTo>
                  <a:lnTo>
                    <a:pt x="99440" y="1085053"/>
                  </a:lnTo>
                  <a:lnTo>
                    <a:pt x="116014" y="1081902"/>
                  </a:lnTo>
                  <a:lnTo>
                    <a:pt x="132587" y="1078740"/>
                  </a:lnTo>
                  <a:lnTo>
                    <a:pt x="149161" y="1075568"/>
                  </a:lnTo>
                  <a:lnTo>
                    <a:pt x="165734" y="1072384"/>
                  </a:lnTo>
                  <a:lnTo>
                    <a:pt x="182308" y="1069190"/>
                  </a:lnTo>
                  <a:lnTo>
                    <a:pt x="198881" y="1065984"/>
                  </a:lnTo>
                  <a:lnTo>
                    <a:pt x="215455" y="1062768"/>
                  </a:lnTo>
                  <a:lnTo>
                    <a:pt x="232028" y="1059540"/>
                  </a:lnTo>
                  <a:lnTo>
                    <a:pt x="248602" y="1056301"/>
                  </a:lnTo>
                  <a:lnTo>
                    <a:pt x="265175" y="1053051"/>
                  </a:lnTo>
                  <a:lnTo>
                    <a:pt x="281749" y="1049790"/>
                  </a:lnTo>
                  <a:lnTo>
                    <a:pt x="298322" y="1046518"/>
                  </a:lnTo>
                  <a:lnTo>
                    <a:pt x="314896" y="1043234"/>
                  </a:lnTo>
                  <a:lnTo>
                    <a:pt x="331469" y="1039938"/>
                  </a:lnTo>
                  <a:lnTo>
                    <a:pt x="348043" y="1036632"/>
                  </a:lnTo>
                  <a:lnTo>
                    <a:pt x="364616" y="1033313"/>
                  </a:lnTo>
                  <a:lnTo>
                    <a:pt x="381190" y="1029983"/>
                  </a:lnTo>
                  <a:lnTo>
                    <a:pt x="397763" y="1026642"/>
                  </a:lnTo>
                  <a:lnTo>
                    <a:pt x="414336" y="1023288"/>
                  </a:lnTo>
                  <a:lnTo>
                    <a:pt x="430910" y="1019923"/>
                  </a:lnTo>
                  <a:lnTo>
                    <a:pt x="447483" y="1016547"/>
                  </a:lnTo>
                  <a:lnTo>
                    <a:pt x="464057" y="1013158"/>
                  </a:lnTo>
                  <a:lnTo>
                    <a:pt x="480630" y="1009757"/>
                  </a:lnTo>
                  <a:lnTo>
                    <a:pt x="497204" y="1006345"/>
                  </a:lnTo>
                  <a:lnTo>
                    <a:pt x="513777" y="1002920"/>
                  </a:lnTo>
                  <a:lnTo>
                    <a:pt x="530351" y="999483"/>
                  </a:lnTo>
                  <a:lnTo>
                    <a:pt x="546924" y="996035"/>
                  </a:lnTo>
                  <a:lnTo>
                    <a:pt x="563498" y="992574"/>
                  </a:lnTo>
                  <a:lnTo>
                    <a:pt x="580071" y="989100"/>
                  </a:lnTo>
                  <a:lnTo>
                    <a:pt x="596645" y="985615"/>
                  </a:lnTo>
                  <a:lnTo>
                    <a:pt x="613218" y="982117"/>
                  </a:lnTo>
                  <a:lnTo>
                    <a:pt x="629792" y="978606"/>
                  </a:lnTo>
                  <a:lnTo>
                    <a:pt x="646365" y="975083"/>
                  </a:lnTo>
                  <a:lnTo>
                    <a:pt x="662939" y="971548"/>
                  </a:lnTo>
                  <a:lnTo>
                    <a:pt x="679512" y="968000"/>
                  </a:lnTo>
                  <a:lnTo>
                    <a:pt x="696086" y="964439"/>
                  </a:lnTo>
                  <a:lnTo>
                    <a:pt x="712659" y="960865"/>
                  </a:lnTo>
                  <a:lnTo>
                    <a:pt x="729233" y="957279"/>
                  </a:lnTo>
                  <a:lnTo>
                    <a:pt x="745806" y="953680"/>
                  </a:lnTo>
                  <a:lnTo>
                    <a:pt x="762380" y="950068"/>
                  </a:lnTo>
                  <a:lnTo>
                    <a:pt x="778953" y="946443"/>
                  </a:lnTo>
                  <a:lnTo>
                    <a:pt x="795526" y="942805"/>
                  </a:lnTo>
                  <a:lnTo>
                    <a:pt x="812100" y="939154"/>
                  </a:lnTo>
                  <a:lnTo>
                    <a:pt x="828673" y="935490"/>
                  </a:lnTo>
                  <a:lnTo>
                    <a:pt x="845247" y="931812"/>
                  </a:lnTo>
                  <a:lnTo>
                    <a:pt x="861820" y="928121"/>
                  </a:lnTo>
                  <a:lnTo>
                    <a:pt x="878394" y="924417"/>
                  </a:lnTo>
                  <a:lnTo>
                    <a:pt x="894967" y="920700"/>
                  </a:lnTo>
                  <a:lnTo>
                    <a:pt x="911541" y="916969"/>
                  </a:lnTo>
                  <a:lnTo>
                    <a:pt x="928114" y="913225"/>
                  </a:lnTo>
                  <a:lnTo>
                    <a:pt x="944688" y="909467"/>
                  </a:lnTo>
                  <a:lnTo>
                    <a:pt x="961261" y="905696"/>
                  </a:lnTo>
                  <a:lnTo>
                    <a:pt x="977835" y="901911"/>
                  </a:lnTo>
                  <a:lnTo>
                    <a:pt x="994408" y="898112"/>
                  </a:lnTo>
                  <a:lnTo>
                    <a:pt x="1010982" y="894300"/>
                  </a:lnTo>
                  <a:lnTo>
                    <a:pt x="1027555" y="890473"/>
                  </a:lnTo>
                  <a:lnTo>
                    <a:pt x="1044129" y="886633"/>
                  </a:lnTo>
                  <a:lnTo>
                    <a:pt x="1060702" y="882779"/>
                  </a:lnTo>
                  <a:lnTo>
                    <a:pt x="1077276" y="878911"/>
                  </a:lnTo>
                  <a:lnTo>
                    <a:pt x="1093849" y="875029"/>
                  </a:lnTo>
                  <a:lnTo>
                    <a:pt x="1110423" y="871132"/>
                  </a:lnTo>
                  <a:lnTo>
                    <a:pt x="1126996" y="867222"/>
                  </a:lnTo>
                  <a:lnTo>
                    <a:pt x="1143570" y="863297"/>
                  </a:lnTo>
                  <a:lnTo>
                    <a:pt x="1160143" y="859358"/>
                  </a:lnTo>
                  <a:lnTo>
                    <a:pt x="1176716" y="855405"/>
                  </a:lnTo>
                  <a:lnTo>
                    <a:pt x="1193290" y="851437"/>
                  </a:lnTo>
                  <a:lnTo>
                    <a:pt x="1209863" y="847455"/>
                  </a:lnTo>
                  <a:lnTo>
                    <a:pt x="1226437" y="843459"/>
                  </a:lnTo>
                  <a:lnTo>
                    <a:pt x="1243010" y="839448"/>
                  </a:lnTo>
                  <a:lnTo>
                    <a:pt x="1259584" y="835422"/>
                  </a:lnTo>
                  <a:lnTo>
                    <a:pt x="1276157" y="831382"/>
                  </a:lnTo>
                  <a:lnTo>
                    <a:pt x="1292731" y="827327"/>
                  </a:lnTo>
                  <a:lnTo>
                    <a:pt x="1309304" y="823257"/>
                  </a:lnTo>
                  <a:lnTo>
                    <a:pt x="1325878" y="819173"/>
                  </a:lnTo>
                  <a:lnTo>
                    <a:pt x="1342451" y="815074"/>
                  </a:lnTo>
                  <a:lnTo>
                    <a:pt x="1359025" y="810960"/>
                  </a:lnTo>
                  <a:lnTo>
                    <a:pt x="1375598" y="806831"/>
                  </a:lnTo>
                  <a:lnTo>
                    <a:pt x="1392172" y="802687"/>
                  </a:lnTo>
                  <a:lnTo>
                    <a:pt x="1408745" y="798528"/>
                  </a:lnTo>
                  <a:lnTo>
                    <a:pt x="1425319" y="794354"/>
                  </a:lnTo>
                  <a:lnTo>
                    <a:pt x="1441892" y="790165"/>
                  </a:lnTo>
                  <a:lnTo>
                    <a:pt x="1458466" y="785961"/>
                  </a:lnTo>
                  <a:lnTo>
                    <a:pt x="1475039" y="781741"/>
                  </a:lnTo>
                  <a:lnTo>
                    <a:pt x="1491613" y="777507"/>
                  </a:lnTo>
                  <a:lnTo>
                    <a:pt x="1508186" y="773257"/>
                  </a:lnTo>
                  <a:lnTo>
                    <a:pt x="1524760" y="768992"/>
                  </a:lnTo>
                  <a:lnTo>
                    <a:pt x="1541333" y="764712"/>
                  </a:lnTo>
                  <a:lnTo>
                    <a:pt x="1557906" y="760416"/>
                  </a:lnTo>
                  <a:lnTo>
                    <a:pt x="1574480" y="756105"/>
                  </a:lnTo>
                  <a:lnTo>
                    <a:pt x="1591053" y="751779"/>
                  </a:lnTo>
                  <a:lnTo>
                    <a:pt x="1607627" y="747437"/>
                  </a:lnTo>
                  <a:lnTo>
                    <a:pt x="1624200" y="743080"/>
                  </a:lnTo>
                  <a:lnTo>
                    <a:pt x="1640774" y="738707"/>
                  </a:lnTo>
                  <a:lnTo>
                    <a:pt x="1657347" y="734319"/>
                  </a:lnTo>
                  <a:lnTo>
                    <a:pt x="1673921" y="729915"/>
                  </a:lnTo>
                  <a:lnTo>
                    <a:pt x="1690494" y="725496"/>
                  </a:lnTo>
                  <a:lnTo>
                    <a:pt x="1707068" y="721061"/>
                  </a:lnTo>
                  <a:lnTo>
                    <a:pt x="1723641" y="716610"/>
                  </a:lnTo>
                  <a:lnTo>
                    <a:pt x="1740215" y="712144"/>
                  </a:lnTo>
                  <a:lnTo>
                    <a:pt x="1756788" y="707662"/>
                  </a:lnTo>
                  <a:lnTo>
                    <a:pt x="1773362" y="703165"/>
                  </a:lnTo>
                  <a:lnTo>
                    <a:pt x="1789935" y="698652"/>
                  </a:lnTo>
                  <a:lnTo>
                    <a:pt x="1806509" y="694124"/>
                  </a:lnTo>
                  <a:lnTo>
                    <a:pt x="1823082" y="689579"/>
                  </a:lnTo>
                  <a:lnTo>
                    <a:pt x="1839656" y="685019"/>
                  </a:lnTo>
                  <a:lnTo>
                    <a:pt x="1856229" y="680444"/>
                  </a:lnTo>
                  <a:lnTo>
                    <a:pt x="1872803" y="675853"/>
                  </a:lnTo>
                  <a:lnTo>
                    <a:pt x="1889376" y="671246"/>
                  </a:lnTo>
                  <a:lnTo>
                    <a:pt x="1905950" y="666623"/>
                  </a:lnTo>
                  <a:lnTo>
                    <a:pt x="1922523" y="661985"/>
                  </a:lnTo>
                  <a:lnTo>
                    <a:pt x="1939096" y="657331"/>
                  </a:lnTo>
                  <a:lnTo>
                    <a:pt x="1955670" y="652662"/>
                  </a:lnTo>
                  <a:lnTo>
                    <a:pt x="1972243" y="647976"/>
                  </a:lnTo>
                  <a:lnTo>
                    <a:pt x="1988817" y="643276"/>
                  </a:lnTo>
                  <a:lnTo>
                    <a:pt x="2005390" y="638559"/>
                  </a:lnTo>
                  <a:lnTo>
                    <a:pt x="2021964" y="633828"/>
                  </a:lnTo>
                  <a:lnTo>
                    <a:pt x="2038537" y="629080"/>
                  </a:lnTo>
                  <a:lnTo>
                    <a:pt x="2055111" y="624317"/>
                  </a:lnTo>
                  <a:lnTo>
                    <a:pt x="2071684" y="619539"/>
                  </a:lnTo>
                  <a:lnTo>
                    <a:pt x="2088258" y="614745"/>
                  </a:lnTo>
                  <a:lnTo>
                    <a:pt x="2104831" y="609936"/>
                  </a:lnTo>
                  <a:lnTo>
                    <a:pt x="2121405" y="605111"/>
                  </a:lnTo>
                  <a:lnTo>
                    <a:pt x="2137978" y="600271"/>
                  </a:lnTo>
                  <a:lnTo>
                    <a:pt x="2154552" y="595415"/>
                  </a:lnTo>
                  <a:lnTo>
                    <a:pt x="2171125" y="590545"/>
                  </a:lnTo>
                  <a:lnTo>
                    <a:pt x="2187699" y="585659"/>
                  </a:lnTo>
                  <a:lnTo>
                    <a:pt x="2204272" y="580758"/>
                  </a:lnTo>
                  <a:lnTo>
                    <a:pt x="2220846" y="575842"/>
                  </a:lnTo>
                  <a:lnTo>
                    <a:pt x="2237419" y="570910"/>
                  </a:lnTo>
                  <a:lnTo>
                    <a:pt x="2253993" y="565964"/>
                  </a:lnTo>
                  <a:lnTo>
                    <a:pt x="2270566" y="561003"/>
                  </a:lnTo>
                  <a:lnTo>
                    <a:pt x="2287140" y="556027"/>
                  </a:lnTo>
                  <a:lnTo>
                    <a:pt x="2303713" y="551036"/>
                  </a:lnTo>
                  <a:lnTo>
                    <a:pt x="2320287" y="546030"/>
                  </a:lnTo>
                  <a:lnTo>
                    <a:pt x="2336860" y="541010"/>
                  </a:lnTo>
                  <a:lnTo>
                    <a:pt x="2353433" y="535975"/>
                  </a:lnTo>
                  <a:lnTo>
                    <a:pt x="2370007" y="530925"/>
                  </a:lnTo>
                  <a:lnTo>
                    <a:pt x="2386580" y="525862"/>
                  </a:lnTo>
                  <a:lnTo>
                    <a:pt x="2403154" y="520783"/>
                  </a:lnTo>
                  <a:lnTo>
                    <a:pt x="2419727" y="515691"/>
                  </a:lnTo>
                  <a:lnTo>
                    <a:pt x="2436301" y="510584"/>
                  </a:lnTo>
                  <a:lnTo>
                    <a:pt x="2452874" y="505463"/>
                  </a:lnTo>
                  <a:lnTo>
                    <a:pt x="2469448" y="500328"/>
                  </a:lnTo>
                  <a:lnTo>
                    <a:pt x="2486021" y="495180"/>
                  </a:lnTo>
                  <a:lnTo>
                    <a:pt x="2502595" y="490017"/>
                  </a:lnTo>
                  <a:lnTo>
                    <a:pt x="2519168" y="484841"/>
                  </a:lnTo>
                  <a:lnTo>
                    <a:pt x="2535742" y="479652"/>
                  </a:lnTo>
                  <a:lnTo>
                    <a:pt x="2552315" y="474448"/>
                  </a:lnTo>
                  <a:lnTo>
                    <a:pt x="2568889" y="469232"/>
                  </a:lnTo>
                  <a:lnTo>
                    <a:pt x="2585462" y="464002"/>
                  </a:lnTo>
                  <a:lnTo>
                    <a:pt x="2602036" y="458759"/>
                  </a:lnTo>
                  <a:lnTo>
                    <a:pt x="2618609" y="453504"/>
                  </a:lnTo>
                  <a:lnTo>
                    <a:pt x="2635183" y="448235"/>
                  </a:lnTo>
                  <a:lnTo>
                    <a:pt x="2651756" y="442953"/>
                  </a:lnTo>
                  <a:lnTo>
                    <a:pt x="2668330" y="437659"/>
                  </a:lnTo>
                  <a:lnTo>
                    <a:pt x="2684903" y="432353"/>
                  </a:lnTo>
                  <a:lnTo>
                    <a:pt x="2701477" y="427034"/>
                  </a:lnTo>
                  <a:lnTo>
                    <a:pt x="2718050" y="421703"/>
                  </a:lnTo>
                  <a:lnTo>
                    <a:pt x="2734623" y="416360"/>
                  </a:lnTo>
                  <a:lnTo>
                    <a:pt x="2751197" y="411006"/>
                  </a:lnTo>
                  <a:lnTo>
                    <a:pt x="2767770" y="405639"/>
                  </a:lnTo>
                  <a:lnTo>
                    <a:pt x="2784344" y="400261"/>
                  </a:lnTo>
                  <a:lnTo>
                    <a:pt x="2800917" y="394871"/>
                  </a:lnTo>
                  <a:lnTo>
                    <a:pt x="2817491" y="389470"/>
                  </a:lnTo>
                  <a:lnTo>
                    <a:pt x="2834064" y="384058"/>
                  </a:lnTo>
                  <a:lnTo>
                    <a:pt x="2850638" y="378635"/>
                  </a:lnTo>
                  <a:lnTo>
                    <a:pt x="2867211" y="373201"/>
                  </a:lnTo>
                  <a:lnTo>
                    <a:pt x="2883785" y="367757"/>
                  </a:lnTo>
                  <a:lnTo>
                    <a:pt x="2900358" y="362302"/>
                  </a:lnTo>
                  <a:lnTo>
                    <a:pt x="2916932" y="356837"/>
                  </a:lnTo>
                  <a:lnTo>
                    <a:pt x="2933505" y="351362"/>
                  </a:lnTo>
                  <a:lnTo>
                    <a:pt x="2950079" y="345876"/>
                  </a:lnTo>
                  <a:lnTo>
                    <a:pt x="2966652" y="340381"/>
                  </a:lnTo>
                  <a:lnTo>
                    <a:pt x="2983226" y="334877"/>
                  </a:lnTo>
                  <a:lnTo>
                    <a:pt x="2999799" y="329362"/>
                  </a:lnTo>
                  <a:lnTo>
                    <a:pt x="3016373" y="323839"/>
                  </a:lnTo>
                  <a:lnTo>
                    <a:pt x="3032946" y="318307"/>
                  </a:lnTo>
                  <a:lnTo>
                    <a:pt x="3049520" y="312765"/>
                  </a:lnTo>
                  <a:lnTo>
                    <a:pt x="3066093" y="307216"/>
                  </a:lnTo>
                  <a:lnTo>
                    <a:pt x="3082667" y="301657"/>
                  </a:lnTo>
                  <a:lnTo>
                    <a:pt x="3099240" y="296090"/>
                  </a:lnTo>
                  <a:lnTo>
                    <a:pt x="3115813" y="290515"/>
                  </a:lnTo>
                  <a:lnTo>
                    <a:pt x="3132387" y="284933"/>
                  </a:lnTo>
                  <a:lnTo>
                    <a:pt x="3148960" y="279342"/>
                  </a:lnTo>
                  <a:lnTo>
                    <a:pt x="3165534" y="273744"/>
                  </a:lnTo>
                  <a:lnTo>
                    <a:pt x="3182107" y="268139"/>
                  </a:lnTo>
                  <a:lnTo>
                    <a:pt x="3198681" y="262526"/>
                  </a:lnTo>
                  <a:lnTo>
                    <a:pt x="3215254" y="256906"/>
                  </a:lnTo>
                  <a:lnTo>
                    <a:pt x="3231828" y="251280"/>
                  </a:lnTo>
                  <a:lnTo>
                    <a:pt x="3248401" y="245647"/>
                  </a:lnTo>
                  <a:lnTo>
                    <a:pt x="3264975" y="240008"/>
                  </a:lnTo>
                  <a:lnTo>
                    <a:pt x="3281548" y="234362"/>
                  </a:lnTo>
                  <a:lnTo>
                    <a:pt x="3298122" y="228711"/>
                  </a:lnTo>
                  <a:lnTo>
                    <a:pt x="3314695" y="223054"/>
                  </a:lnTo>
                  <a:lnTo>
                    <a:pt x="3331269" y="217391"/>
                  </a:lnTo>
                  <a:lnTo>
                    <a:pt x="3347842" y="211723"/>
                  </a:lnTo>
                  <a:lnTo>
                    <a:pt x="3364416" y="206049"/>
                  </a:lnTo>
                  <a:lnTo>
                    <a:pt x="3380989" y="200371"/>
                  </a:lnTo>
                  <a:lnTo>
                    <a:pt x="3397563" y="194688"/>
                  </a:lnTo>
                  <a:lnTo>
                    <a:pt x="3414136" y="189000"/>
                  </a:lnTo>
                  <a:lnTo>
                    <a:pt x="3430710" y="183308"/>
                  </a:lnTo>
                  <a:lnTo>
                    <a:pt x="3447283" y="177612"/>
                  </a:lnTo>
                  <a:lnTo>
                    <a:pt x="3463857" y="171911"/>
                  </a:lnTo>
                  <a:lnTo>
                    <a:pt x="3480430" y="166207"/>
                  </a:lnTo>
                  <a:lnTo>
                    <a:pt x="3497003" y="160500"/>
                  </a:lnTo>
                  <a:lnTo>
                    <a:pt x="3513577" y="154789"/>
                  </a:lnTo>
                  <a:lnTo>
                    <a:pt x="3530150" y="149074"/>
                  </a:lnTo>
                  <a:lnTo>
                    <a:pt x="3546724" y="143357"/>
                  </a:lnTo>
                  <a:lnTo>
                    <a:pt x="3563297" y="137637"/>
                  </a:lnTo>
                  <a:lnTo>
                    <a:pt x="3579871" y="131914"/>
                  </a:lnTo>
                  <a:lnTo>
                    <a:pt x="3596444" y="126189"/>
                  </a:lnTo>
                  <a:lnTo>
                    <a:pt x="3613018" y="120462"/>
                  </a:lnTo>
                  <a:lnTo>
                    <a:pt x="3629591" y="114733"/>
                  </a:lnTo>
                  <a:lnTo>
                    <a:pt x="3646165" y="109001"/>
                  </a:lnTo>
                  <a:lnTo>
                    <a:pt x="3662738" y="103268"/>
                  </a:lnTo>
                  <a:lnTo>
                    <a:pt x="3679312" y="97534"/>
                  </a:lnTo>
                  <a:lnTo>
                    <a:pt x="3695885" y="91798"/>
                  </a:lnTo>
                  <a:lnTo>
                    <a:pt x="3712459" y="86062"/>
                  </a:lnTo>
                  <a:lnTo>
                    <a:pt x="3729032" y="80324"/>
                  </a:lnTo>
                  <a:lnTo>
                    <a:pt x="3745606" y="74586"/>
                  </a:lnTo>
                  <a:lnTo>
                    <a:pt x="3762179" y="68847"/>
                  </a:lnTo>
                  <a:lnTo>
                    <a:pt x="3778753" y="63107"/>
                  </a:lnTo>
                  <a:lnTo>
                    <a:pt x="3795326" y="57368"/>
                  </a:lnTo>
                  <a:lnTo>
                    <a:pt x="3811900" y="51628"/>
                  </a:lnTo>
                  <a:lnTo>
                    <a:pt x="3828473" y="45889"/>
                  </a:lnTo>
                  <a:lnTo>
                    <a:pt x="3845047" y="40150"/>
                  </a:lnTo>
                  <a:lnTo>
                    <a:pt x="3861620" y="34411"/>
                  </a:lnTo>
                  <a:lnTo>
                    <a:pt x="3878193" y="28673"/>
                  </a:lnTo>
                  <a:lnTo>
                    <a:pt x="3894767" y="22936"/>
                  </a:lnTo>
                  <a:lnTo>
                    <a:pt x="3911340" y="17200"/>
                  </a:lnTo>
                  <a:lnTo>
                    <a:pt x="3927914" y="11465"/>
                  </a:lnTo>
                  <a:lnTo>
                    <a:pt x="3944487" y="5732"/>
                  </a:lnTo>
                  <a:lnTo>
                    <a:pt x="3961061" y="0"/>
                  </a:lnTo>
                </a:path>
              </a:pathLst>
            </a:custGeom>
            <a:ln w="28456" cap="flat">
              <a:solidFill>
                <a:srgbClr val="4E79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148528" y="2238751"/>
              <a:ext cx="0" cy="3205128"/>
            </a:xfrm>
            <a:custGeom>
              <a:avLst/>
              <a:pathLst>
                <a:path w="0" h="3205128">
                  <a:moveTo>
                    <a:pt x="0" y="3205128"/>
                  </a:moveTo>
                  <a:lnTo>
                    <a:pt x="0" y="0"/>
                  </a:lnTo>
                </a:path>
              </a:pathLst>
            </a:custGeom>
            <a:ln w="16014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tx19"/>
            <p:cNvSpPr/>
            <p:nvPr/>
          </p:nvSpPr>
          <p:spPr>
            <a:xfrm>
              <a:off x="890901" y="4768277"/>
              <a:ext cx="183609" cy="9519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0.2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890901" y="3875337"/>
              <a:ext cx="183609" cy="949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0.3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890901" y="2982074"/>
              <a:ext cx="183609" cy="951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0.4</a:t>
              </a:r>
            </a:p>
          </p:txBody>
        </p:sp>
        <p:sp>
          <p:nvSpPr>
            <p:cNvPr id="22" name="pl22"/>
            <p:cNvSpPr/>
            <p:nvPr/>
          </p:nvSpPr>
          <p:spPr>
            <a:xfrm>
              <a:off x="1107407" y="4816098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07407" y="3922964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07407" y="3029831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148528" y="5443879"/>
              <a:ext cx="4357167" cy="0"/>
            </a:xfrm>
            <a:custGeom>
              <a:avLst/>
              <a:pathLst>
                <a:path w="4357167" h="0">
                  <a:moveTo>
                    <a:pt x="0" y="0"/>
                  </a:moveTo>
                  <a:lnTo>
                    <a:pt x="4357167" y="0"/>
                  </a:lnTo>
                </a:path>
              </a:pathLst>
            </a:custGeom>
            <a:ln w="16014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1978268" y="5443879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963410" y="5443879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948552" y="5443879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4933695" y="5443879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1919547" y="5520670"/>
              <a:ext cx="117440" cy="919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-1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2926682" y="5517768"/>
              <a:ext cx="73456" cy="94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3911824" y="5520670"/>
              <a:ext cx="73456" cy="919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4896966" y="5519960"/>
              <a:ext cx="73456" cy="926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767417" y="5704053"/>
              <a:ext cx="5119389" cy="15784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Standardised mean temperature anomaly (StdTmeanAnomalyRS)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-613467" y="3763763"/>
              <a:ext cx="2578155" cy="1551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Predicted occurrence probability</a:t>
              </a:r>
            </a:p>
          </p:txBody>
        </p:sp>
        <p:sp>
          <p:nvSpPr>
            <p:cNvPr id="36" name="rc36"/>
            <p:cNvSpPr/>
            <p:nvPr/>
          </p:nvSpPr>
          <p:spPr>
            <a:xfrm>
              <a:off x="5670179" y="3311096"/>
              <a:ext cx="2712959" cy="106043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tx37"/>
            <p:cNvSpPr/>
            <p:nvPr/>
          </p:nvSpPr>
          <p:spPr>
            <a:xfrm>
              <a:off x="5752420" y="3374917"/>
              <a:ext cx="2036340" cy="1555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Functional strategy group</a:t>
              </a:r>
            </a:p>
          </p:txBody>
        </p:sp>
        <p:sp>
          <p:nvSpPr>
            <p:cNvPr id="38" name="rc38"/>
            <p:cNvSpPr/>
            <p:nvPr/>
          </p:nvSpPr>
          <p:spPr>
            <a:xfrm>
              <a:off x="5752420" y="3630925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5763057" y="3641561"/>
              <a:ext cx="198183" cy="198183"/>
            </a:xfrm>
            <a:prstGeom prst="rect">
              <a:avLst/>
            </a:prstGeom>
            <a:solidFill>
              <a:srgbClr val="F05A5A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5774366" y="3740653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8456" cap="flat">
              <a:solidFill>
                <a:srgbClr val="F05A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5752420" y="3850381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5763057" y="3861017"/>
              <a:ext cx="198183" cy="198183"/>
            </a:xfrm>
            <a:prstGeom prst="rect">
              <a:avLst/>
            </a:prstGeom>
            <a:solidFill>
              <a:srgbClr val="19B51E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5774366" y="3960109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8456" cap="flat">
              <a:solidFill>
                <a:srgbClr val="19B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5752420" y="4069837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5763057" y="4080473"/>
              <a:ext cx="198183" cy="198183"/>
            </a:xfrm>
            <a:prstGeom prst="rect">
              <a:avLst/>
            </a:prstGeom>
            <a:solidFill>
              <a:srgbClr val="4E79FF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5774366" y="4179565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8456" cap="flat">
              <a:solidFill>
                <a:srgbClr val="4E79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tx47"/>
            <p:cNvSpPr/>
            <p:nvPr/>
          </p:nvSpPr>
          <p:spPr>
            <a:xfrm>
              <a:off x="6054118" y="3661488"/>
              <a:ext cx="2055559" cy="1265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FG1: slow-history and large-bodied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6054118" y="3880944"/>
              <a:ext cx="2246778" cy="1265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FG2: broad niche and higher fecundity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054118" y="4102077"/>
              <a:ext cx="1937925" cy="1248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FG3: restricted and low-dispersal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1148528" y="1961824"/>
              <a:ext cx="5431935" cy="1581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glmmTMB fixed effects; fast 95% CI. (Average over UI2 within each draw.)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1148528" y="1711226"/>
              <a:ext cx="6179504" cy="1687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Two-way interaction: functional strategy group × warming (UI2-averaged)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2026-03-26T19:10:44Z</dcterms:modified>
  <cp:category/>
</cp:coreProperties>
</file>