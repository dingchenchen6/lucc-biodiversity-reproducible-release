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80318" y="568962"/>
              <a:ext cx="7593903" cy="58123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5316089" y="19526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5321142" y="21131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4375995" y="35030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4913871" y="26753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462391" y="24883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731897" y="25985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4965554" y="25775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4763969" y="25478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2811174" y="31053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503202" y="36912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559267" y="36947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841066" y="34686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202731" y="38337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710325" y="40243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547632" y="36633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989008" y="32384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632112" y="40853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530329" y="39618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88927" y="36778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079910" y="2924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989653" y="4082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371475" y="48767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84139" y="35670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804230" y="26095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475641" y="37155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324171" y="43081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87649" y="39736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71804" y="33937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958613" y="34859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384979" y="28034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437192" y="27188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46445" y="27893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506146" y="24431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719838" y="18586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929152" y="19423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846260" y="20061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002889" y="24615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817077" y="21475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389992" y="16284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00519" y="19285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145029" y="26715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806741" y="26774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119086" y="29525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254903" y="22154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137074" y="8129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281777" y="18710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254225" y="22678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652576" y="26546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794096" y="23523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236721" y="32306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467976" y="35429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996235" y="30859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717591" y="34310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435757" y="40404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093500" y="36323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748835" y="31455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437066" y="20357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192159" y="27978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252068" y="24036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462062" y="22001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762029" y="32777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270865" y="30568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16622" y="31604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324510" y="27599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426149" y="28667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952193" y="33919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875760" y="48975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578868" y="26806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291698" y="3337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079985" y="1844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412475" y="16193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572355" y="33750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53805" y="26078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803382" y="23685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226718" y="27122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124679" y="29477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838141" y="22229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388218" y="29997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290793" y="25083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953914" y="24897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845645" y="28497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134221" y="45913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147520" y="46605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706035" y="37918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149622" y="30661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236081" y="24831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5888434" y="29706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428910" y="26672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618144" y="38091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520060" y="20522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783191" y="20605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600769" y="27308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423607" y="28628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098304" y="27371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612536" y="25038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565468" y="45273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713875" y="43743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464397" y="44621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445403" y="49899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701424" y="45865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678729" y="5197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369228" y="45948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622517" y="46222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452082" y="50409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431737" y="48605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682676" y="49430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287925" y="35303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394687" y="32385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224591" y="21397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133416" y="23138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654467" y="30142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769152" y="30746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888865" y="20412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085199" y="26719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743400" y="32374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912921" y="33655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435015" y="25843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663176" y="33139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048329" y="35358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113646" y="28198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577531" y="34757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564745" y="34428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222113" y="46845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5704594" y="49699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012576" y="46591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254458" y="27681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665445" y="40359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825831" y="42274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772561" y="30748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430857" y="35242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483489" y="31078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25445" y="47670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981589" y="43064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958684" y="43955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0010" y="33075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17073" y="19109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785623" y="4250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299874" y="46432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973255" y="52276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334105" y="31432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288170" y="27794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437330" y="28183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6026395" y="34745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156369" y="31725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927113" y="30274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793161" y="32950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921018" y="30798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783908" y="33002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69974" y="19695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02659" y="18461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000185" y="22949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795257" y="26357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432944" y="18782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362908" y="29249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661730" y="27480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68861" y="18731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132923" y="19757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229627" y="21261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118521" y="21646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7330094" y="34845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325253" y="23179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133518" y="17640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539296" y="25172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516865" y="25166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787088" y="28946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734322" y="27225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801868" y="27234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556631" y="25905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181577" y="27891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029647" y="23556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607374" y="35439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544082" y="38798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232380" y="24823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206230" y="33222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437166" y="36539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377602" y="33996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51051" y="30869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760618" y="38184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627780" y="37382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772027" y="33573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601152" y="44147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412547" y="41630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698890" y="43140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257835" y="41038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772724" y="40481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976106" y="56309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189210" y="60968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555723" y="52981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614434" y="52845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955542" y="53513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494873" y="50246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225962" y="50043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706256" y="51902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699900" y="48306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074793" y="35024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774674" y="3216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661377" y="30022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757497" y="33144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796070" y="24153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854161" y="28177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737664" y="32838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038006" y="31909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730224" y="32331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522653" y="33657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047705" y="44871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466209" y="35672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049731" y="44673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00122" y="28252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2503378" y="38912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977035" y="34572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086890" y="4591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720036" y="43621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319980" y="40367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038959" y="51365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945721" y="32441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443028" y="34134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741556" y="41260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386176" y="57861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177157" y="55885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5288825" y="42774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854061" y="30041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913682" y="27039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235532" y="26267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241397" y="32580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499823" y="28806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733536" y="28132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786375" y="30923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889660" y="27986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307378" y="37121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473584" y="28200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327510" y="28170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129044" y="23652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096316" y="31491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1332389" y="27481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684438" y="22696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870984" y="22777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864432" y="28079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842213" y="23437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2976666" y="26493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679452" y="32868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773950" y="28184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864541" y="29456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134980" y="30934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539770" y="25340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248695" y="26095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982843" y="29774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621671" y="22484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952789" y="38497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955831" y="38666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008219" y="33116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841253" y="29094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246407" y="28945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060999" y="28985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201894" y="28792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452201" y="37627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664092" y="44699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027859" y="42796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905601" y="32817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2281884" y="35485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302587" y="30221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220569" y="35533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389998" y="20406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188069" y="28850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342906" y="26296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65635" y="32773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417063" y="33525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828781" y="30400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338918" y="32352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83006" y="25188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436882" y="26699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7073090" y="33337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268434" y="23682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5955738" y="28256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755070" y="37010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582721" y="34728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337025" y="25699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949234" y="28196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394652" y="30083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770598" y="32051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45146" y="28764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842541" y="31579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015666" y="46113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334125" y="42084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781751" y="31818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408908" y="34463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388216" y="32643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386153" y="37934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615480" y="24202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949540" y="28372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947112" y="48047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2957243" y="43344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666356" y="33252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668647" y="31428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193755" y="25019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032375" y="23123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735432" y="24605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793037" y="26339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467835" y="40426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972275" y="30657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763581" y="34663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204122" y="30524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2007" y="30610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892225" y="34255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711717" y="27784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107178" y="44768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793554" y="44100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586031" y="49676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500268" y="42543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847318" y="5186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291159" y="49931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979070" y="47723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1751129" y="39465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2724336" y="35097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708733" y="36850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902297" y="27402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2302052" y="31963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582559" y="56747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4405794" y="60433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482680" y="55506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187198" y="52078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011482" y="50424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098550" y="44482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721941" y="48738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355092" y="41502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541848" y="45239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472695" y="38270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163935" y="45098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488505" y="46541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415558" y="48507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495500" y="43557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521902" y="36728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928789" y="43646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2155627" y="39085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455011" y="41264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276972" y="40118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376595" y="41144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61073" y="42661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122945" y="48607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3354008" y="42754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801016" y="43416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419644" y="37024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847139" y="49339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516955" y="59666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753890" y="44192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495443" y="43615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862712" y="46389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997941" y="45945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2705243" y="27836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923876" y="55925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458906" y="5026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468449" y="55880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229023" y="53551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958311" y="55095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912364" y="54390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608501" y="48977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298986" y="47366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4393992" y="33142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130347" y="31025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877433" y="34966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4999877" y="30816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5574144" y="36226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820641" y="24931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984862" y="27108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490282" y="32986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570176" y="37897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5834589" y="26441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5350939" y="22460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448268" y="26627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362759" y="17201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449271" y="17178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613504" y="19237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127714" y="27746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006740" y="31243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2894838" y="32584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2726606" y="26483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2909919" y="28041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380267" y="3562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534769" y="23823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5210292" y="49749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5526389" y="34516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4783110" y="28015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5560910" y="34016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976133" y="56462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732964" y="15408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5777443" y="25871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486265" y="24462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742907" y="30635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5477470" y="33760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4745552" y="29961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5176744" y="32328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5366882" y="39403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814914" y="37589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4712843" y="37627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4882131" y="38586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119217" y="34336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5345622" y="38493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985459" y="37764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934563" y="39282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455637" y="28797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831054" y="28675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6012797" y="34925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5666630" y="33040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856548" y="29579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5642581" y="36267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274076" y="23172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4320348" y="20038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171269" y="32308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563267" y="29364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5571864" y="30998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5828031" y="32205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4728796" y="27012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152791" y="25293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6402910" y="29134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365024" y="25557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706019" y="37579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6146596" y="44809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280881" y="32892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4290104" y="37939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2723401" y="29281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655529" y="36492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081511" y="34503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4320018" y="37564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064795" y="36576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5254123" y="23075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048986" y="45203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4177060" y="26373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392783" y="15543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4889351" y="26300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572809" y="42397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4924592" y="26975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2961220" y="18586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5149269" y="2643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967833" y="26506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5222601" y="29322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4917943" y="27274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6626510" y="39599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6133909" y="34002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5303131" y="30224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5734368" y="31697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4816084" y="23660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5147744" y="48640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4501267" y="19643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5315045" y="24229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499565" y="42935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735286" y="47442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5209338" y="29344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5649051" y="32567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5496809" y="31039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5514285" y="31369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145721" y="25895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6924169" y="35745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889950" y="23831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698560" y="23272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706749" y="2377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501680" y="17612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649861" y="35894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5160442" y="35004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4383520" y="32215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833936" y="3397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4442776" y="3314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044883" y="34376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325397" y="37377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674028" y="32348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504721" y="30076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6303394" y="36065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6823966" y="38064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5376374" y="3211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5611755" y="33193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642979" y="28447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4716425" y="30669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4293673" y="27232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4123148" y="28685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872586" y="24867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5540343" y="33367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5705471" y="33808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617127" y="52602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102344" y="33203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4909133" y="33346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5388692" y="31417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960360" y="22915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63847" y="16260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4449485" y="16584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886057" y="15273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4573369" y="18295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498384" y="21626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4077990" y="17337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832313" y="28433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130555" y="21416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6183302" y="34586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6026146" y="30114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4011089" y="30933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929008" y="30826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346268" y="27919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508818" y="34404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3373754" y="27349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930444" y="34726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5085793" y="40554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312369" y="3196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5285869" y="33000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6149373" y="40408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5311277" y="29712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2344329" y="22873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2989246" y="29340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5258621" y="33399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918694" y="28133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970380" y="32034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526091" y="31907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6007085" y="30654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6294669" y="31226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4858941" y="39099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171279" y="41856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410766" y="36537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2358478" y="34488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2483527" y="34048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543828" y="20458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169971" y="26256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710020" y="18717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470385" y="24725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6493536" y="33367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5094018" y="26363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6102183" y="31768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284027" y="27703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920241" y="27514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6333021" y="34019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5031603" y="26243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4327683" y="26354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5670547" y="30935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834788" y="28223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7162937" y="37375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346227" y="32179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5875416" y="29777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366393" y="28183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7168058" y="35675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6713976" y="33046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5856480" y="33197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4264857" y="26298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907831" y="22962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860361" y="39386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2772960" y="29760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3473270" y="24214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081996" y="28406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989905" y="26103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4460724" y="29173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821599" y="39161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397577" y="37139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96357" y="26610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4068384" y="3213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763310" y="30718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572711" y="21109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5089547" y="30088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677909" y="28903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734827" y="41229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932215" y="44317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775688" y="41934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5794895" y="32781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5972290" y="39587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2461572" y="51448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1623734" y="44910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2934727" y="53986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1971627" y="48734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5553083" y="26810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179306" y="24060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27486" y="22884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266400" y="31635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967539" y="27107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698927" y="22571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253356" y="54590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598939" y="56664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561704" y="5551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230455" y="3597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406087" y="42046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171521" y="38973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714271" y="3188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2665700" y="36824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5014136" y="47617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624510" y="41665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2707778" y="36586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508229" y="41479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2008156" y="34259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265436" y="29871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5165943" y="29807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291342" y="19391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5479829" y="25535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4968407" y="22276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699584" y="20394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526879" y="20910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5449409" y="2569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587449" y="15069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5522767" y="26399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24126" y="25939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423671" y="25741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4668591" y="24286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5639975" y="25573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600628" y="26178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5265389" y="23618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5783065" y="26656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6799569" y="31350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817528" y="12805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431891" y="24380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241452" y="27357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761922" y="28046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116054" y="31456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410082" y="32270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5050488" y="38036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391916" y="33836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4452742" y="20340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5042655" y="20691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243695" y="27277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800522" y="27430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961405" y="27825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21189" y="27710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645770" y="30614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329026" y="32140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5881281" y="34110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5103921" y="24257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2597736" y="20672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139996" y="2808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549645" y="28498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746108" y="30335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4380832" y="30270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4617789" y="29201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633353" y="28740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863833" y="29973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647291" y="27927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842387" y="24008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3514771" y="23413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213958" y="21875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4812717" y="32750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981773" y="34490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4928309" y="36076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950191" y="25491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5207875" y="23463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529477" y="43862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572225" y="38486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672052" y="38110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803390" y="37495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071881" y="43058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180733" y="36820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6681238" y="51485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2733327" y="32334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722012" y="34960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337699" y="49228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4273236" y="40190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3053122" y="33278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6513109" y="50895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947488" y="46258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936639" y="44868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4654610" y="31084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742473" y="29019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133259" y="27723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4334601" y="28457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4778789" y="31097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4356357" y="28586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191502" y="28236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6087106" y="32579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425716" y="28291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6130789" y="25950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5906930" y="25880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5814462" y="23975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6332004" y="26406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478776" y="31265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5181267" y="29361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482323" y="22310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691927" y="23441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4938844" y="26036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768781" y="34708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803240" y="26457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416595" y="23742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5781223" y="27071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530245" y="19449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341895" y="30365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932593" y="34241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2924585" y="29213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614493" y="32490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5826312" y="40701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188201" y="32020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553073" y="33662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170870" y="34446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578097" y="30916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4334603" y="3163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4795740" y="35181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716460" y="37044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4060829" y="48596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017733" y="51076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2636762" y="48421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5753144" y="29124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414502" y="41166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2014252" y="33260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2400401" y="33175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345787" y="38749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2052873" y="35731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1305829" y="27946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247375" y="39457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572284" y="42329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2750031" y="32451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48631" y="42073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2400237" y="34356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1923821" y="31013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333613" y="31861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129563" y="38198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3267547" y="38252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238474" y="35948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4703327" y="46733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4932368" y="33431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938733" y="24972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095014" y="22397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063822" y="34825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4811951" y="30150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552899" y="26054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5317454" y="26126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5454599" y="31680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5321860" y="33722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4474331" y="33257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4503643" y="28977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635869" y="31014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5341223" y="30049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418826" y="24943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2817005" y="16932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944238" y="22694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3253890" y="18457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6255326" y="38692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6349653" y="35741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844804" y="33164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6585248" y="36208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6087541" y="34449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275657" y="35705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6466796" y="37996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987664" y="40330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805226" y="33804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350462" y="29857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917595" y="27706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6077231" y="30134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892184" y="2847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5206316" y="25515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781120" y="23765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4958177" y="51440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613416" y="51182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4190940" y="28998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2833349" y="20721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5077439" y="33521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6227253" y="30159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127422" y="35524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3917624" y="27861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120982" y="30980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4372687" y="27807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5320546" y="43283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4366247" y="41385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048249" y="37442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589600" y="37054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4306527" y="40406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122759" y="38108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758800" y="34609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119559" y="39173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211105" y="36311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3631794" y="36236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85508" y="47214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2082174" y="25961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092053" y="31872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579486" y="42616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2879626" y="30053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193679" y="34178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380245" y="32482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170691" y="36777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2374029" y="28899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3325226" y="33276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4447367" y="17586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6284129" y="25935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4576225" y="30687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4011598" y="38184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5087116" y="25707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4933084" y="25457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6172107" y="30065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2505723" y="12004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473453" y="15802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496539" y="29249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4865089" y="34902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5613240" y="36901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4401963" y="31088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4411898" y="34365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5350806" y="34066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4631812" y="35118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4171530" y="33294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4865722" y="30346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5551625" y="27014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645691" y="42650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5675769" y="38071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494937" y="19937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4339747" y="27463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968483" y="34734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929652" y="35716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2090779" y="45291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141928" y="29792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4851002" y="26292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937789" y="26903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5273118" y="28343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280783" y="26215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7150805" y="34148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4547110" y="19523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4814430" y="21469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5955881" y="28548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822673" y="22055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6335202" y="30543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414223" y="44470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219571" y="43144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4514" y="34205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3747720" y="34164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832363" y="37198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4134379" y="37461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145669" y="38201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4597145" y="24926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813910" y="30443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469026" y="25707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3745785" y="44387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5867445" y="33310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2721998" y="20386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5103579" y="31586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5626739" y="36359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457755" y="31250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176602" y="33365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872581" y="33499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5181988" y="33990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981193" y="31909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406012" y="37405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931259" y="30900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726221" y="29983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871915" y="30499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5033568" y="29299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5569727" y="34358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752482" y="33704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3769526" y="27703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084491" y="27541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913251" y="28162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2904479" y="2431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3711589" y="27895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155461" y="31906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4025633" y="35021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2879644" y="2937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2766604" y="2966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3613255" y="21500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4217859" y="26236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4199233" y="29566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5165995" y="32175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4912094" y="31712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5015279" y="33665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4656952" y="44942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480880" y="17744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6253917" y="24719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6373971" y="24264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244547" y="22478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4943693" y="19904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919121" y="22282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5061892" y="18548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5284632" y="20397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6229852" y="2434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271620" y="16020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6463224" y="25406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641890" y="16910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6707651" y="26566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6736961" y="26917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6558429" y="24005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277589" y="1898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7311329" y="29853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521759" y="29304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712448" y="20084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382424" y="22120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5702350" y="29083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879662" y="21122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5052357" y="26640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5386048" y="28072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6982152" y="34741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359698" y="19006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465205" y="18523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096599" y="2505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715659" y="20059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262197" y="28307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126034" y="22483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4664988" y="24227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5813910" y="27284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5700450" y="26968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6758908" y="3153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5388736" y="26489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4236515" y="33149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4206996" y="32422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088422" y="23643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043569" y="31443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19660" y="23475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266189" y="25225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097942" y="30338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3080367" y="36762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4692863" y="29085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318863" y="30145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6662754" y="31863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6210726" y="29035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5942846" y="30218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6194353" y="29638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79477" y="31010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5016546" y="32470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043543" y="37906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2837479" y="32150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5515772" y="33620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4669826" y="29950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4743374" y="31603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5518420" y="33007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5876971" y="30684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3899390" y="42933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241174" y="44325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5018430" y="48919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5396882" y="48046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6418100" y="52556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5315497" y="50992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5061448" y="45947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4912311" y="45570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3887238" y="27984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200672" y="27634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6347051" y="33851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6084334" y="30023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991650" y="51799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3392302" y="36423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1675201" y="27443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257865" y="31924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2669544" y="33540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3166682" y="35593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4436580" y="25744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4843179" y="28928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5553650" y="31705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6403556" y="35307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5281591" y="29637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4804234" y="26596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632350" y="26304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5903776" y="31422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4870944" y="27140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3203822" y="41399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3442875" y="37964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3099996" y="35804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2664148" y="33290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5154267" y="29466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5229857" y="25886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656189" y="24478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4351355" y="21568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4104983" y="20654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3874976" y="19616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4776056" y="24773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687897" y="21078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4328790" y="19717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784639" y="25498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964557" y="19083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092965" y="20752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3613644" y="19539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3618212" y="20232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738294" y="17766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08902" y="17485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600576" y="18866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311333" y="16381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3555792" y="16863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463970" y="20416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123659" y="25344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4665709" y="23030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4603740" y="22262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4790443" y="24638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5453487" y="27626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4871577" y="25954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4343234" y="21223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6946879" y="33519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4765718" y="22510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5728438" y="27874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4091494" y="19939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4157999" y="18537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4563906" y="23828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597485" y="21975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594213" y="26489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3807692" y="34643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4958973" y="27287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4477279" y="25401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4416804" y="2589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674579" y="27481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4468425" y="23762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5907977" y="37950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4237214" y="32782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3072540" y="44116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3890400" y="29467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2617903" y="51502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5800180" y="25790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5067036" y="21562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5494450" y="25361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7714540" y="31717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2846490" y="22564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5251041" y="26070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4301624" y="23128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5591687" y="31696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5609340" y="32499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2936859" y="20346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6377774" y="26659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5760785" y="25129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4741277" y="29788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4389344" y="17579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4915704" y="2083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5062470" y="20962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4893434" y="2148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5253111" y="37782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3949621" y="46958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4362834" y="49133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3967400" y="34955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4662705" y="32195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6268040" y="2800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6604297" y="37463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5456809" y="28382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3326793" y="23641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5082662" y="24449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4318367" y="20393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4891697" y="23905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5819251" y="28103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5173212" y="24390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6651657" y="31314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4572810" y="22065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5763724" y="28378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5679805" y="27528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5089543" y="24089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5588490" y="27450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5449748" y="26823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5019519" y="24526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5916537" y="28727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4731797" y="23958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4829236" y="22762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4750337" y="23985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4942371" y="25000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4560156" y="23411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6508266" y="32565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4963578" y="25579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4887182" y="25754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4927411" y="24718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5643833" y="26167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4890350" y="23689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6296899" y="30802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4817757" y="27325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5485229" y="29648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4755791" y="31602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4326103" y="40291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6536592" y="37026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5575060" y="34144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5500598" y="32544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4674872" y="37321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2851949" y="30638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4317358" y="36834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2736685" y="28942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083133" y="20942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3212924" y="33459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3400095" y="39710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2754997" y="36603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3301122" y="34886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2438719" y="29154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4040207" y="40580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4486824" y="44291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3052752" y="36028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3847822" y="41053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3474673" y="38288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3035755" y="37830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4417115" y="40274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2661022" y="30098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4273456" y="37777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1196305" y="30553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3787034" y="37194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2234447" y="26102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2517440" y="33469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2012346" y="26714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2909503" y="31990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4486165" y="40611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5414110" y="30264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3544501" y="17539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3962447" y="20127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6753417" y="3238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6065147" y="29753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4674082" y="22639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3501202" y="19353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3593228" y="18268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4071950" y="21552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3680494" y="17258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6309126" y="31499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4858716" y="23862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4506942" y="22741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5616056" y="25636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4428211" y="19815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4829777" y="24541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969539" y="19532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4899405" y="30757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4472317" y="28821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5290339" y="25185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4984883" y="27781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5083313" y="28112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6389703" y="32477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5805348" y="30261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4883599" y="29519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3947811" y="23215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6958304" y="34383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5420340" y="26308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6006077" y="29903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3508783" y="26305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4217214" y="30825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5108802" y="31349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6076597" y="35305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3050017" y="22973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2437239" y="32661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905271" y="26316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3045848" y="37018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5130844" y="27598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4258117" y="27866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4543651" y="27461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5259079" y="36715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5628701" y="36924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4847139" y="3441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4888435" y="33536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5586663" y="39314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2741702" y="18153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4735885" y="28270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5166275" y="29702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4352441" y="24763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5448266" y="45968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5241174" y="43610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2935185" y="28193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2819809" y="29951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2283609" y="24383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3834538" y="32481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3993360" y="32771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5095400" y="39776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3989676" y="32949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1350304" y="22954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6106827" y="42861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4756082" y="35175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4650746" y="35462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3382014" y="31330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4361651" y="36854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4885345" y="26594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5177715" y="29470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4679682" y="26979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2792371" y="29261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4360440" y="3421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4973492" y="32619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676191" y="3007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4466333" y="37517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4867384" y="30102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4715382" y="32681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4543277" y="2940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5073266" y="31144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4972208" y="4072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4699561" y="27041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4438300" y="24167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5636010" y="27432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6003603" y="32215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4070147" y="20199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4340569" y="34037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823594" y="39410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4233425" y="52332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5831571" y="30766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4858383" y="27236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5463241" y="28546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318350" y="28474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4943216" y="27335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571922" y="30443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444785" y="29360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978155" y="24035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4331367" y="25444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4010367" y="28230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5049748" y="29970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5030283" y="30676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4467700" y="25312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5975771" y="34722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4216929" y="27761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4455552" y="29440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5684680" y="32786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4473973" y="28152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4946952" y="25352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4349388" y="29086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4227074" y="40506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5101751" y="45582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6245163" y="40919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4087931" y="3244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6787199" y="32335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5147180" y="30927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6063781" y="29992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6164888" y="30891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5304871" y="31346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5632943" y="30525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6295208" y="29053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3767780" y="26731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5668837" y="26513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2145275" y="49004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3426742" y="24084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4367818" y="31788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4571243" y="35999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547318" y="36916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4821449" y="32150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6051058" y="33826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5984388" y="33297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2970179" y="42789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2524660" y="55915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3229513" y="59533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3585981" y="60588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3099902" y="58130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5518655" y="30334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679535" y="36740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4301295" y="25389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5042012" y="30565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4068667" y="24600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3855824" y="24392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3792068" y="22972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432798" y="27676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3170789" y="21867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3931250" y="24895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5123709" y="30177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2506946" y="17193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3118005" y="54478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2546433" y="52526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2976360" y="4515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3068072" y="47548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3481402" y="46308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5081819" y="42391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4902179" y="41909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780193" y="38521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3779427" y="35403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4659815" y="39224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5030065" y="42372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200277" y="39991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260832" y="39997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6680953" y="36152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5820197" y="33460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4891799" y="43906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579028" y="27552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5884301" y="34915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5557653" y="33464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4816981" y="30164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4581963" y="28036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4506755" y="28794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4560879" y="28423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178485" y="31097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4647853" y="23779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5381462" y="31375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5968445" y="34014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4854776" y="48244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5251204" y="44453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4163241" y="41051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4837805" y="42980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4962978" y="47480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5999927" y="26057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4882074" y="19810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4777104" y="23896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5681224" y="27473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6089160" y="26691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6859621" y="29540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5715680" y="24214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6093500" y="26788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6157073" y="27779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6084135" y="26338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6083214" y="25785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5216833" y="27845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4921855" y="25901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4423354" y="45777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4728412" y="38346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773286" y="25315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4278373" y="47941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5621268" y="28659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6065213" y="31069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798486" y="26777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6518692" y="32624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5742408" y="32023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5187988" y="22018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5011775" y="30935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4818618" y="31447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3000569" y="53192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2576457" y="50579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3317579" y="56076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1352440" y="27680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759556" y="35176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3983905" y="22076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4430091" y="21795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2807907" y="36595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3904707" y="25973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4018501" y="25505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2646469" y="18694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2680866" y="19292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5510863" y="31150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5033689" y="21716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7050498" y="35746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5484254" y="34662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714103" y="28917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5311762" y="24867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4976189" y="26231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4239923" y="27284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5658617" y="26462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6235600" y="30464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5209297" y="26862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836460" y="30807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719148" y="30249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6024901" y="30756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5422611" y="19852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4868056" y="26485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6040017" y="31199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5963329" y="29095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5937819" y="31754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3726271" y="18315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3636980" y="21120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6694789" y="34464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3712915" y="45025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4060526" y="22169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4819277" y="31177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5034484" y="33271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4564198" y="27542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3328430" y="23443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5070224" y="31130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007177" y="32309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4993895" y="32405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4985182" y="30440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4775235" y="30748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5460887" y="33871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4842454" y="30060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4735087" y="29273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3819867" y="24828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4770014" y="3157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3355537" y="55084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3833670" y="41331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5800089" y="34110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5342104" y="31676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6094337" y="34797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087940" y="30214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4781506" y="30780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3833097" y="29323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4939008" y="31008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3774439" y="27392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4631180" y="3412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5540729" y="28273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4609876" y="31005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3915701" y="32715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3475712" y="25894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3524419" y="25474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1956119" y="19518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5376593" y="29850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6026836" y="32938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4322059" y="33780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4295485" y="30255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4778171" y="32180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3814819" y="19265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2508042" y="13553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6047845" y="35057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3839789" y="39948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4460253" y="45268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3717353" y="40750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5160185" y="29034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6149415" y="31248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4920906" y="34687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5155999" y="30376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5360347" y="23096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5342966" y="17034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4606635" y="20688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4317501" y="30709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2552502" y="26074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5381767" y="30857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5216141" y="32369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268776" y="29430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5089455" y="29487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4333987" y="26812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6163286" y="35682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5473783" y="32745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5166559" y="29472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4167625" y="28361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5011002" y="30328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4669488" y="30585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4434390" y="31993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4149854" y="27706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4437493" y="26586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5096280" y="31523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5765488" y="23288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5643642" y="31338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5431422" y="31158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5444601" y="31329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5436946" y="28765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116122" y="26077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4885297" y="28682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3885053" y="22110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3760574" y="22484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3274003" y="20032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3095898" y="18745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4754509" y="28451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2115523" y="16391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3403267" y="19652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4511657" y="28351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3257823" y="22116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3130721" y="18533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3605667" y="22265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3882952" y="22116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3781771" y="22201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3723542" y="20374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2072616" y="44985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1862130" y="41541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1362506" y="35453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2461598" y="42443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5331905" y="28123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5355727" y="26797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4812874" y="23932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6586699" y="29249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4493137" y="25409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4230022" y="25640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4504912" y="26991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4990843" y="30174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5334890" y="29138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4440300" y="24992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5660442" y="32154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275582" y="31394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5064151" y="29536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5672599" y="28505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6229535" y="30810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6463138" y="34272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5148747" y="24469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5160999" y="24691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5004967" y="24232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6364308" y="30663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5595423" y="27175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5235893" y="27502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4516479" y="3814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5199057" y="37547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5094903" y="35444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4566721" y="34378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4210606" y="31569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5159739" y="29691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4558294" y="28157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3862519" y="23526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4129612" y="22570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4269372" y="27862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3209246" y="40605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2382524" y="36035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5539034" y="30605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6402472" y="37864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4973810" y="28305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3590763" y="49861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5478225" y="27099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3635561" y="17224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3881651" y="20214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4679806" y="18194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4726287" y="20354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5868504" y="23245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5357091" y="21600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745929" y="23297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5457639" y="23122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4631674" y="18805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613217" y="23590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3941142" y="15561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4496859" y="17989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5556768" y="22890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3200369" y="5426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4150616" y="18770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4725363" y="23351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3674315" y="35952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6119299" y="34390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5469122" y="31341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5390838" y="31337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4216879" y="51201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5732394" y="25825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770251" y="25956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6028140" y="24644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3812568" y="57708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5003955" y="40538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3635650" y="31188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3877934" y="34014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5894855" y="37105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5612257" y="36089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4676760" y="32805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5277572" y="34066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5103800" y="33635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3714269" y="25218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5214904" y="47530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4586902" y="44254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3586030" y="22791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3672004" y="21745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4506089" y="40888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3453397" y="21566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3300403" y="19525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4412471" y="36044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4158096" y="34905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4880755" y="36739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2391983" y="3267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6037333" y="27713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6422866" y="34259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5474345" y="29924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3597085" y="46039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4460978" y="23323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5687746" y="32505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5633583" y="33054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4976516" y="27986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5458019" y="29275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4788981" y="29281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4783378" y="28102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5447280" y="42666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5130824" y="41141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5725892" y="45609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5961621" y="25236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6096820" y="25697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6582726" y="26799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6160653" y="27642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5018007" y="26304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4444330" y="27415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6360481" y="32194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5834289" y="31685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5764650" y="31755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6170872" y="34254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7500951" y="39062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5643627" y="30575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5282283" y="28237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5377788" y="29442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5519037" y="29993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5525917" y="30181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429260" y="29067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5253639" y="30344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5506219" y="30642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5632458" y="33264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5071998" y="30410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6334855" y="35474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760618" y="34854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4897102" y="32102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6458263" y="35907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074340" y="19821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3949453" y="33105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4186808" y="34796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4758108" y="32988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6121565" y="40998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6847159" y="34343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5468142" y="27761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6087384" y="30252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5171371" y="45544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6073459" y="27064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5432023" y="25643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6034585" y="26767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803616" y="26024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2832649" y="23696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2697167" y="25208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4669743" y="25121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4622656" y="35989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4828011" y="31380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4013386" y="31106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4176790" y="27008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4690927" y="39066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4094286" y="37201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5685596" y="44543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6114387" y="32287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6009701" y="32753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4867949" y="27011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4155917" y="31496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4837029" y="31575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4120887" y="32903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3958363" y="30324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6160126" y="38418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5129579" y="34923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4651952" y="31571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5942863" y="27661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4402542" y="29700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3547328" y="24417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4697549" y="27910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5154875" y="36638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3844978" y="48001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5424101" y="35585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5843945" y="37204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5089882" y="33457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5176686" y="32131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4012713" y="28655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626247" y="32030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3695932" y="22252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3980216" y="19496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3725155" y="18263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3452842" y="17917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5572555" y="27233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5319716" y="38590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3863858" y="28160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2521924" y="26579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3613931" y="28775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5116811" y="36326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2933619" y="28078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4957470" y="34683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2486368" y="21353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3486137" y="28155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3324189" y="25198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3454429" y="25132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2777781" y="27186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3874590" y="30004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3553098" y="26421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6563590" y="28908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3724617" y="4489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6601072" y="37962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5094923" y="29283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4169343" y="32676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4328517" y="41399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4426866" y="44122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3997659" y="39573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3840879" y="42097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6049918" y="23289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2436989" y="37183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2838331" y="39635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3023015" y="37658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6403281" y="31849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5331067" y="24854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4738415" y="24974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5718718" y="30467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4374965" y="37305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3632142" y="40568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5454069" y="32481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5419128" y="29406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5546778" y="30957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3563204" y="43949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2534706" y="43073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1125132" y="37838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3253379" y="49722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4512186" y="31947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3710462" y="26462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4223430" y="28875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5100167" y="26772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5884012" y="3849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5480256" y="38637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5026210" y="24948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4705240" y="23171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6149101" y="30732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5740238" y="27218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5614293" y="28335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4608543" y="26442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4832788" y="25688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5229161" y="27978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4893958" y="25423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5396785" y="26914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6269739" y="32873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4963767" y="49113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4119834" y="48145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3809839" y="20865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4728734" y="35037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3296569" y="24156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3786912" y="26079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4065514" y="32966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4249490" y="28816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5258991" y="29542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4062997" y="25540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5566105" y="3032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4744663" y="28007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5367934" y="30970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4810344" y="29051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4580943" y="25881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6877424" y="40582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5117567" y="30071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4151954" y="25014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5120345" y="30258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3365534" y="21987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5732141" y="31113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1951702" y="13999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4377334" y="28577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3109218" y="20712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2983371" y="19719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2041183" y="14975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5034333" y="31822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4288686" y="26474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5692432" y="40366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4258202" y="36529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5006512" y="21065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3625872" y="15091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4905856" y="23272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4137135" y="19287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5003927" y="21077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3937649" y="18238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3597985" y="17076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180923" y="34113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6005200" y="34851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6485320" y="4016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5009428" y="32833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5268556" y="32257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4511591" y="30533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4033602" y="27823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4318130" y="30941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2861737" y="44145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3782001" y="50364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5287124" y="28592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4849360" y="26513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4623011" y="25451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4952314" y="26098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6328899" y="36201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5433235" y="32381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3867687" y="23516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3813388" y="23522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4602022" y="28587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4808080" y="27922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5159236" y="31757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3821426" y="24031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3925416" y="23968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3587604" y="26581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5392524" y="23766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5422867" y="25988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996946" y="25858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5993016" y="27436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6467453" y="29128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4992861" y="21724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6985134" y="30315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563018" y="31166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5415420" y="28960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4402942" y="26039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4116349" y="24307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5244179" y="25017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5959712" y="28469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5187276" y="25891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4743151" y="24024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3966156" y="19544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5873802" y="28208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3192411" y="30533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6654432" y="27358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6530553" y="28308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6040428" y="23807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5342546" y="23054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5615971" y="30859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5810544" y="27357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4847012" y="25126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4958401" y="25779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4040552" y="21182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5856157" y="30170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4895060" y="27280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5102606" y="28751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5204398" y="29255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5781142" y="30677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6057327" y="36798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5971904" y="25627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051418" y="26583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5363161" y="25788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409512" y="25609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337685" y="28974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5782090" y="30617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6078888" y="31219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6269560" y="3559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5185846" y="31625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4680414" y="29306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5083425" y="33914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2965444" y="57049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5422870" y="27636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5567938" y="28721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5819414" y="29151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5099095" y="26962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4848753" y="14894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5150656" y="20985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5153060" y="31635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5325642" y="34755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5941050" y="26061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6010635" y="27842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6203999" y="29130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5868336" y="29534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2074392" y="51649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4713562" y="31965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7353692" y="34312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5739643" y="2799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2507221" y="31674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6564093" y="26006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6168616" y="24319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663828" y="31927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131467" y="26782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5330056" y="22200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4630814" y="29490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4625082" y="22210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4590330" y="22075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4743660" y="19064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4545497" y="20365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3341991" y="34500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3959161" y="35527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4576727" y="34525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5524231" y="36705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3640131" y="29173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3465423" y="56737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4615258" y="58541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3500002" y="58307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3120226" y="36017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5069960" y="25327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5154385" y="31177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5329508" y="32713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4808269" y="27534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4771242" y="4086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3498398" y="34504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3528019" y="33593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3037987" y="32816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3020988" y="42924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1898342" y="39510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3014822" y="39577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1974212" y="35643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3357356" y="26339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3460920" y="35496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3905329" y="43526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2661055" y="39990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2482776" y="37969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4049305" y="33632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4781916" y="34663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3869753" y="30433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3182623" y="38558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5201008" y="29210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4590698" y="26835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5630348" y="26105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5090988" y="29900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4205285" y="45015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5307608" y="46147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4706196" y="44119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3847758" y="37245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4981017" y="30888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4442847" y="29350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4914907" y="33918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6635173" y="39550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027387" y="33233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3811758" y="31874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4005334" y="21349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1942556" y="13706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4374427" y="25770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6121575" y="26260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4792369" y="32623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4069000" y="29367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5085726" y="26864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4355179" y="37747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4499434" y="22427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4333293" y="37044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3576468" y="36298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4475841" y="30278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3556970" y="25003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7113745" y="39233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6359654" y="36455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3808887" y="29624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4341955" y="29200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5087548" y="30433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4947670" y="30233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3076613" y="23273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4193995" y="28460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5444091" y="35078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4427370" y="28673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5583767" y="33146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4408889" y="27670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6176166" y="26122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5041754" y="22770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5987986" y="27312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4258334" y="37073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5128756" y="39545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3541222" y="3313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4914989" y="39677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5094983" y="38648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4857068" y="37895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5633898" y="20516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6006516" y="23585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6436379" y="24486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4657871" y="15668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2545275" y="52033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3854508" y="26474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6467404" y="37272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7098871" y="41590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5545082" y="35276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5649090" y="35253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2541990" y="20698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6627782" y="2928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5267261" y="30305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1763132" y="28015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5917793" y="39430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5985539" y="37652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3874414" y="30094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5902139" y="37280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6178132" y="38481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4995939" y="38487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4639118" y="23209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5526761" y="27767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4887093" y="23602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5140481" y="24544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5321371" y="27570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5027090" y="24778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4600891" y="23102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4288868" y="21933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4421874" y="23573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5670001" y="27456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5091055" y="25183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987984" y="38487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6132085" y="34732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4562779" y="42018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5527443" y="4747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4765632" y="24931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3551972" y="18622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3965487" y="27292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4893353" y="26351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5058017" y="25560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2320671" y="11360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4436379" y="20586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1919486" y="18832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3810131" y="27024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3397678" y="24734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4496885" y="30784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3123387" y="22538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4674369" y="30745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2598834" y="13125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3434206" y="22667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4149849" y="24341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4810858" y="26152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4223449" y="22638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4766207" y="43171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4007878" y="42104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3473656" y="40933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4806142" y="46082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5174954" y="47782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5237732" y="4506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3302798" y="39184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5413045" y="47221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4124743" y="43591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4446006" y="43324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4440727" y="44674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5166538" y="47796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4390238" y="42703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3107838" y="38643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3824415" y="32019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6166617" y="28763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5122809" y="24514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5056509" y="39347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5916015" y="38141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4779834" y="33743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5691988" y="36115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5148852" y="33133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4907364" y="35807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4728926" y="32800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5940081" y="34659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4196931" y="23569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3043415" y="25590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4567839" y="20720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4532283" y="21274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4713729" y="19246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3739579" y="18180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4130755" y="18917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4450618" y="21996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5796840" y="25394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4337165" y="19099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3315214" y="15854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4490004" y="19229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4810016" y="22912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3858544" y="31771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2715179" y="45659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2977254" y="21754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3748146" y="18396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7186848" y="37898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4863137" y="24147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5506095" y="25952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6391741" y="36684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4194484" y="19697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4014301" y="52361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5219225" y="30515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5064800" y="30248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5318110" y="31155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4978234" y="30156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4785500" y="28657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4987861" y="30124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5385949" y="31226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4881178" y="30438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4825358" y="29073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4714178" y="28719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4982459" y="29390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5165638" y="31157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5539374" y="32155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5713664" y="33165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6512220" y="40611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1470317" y="40281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5124147" y="42642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5238725" y="42502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3737453" y="38135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4355054" y="40689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4521932" y="42490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4814087" y="44534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4127938" y="40321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2685150" y="28516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4109125" y="2689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4655831" y="31246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5012388" y="33561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3788401" y="26043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4006490" y="28101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5045685" y="3717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4495899" y="32775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3846465" y="29768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3828982" y="32020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5476290" y="36600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6199295" y="34884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5509601" y="31813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4823515" y="2979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5378172" y="32652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3601667" y="43658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5842543" y="33206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5451830" y="31510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6354815" y="32607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4881257" y="38056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3898687" y="33174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3778202" y="19532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4170257" y="22593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3445936" y="18455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2835975" y="15054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5584841" y="24940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4754998" y="25393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4765399" y="24698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5502414" y="29021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5394096" y="2993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6123335" y="30666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6025196" y="3310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5567693" y="30739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6239640" y="31113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5521007" y="28856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6185244" y="32742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5303198" y="26091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5864749" y="28198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5550059" y="25070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6130977" y="28539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5843236" y="27112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5757132" y="26728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5773088" y="27545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6264133" y="27370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6201130" y="27333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5498238" y="24591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6567801" y="30690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4576286" y="17672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4525500" y="19234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4291436" y="18936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3051727" y="13483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4765684" y="21387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6227231" y="25508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5212717" y="20019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2936684" y="10702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4184112" y="18152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3657835" y="14800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4372232" y="17136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4107449" y="17286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5021667" y="20565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3667706" y="13844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5282374" y="22061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4786066" y="21617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5025047" y="21919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4068007" y="15597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5020726" y="19797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4444185" y="17285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4800250" y="22136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6975792" y="29541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3911565" y="18330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4817014" y="18141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4352989" y="19361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6097375" y="27966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3393660" y="13559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3291755" y="13734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5663445" y="23660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4461503" y="23137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4322740" y="27676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5157127" y="29816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2608049" y="24072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1502053" y="23464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3901144" y="28190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2990057" y="24383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5304136" y="33154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4540967" y="29818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4710476" y="29493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5969029" y="36077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5287563" y="24843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5558177" y="26341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4779598" y="21123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5402835" y="26803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5491688" y="26933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5990924" y="28721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4165650" y="31583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2977304" y="26242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3918154" y="30464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5008915" y="36645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2842087" y="26619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4308797" y="32581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3720094" y="38506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4239627" y="41270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4970235" y="40663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4367482" y="39016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3702181" y="37351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3474345" y="36144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4211443" y="38931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4705748" y="42662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3779650" y="20934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5868038" y="34409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5055154" y="31869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4613963" y="25202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4760003" y="27518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3907073" y="24150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4144523" y="24125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5315514" y="39530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5313584" y="38130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3984401" y="24281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5490638" y="30502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5992647" y="35241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4628979" y="28477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3133050" y="20514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5987883" y="34829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3477959" y="42942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3807767" y="32716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4617268" y="37415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5454215" y="24983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5994308" y="28855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5297737" y="22606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4998930" y="23575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5030255" y="29010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4167261" y="25979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4403462" y="31128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2127027" y="37425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2802798" y="3636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4880534" y="34025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5405167" y="30054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5857396" y="32295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5224438" y="28575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5079686" y="28943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4363813" y="26767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7323994" y="39022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7218903" y="42015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5730144" y="32034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4620893" y="25835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5212219" y="28457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5200879" y="30435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5195409" y="26997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4982297" y="26419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4358938" y="24527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7227250" y="40004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5709784" y="29501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7808820" y="42090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5302488" y="29415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4334009" y="24521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3082810" y="32398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3164297" y="32837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4916811" y="22415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4972066" y="23507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3707706" y="40264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2695933" y="35276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2361418" y="35754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2317101" y="35501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2908233" y="30506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3917781" y="17636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4535634" y="21218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3689869" y="16226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5856944" y="33948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5541822" y="33991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5779790" y="22404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6187287" y="25636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5664920" y="24077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5534221" y="33331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5389315" y="22794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5357704" y="23279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5222745" y="22251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4597897" y="34943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3989142" y="30466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4329689" y="31906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5123249" y="35102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4618511" y="30462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4814867" y="33377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5461128" y="35799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4888364" y="3290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4869957" y="30207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4346322" y="44857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3922421" y="44875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3855293" y="42089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3254274" y="59237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6038429" y="25341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4090442" y="15441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4882313" y="19368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6274396" y="2522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4675583" y="17885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4618846" y="47843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2982749" y="41912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4870196" y="39462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6640662" y="46540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5266993" y="21629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4881799" y="29442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5347333" y="31179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5982509" y="3482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4673641" y="27723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5010772" y="30472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4717231" y="33472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3907776" y="20707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4584722" y="21407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4877571" y="23025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2922872" y="34622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5072540" y="24736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3411898" y="17198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2441317" y="12986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5755922" y="28212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4098994" y="45604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5724709" y="24271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5112986" y="19673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5118037" y="22367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4204431" y="16310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4811005" y="18405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4474299" y="18207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5242777" y="21467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7673615" y="35072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5164301" y="19974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4744169" y="18090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4562917" y="19053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5075688" y="40150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5900586" y="44151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5119294" y="37528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6123923" y="23940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6420685" y="27447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7354142" y="28845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6023181" y="23544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6463240" y="24575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4974223" y="36849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4070298" y="3031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4224690" y="34138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4952754" y="34782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4609182" y="60473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5665211" y="38106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5132644" y="31788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3097282" y="28913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2829384" y="26705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3486110" y="28740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5276987" y="37797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4360764" y="23270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3929557" y="23314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3386074" y="19768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4519450" y="24027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4089572" y="23775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2829286" y="18344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4336185" y="25300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4569695" y="35837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5257404" y="36689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4635578" y="37469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5077621" y="39144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4694823" y="36887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5350655" y="39293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6916384" y="34212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4187060" y="37185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6728727" y="41089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5057331" y="21236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4735502" y="31890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5002754" y="30443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6140635" y="28824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5407416" y="44046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6335721" y="25693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3439921" y="37850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5398561" y="39613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3093421" y="47819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4604970" y="35861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4781508" y="27730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4373875" y="43320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4706064" y="46639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5263871" y="46632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4883043" y="41409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4331426" y="38957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4747097" y="3776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4192829" y="3598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6295618" y="32457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5729393" y="29378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5887421" y="36015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5041855" y="28646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5962483" y="37296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5713447" y="38033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5735500" y="37688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6110732" y="37473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6300508" y="32079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3602885" y="34397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4856115" y="41953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3870216" y="40610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4745983" y="21217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3874773" y="17401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5606705" y="25068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4728312" y="22054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5793312" y="25795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5317864" y="23100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4762536" y="20671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5724729" y="25205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5096144" y="22293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7168190" y="31501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5578194" y="24556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6038511" y="26686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4364350" y="19557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4829729" y="19993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5680986" y="35275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5390041" y="29259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5447844" y="30843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3798008" y="23067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5762514" y="32005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3528698" y="16706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5471757" y="27246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2682948" y="1880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4188693" y="34000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5317491" y="38428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4228472" y="34888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4450208" y="35899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4631505" y="23446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5354638" y="33742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4763736" y="33710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5064084" y="35095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3098415" y="26878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1884115" y="17881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5657598" y="33671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5209252" y="49394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4507822" y="45035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4256564" y="44214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3810504" y="46025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4334116" y="44122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5654350" y="21967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5029220" y="26920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6096868" y="31434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5846413" y="29609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5531626" y="26713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5127636" y="24765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5391807" y="33592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3289419" y="40241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2261010" y="35992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3583363" y="8689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4033950" y="11403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4920361" y="39861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3446373" y="38622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6537157" y="35329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4352417" y="32525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4533649" y="41514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5793921" y="31621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4165859" y="23357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4598520" y="26051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4439812" y="24334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4739255" y="26404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4341666" y="27388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5706443" y="31304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5857142" y="31804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6231894" y="32552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5852371" y="32394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6349030" y="33541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5934475" y="32399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4904078" y="22939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5625915" y="29266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5440440" y="27424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3355847" y="34369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4640039" y="58943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4481101" y="59614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3919261" y="55270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5848597" y="31350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5220087" y="28016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3025275" y="17163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2170670" y="12595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4683863" y="33905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3394636" y="43456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5678871" y="33306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3639852" y="42711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3005992" y="52279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5138198" y="27738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5447742" y="33176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5884356" y="32657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4775697" y="27458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5835004" y="33032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4457619" y="27250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5710911" y="32240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4945704" y="29228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4916824" y="29982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5298412" y="30335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5291775" y="30269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3540282" y="58158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4250447" y="23561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5629155" y="27489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5233834" y="273761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6073311" y="26105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5269034" y="21972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3731791" y="15457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3469282" y="16305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2475067" y="9920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4079803" y="21115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4109884" y="19019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5996399" y="2709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5030274" y="30324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5593616" y="32146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5062486" y="29496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4924051" y="26707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4658450" y="35662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5579404" y="35233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5511785" y="31594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5794713" y="30670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5562143" y="30136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5409069" y="26800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5539685" y="27295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5444018" y="28439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2739587" y="32671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2986293" y="38603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6248390" y="28666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5396578" y="2150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7392270" y="30949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6389759" y="27674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6713616" y="31367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4289929" y="39703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3961984" y="24096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6269776" y="36375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5067216" y="39558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5331941" y="41535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5635013" y="39104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5754790" y="43266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4769030" y="27253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4758260" y="25523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3969159" y="20973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5634758" y="25429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4855092" y="20604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3901323" y="1599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3825263" y="1995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6122549" y="29729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6281522" y="31004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3506632" y="21500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3684746" y="22370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4592660" y="23931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5110652" y="28897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4982650" y="27527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5610832" y="29431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3789060" y="18213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3496991" y="18210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4386051" y="22759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3294878" y="17136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4688545" y="24004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4167894" y="21620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4280249" y="20639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4536027" y="20787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5338700" y="26260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4259251" y="23370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4771110" y="21751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4808417" y="26732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5607547" y="29325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5903101" y="3333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5844696" y="23908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5851457" y="36174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3558838" y="23251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3184832" y="48852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5203988" y="59604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6654256" y="35249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4396899" y="20060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3704965" y="52725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4163973" y="19219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3462480" y="17781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4425889" y="20109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4865582" y="22829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5316460" y="30285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4375845" y="22741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5399257" y="29386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5805860" y="31016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5492372" y="29538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5021172" y="26954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5172756" y="27175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4793657" y="25447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5198006" y="27260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5000239" y="25060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5448944" y="19142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6086404" y="29885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5081200" y="20906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6290691" y="31189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6065850" y="29125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4259619" y="35138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3718176" y="20698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2940756" y="16222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3331036" y="55467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5327354" y="30496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5330530" y="31067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2797867" y="45672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2947107" y="40937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1735045" y="36978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5204499" y="24681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3934830" y="39594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5549598" y="26144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3712830" y="42638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5756194" y="39093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3709929" y="33995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2225382" y="27236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4244134" y="36263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4378255" y="37674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2712347" y="30531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3398053" y="34106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3024632" y="31709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4053793" y="3692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3563690" y="39075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3504459" y="46115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4269677" y="49362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4856895" y="27437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2944341" y="22353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3447142" y="25232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4359279" y="30774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2583915" y="22831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5554655" y="27566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5187150" y="26180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4803994" y="23924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4225100" y="28200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3411901" y="19144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3654685" y="21288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6200486" y="30251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5485934" y="28183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5708216" y="27106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4649500" y="25812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5305112" y="31372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4700767" y="21937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5317036" y="25276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5675905" y="27070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5689611" y="26263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4631965" y="20764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5290045" y="24063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6392309" y="29698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5836646" y="26924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5062562" y="23137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5478406" y="25367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5580588" y="24208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7206304" y="36543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5145048" y="26304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5926422" y="32291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5662618" y="30285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3576656" y="37386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4167076" y="36614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3778381" y="32597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3223958" y="21862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3525271" y="22293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3540274" y="22791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3355995" y="22353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5370404" y="27744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5963570" y="30145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4876224" y="25958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1897306" y="38695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4812728" y="18208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5343272" y="21987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3968357" y="48300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6066270" y="37019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4940658" y="30805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5617135" y="32681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6472531" y="37089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6225275" y="36655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4857798" y="30371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5998889" y="35454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5846190" y="34878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5735225" y="32616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5588349" y="33534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5344197" y="31797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5515582" y="34415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5550836" y="33474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6345029" y="36571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5362375" y="31341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5544528" y="328888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5618692" y="33554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5335889" y="32559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5022852" y="40744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5060054" y="41581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6182679" y="39331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4749248" y="32979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5636722" y="37803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4276303" y="26885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4841617" y="28539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4703658" y="21820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3425158" y="16407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5061789" y="24229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6017004" y="33434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6971454" y="40184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5824166" y="31806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5597458" y="31305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5947533" y="34460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5481837" y="33900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5115537" y="24270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4792587" y="29916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4110254" y="21448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3196018" y="559109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5353844" y="24228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6144752" y="27456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7051851" y="4109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5772712" y="34492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6913192" y="40669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5263828" y="31158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2965992" y="20988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4502697" y="28308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4032434" y="26470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4564396" y="27255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4783885" y="19096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2786031" y="42721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5148523" y="30379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4348304" y="26620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5148837" y="30448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5725710" y="32755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4963154" y="26931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5276652" y="32291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5445149" y="30314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5304167" y="30805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5448939" y="29725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6010154" y="31987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6736174" y="35634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5087344" y="272223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4803243" y="27068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5511563" y="31434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5700092" y="30438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4879147" y="27967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5807206" y="31155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5248519" y="27865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5345220" y="30500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6213072" y="31805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6570485" y="27995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3658446" y="47708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5255454" y="29217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5861158" y="27055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5591012" y="25730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5237067" y="26431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4572568" y="28547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6088310" y="355037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5076514" y="30098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1793062" y="40409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3104044" y="46035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6238908" y="32054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5830460" y="30915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6250506" y="33415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6573646" y="34929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6169874" y="338703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4573783" y="20317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5376071" y="23759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4195335" y="21272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4156876" y="42685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4363528" y="45887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4087231" y="39684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3693586" y="38794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4430519" y="39800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3460270" y="35574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4113328" y="25202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4539997" y="26055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4523594" y="28261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3631367" y="37103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4308910" y="41633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4165171" y="28904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3989906" y="27017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3830136" y="28702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2779775" y="22162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5331028" y="24722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4778478" y="20468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6161027" y="29604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5944065" y="26338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6131651" y="26016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7088399" y="31099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5109249" y="24819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4652972" y="22142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5187170" y="242816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4838227" y="23407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5436953" y="34726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4111802" y="31818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6023832" y="27511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4506161" y="28007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4390239" y="25772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4583377" y="35871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4435808" y="32928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4533998" y="36190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4646345" y="40379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4052251" y="36753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4624992" y="37204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4324543" y="35068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3340105" y="311542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5222349" y="41372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4156497" y="326964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5494436" y="40011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5032740" y="350058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3890202" y="341188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5639650" y="41544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6712737" y="457567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4300562" y="35719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4916641" y="36172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4349883" y="37308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4419992" y="38180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3875397" y="367781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5061747" y="36344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4626998" y="37510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4784158" y="34553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4414759" y="346030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6157393" y="28043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5045199" y="26082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5597701" y="37397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2501919" y="28882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3072422" y="30173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2688194" y="2637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2970604" y="31645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2034712" y="29093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2439522" y="262237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2765888" y="433051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3315118" y="29526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2978562" y="29240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2467448" y="29435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5846546" y="28248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5596698" y="26887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2792412" y="9006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6800473" y="30575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5828687" y="265277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3061009" y="10506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5698534" y="45230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4101356" y="38225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3909925" y="35714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4508126" y="382332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4657645" y="414765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4363154" y="38388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3984527" y="38219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4380363" y="38204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4401266" y="39152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4436485" y="386607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3483604" y="33771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3595790" y="35607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4458631" y="35231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4624586" y="34216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4253990" y="31018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3677555" y="28948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4735229" y="37109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6608943" y="42874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4182109" y="33660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4161041" y="32192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4192379" y="33453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4348854" y="33503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3997506" y="35934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4428755" y="32894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4595099" y="42484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4528360" y="35150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3727134" y="30241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4526335" y="36859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2791931" y="23903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3602164" y="29183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5525898" y="37619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2209418" y="22061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2176602" y="226725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3308982" y="29391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6403283" y="449381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4672974" y="343662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4477655" y="32528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3140528" y="279055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5149729" y="37298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6679983" y="450313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4280022" y="31844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3634341" y="30431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4206682" y="33301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2800796" y="24899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2789631" y="255035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5101588" y="395320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5738175" y="40513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4181352" y="344425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3304012" y="291435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3973777" y="30005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4200548" y="341798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5007283" y="33213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4078602" y="31980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2532604" y="27786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5068690" y="29079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4368941" y="26677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4252418" y="23519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3863632" y="233269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4105892" y="27694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4270667" y="26258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3635551" y="36635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4901161" y="44866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4055340" y="38411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3882183" y="37468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5913068" y="31368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5020900" y="277003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5780393" y="31332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5178267" y="29806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5149784" y="24677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5513580" y="32590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4279163" y="276684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4395206" y="28653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3700380" y="24044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3720327" y="25465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3215588" y="229132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3575729" y="24207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3734388" y="25250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1527386" y="26897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4848769" y="440654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2191666" y="20939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5145301" y="18816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4733506" y="17847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5502254" y="339856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6096734" y="42894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4697274" y="250665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4537832" y="235351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4206994" y="169823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6114790" y="33996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4587675" y="445680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3272326" y="38572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3270823" y="38888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3206179" y="39036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3437348" y="39971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3005768" y="37222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3436028" y="386334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3754392" y="42221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3142096" y="39427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2580353" y="353260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2622560" y="35803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5679110" y="30320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4916621" y="29486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5471187" y="327511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5714641" y="337009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5692866" y="32284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4646966" y="268447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5259413" y="30835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4509953" y="210763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4776849" y="21748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4533982" y="207328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4633699" y="22134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5046313" y="28655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6999045" y="35790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4395274" y="244450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4094459" y="243529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4603386" y="258163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3813607" y="20325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4448925" y="214664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6817142" y="331430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5054740" y="251533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3842053" y="22654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4173129" y="22117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4006969" y="22845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4829645" y="299519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5613786" y="330894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4530017" y="21092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3861556" y="273542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5726814" y="32247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6921618" y="345124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6587843" y="313892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5717998" y="251579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5352899" y="351268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4647067" y="314450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6114766" y="348127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4877093" y="313332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5304993" y="343799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4904165" y="312061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5030745" y="303955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4227084" y="27770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5478966" y="362818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4698519" y="301462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5638188" y="351781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5612116" y="379656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5830827" y="364158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5206540" y="323763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5262302" y="338405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4607097" y="299142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4839821" y="301956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4301916" y="25135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5015728" y="28101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4877021" y="30680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5237162" y="303325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5580477" y="334388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3130042" y="35216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3254466" y="343090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4931468" y="4302865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3346694" y="35095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5635485" y="251198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5344570" y="230152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6033818" y="273816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4810650" y="434876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4016879" y="22448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4878154" y="387379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6358886" y="434020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3176542" y="210934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4483791" y="269961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5468381" y="237053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6513059" y="294236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6976567" y="319331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6284475" y="277186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6338299" y="2933461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7121112" y="31179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4817214" y="2179902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6931617" y="3127978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3546739" y="1742593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5168678" y="2450699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7320798" y="3343147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4999193" y="2362276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4449331" y="2004140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4324292" y="2042774"/>
              <a:ext cx="40447" cy="40447"/>
            </a:xfrm>
            <a:prstGeom prst="ellipse">
              <a:avLst/>
            </a:prstGeom>
            <a:solidFill>
              <a:srgbClr val="B3B3B3">
                <a:alpha val="25098"/>
              </a:srgbClr>
            </a:solidFill>
            <a:ln w="10636" cap="rnd">
              <a:solidFill>
                <a:srgbClr val="B3B3B3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3581570" y="4093078"/>
              <a:ext cx="151562" cy="151562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3812945" y="2337485"/>
              <a:ext cx="151562" cy="151562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5455553" y="3048058"/>
              <a:ext cx="151562" cy="151562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tx2854"/>
            <p:cNvSpPr/>
            <p:nvPr/>
          </p:nvSpPr>
          <p:spPr>
            <a:xfrm>
              <a:off x="3496807" y="4051812"/>
              <a:ext cx="321090" cy="125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2855" name="tx2855"/>
            <p:cNvSpPr/>
            <p:nvPr/>
          </p:nvSpPr>
          <p:spPr>
            <a:xfrm>
              <a:off x="3728181" y="2296218"/>
              <a:ext cx="321090" cy="125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2856" name="tx2856"/>
            <p:cNvSpPr/>
            <p:nvPr/>
          </p:nvSpPr>
          <p:spPr>
            <a:xfrm>
              <a:off x="5370789" y="3006792"/>
              <a:ext cx="321090" cy="125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2857" name="pl2857"/>
            <p:cNvSpPr/>
            <p:nvPr/>
          </p:nvSpPr>
          <p:spPr>
            <a:xfrm>
              <a:off x="4180042" y="2948556"/>
              <a:ext cx="485920" cy="184463"/>
            </a:xfrm>
            <a:custGeom>
              <a:avLst/>
              <a:pathLst>
                <a:path w="485920" h="184463">
                  <a:moveTo>
                    <a:pt x="485920" y="184463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4180042" y="2938182"/>
              <a:ext cx="63964" cy="60581"/>
            </a:xfrm>
            <a:custGeom>
              <a:avLst/>
              <a:pathLst>
                <a:path w="63964" h="60581">
                  <a:moveTo>
                    <a:pt x="63964" y="0"/>
                  </a:moveTo>
                  <a:lnTo>
                    <a:pt x="0" y="10374"/>
                  </a:lnTo>
                  <a:lnTo>
                    <a:pt x="40966" y="60581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4276425" y="2944802"/>
              <a:ext cx="389538" cy="188217"/>
            </a:xfrm>
            <a:custGeom>
              <a:avLst/>
              <a:pathLst>
                <a:path w="389538" h="188217">
                  <a:moveTo>
                    <a:pt x="389538" y="188217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4276425" y="2940044"/>
              <a:ext cx="64625" cy="58346"/>
            </a:xfrm>
            <a:custGeom>
              <a:avLst/>
              <a:pathLst>
                <a:path w="64625" h="58346">
                  <a:moveTo>
                    <a:pt x="64625" y="0"/>
                  </a:moveTo>
                  <a:lnTo>
                    <a:pt x="0" y="4758"/>
                  </a:lnTo>
                  <a:lnTo>
                    <a:pt x="36433" y="58346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4146273" y="2867892"/>
              <a:ext cx="519690" cy="265127"/>
            </a:xfrm>
            <a:custGeom>
              <a:avLst/>
              <a:pathLst>
                <a:path w="519690" h="265127">
                  <a:moveTo>
                    <a:pt x="519690" y="265127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4146273" y="2864534"/>
              <a:ext cx="64712" cy="57722"/>
            </a:xfrm>
            <a:custGeom>
              <a:avLst/>
              <a:pathLst>
                <a:path w="64712" h="57722">
                  <a:moveTo>
                    <a:pt x="64712" y="0"/>
                  </a:moveTo>
                  <a:lnTo>
                    <a:pt x="0" y="3358"/>
                  </a:lnTo>
                  <a:lnTo>
                    <a:pt x="35265" y="57722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4306245" y="3133020"/>
              <a:ext cx="359717" cy="188075"/>
            </a:xfrm>
            <a:custGeom>
              <a:avLst/>
              <a:pathLst>
                <a:path w="359717" h="188075">
                  <a:moveTo>
                    <a:pt x="359717" y="0"/>
                  </a:moveTo>
                  <a:lnTo>
                    <a:pt x="0" y="188075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4306245" y="3266381"/>
              <a:ext cx="64743" cy="57424"/>
            </a:xfrm>
            <a:custGeom>
              <a:avLst/>
              <a:pathLst>
                <a:path w="64743" h="57424">
                  <a:moveTo>
                    <a:pt x="34719" y="0"/>
                  </a:moveTo>
                  <a:lnTo>
                    <a:pt x="0" y="54713"/>
                  </a:lnTo>
                  <a:lnTo>
                    <a:pt x="64743" y="57424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4369374" y="3133020"/>
              <a:ext cx="296589" cy="582867"/>
            </a:xfrm>
            <a:custGeom>
              <a:avLst/>
              <a:pathLst>
                <a:path w="296589" h="582867">
                  <a:moveTo>
                    <a:pt x="296589" y="0"/>
                  </a:moveTo>
                  <a:lnTo>
                    <a:pt x="0" y="582867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4365947" y="3651178"/>
              <a:ext cx="57753" cy="64709"/>
            </a:xfrm>
            <a:custGeom>
              <a:avLst/>
              <a:pathLst>
                <a:path w="57753" h="64709">
                  <a:moveTo>
                    <a:pt x="0" y="0"/>
                  </a:moveTo>
                  <a:lnTo>
                    <a:pt x="3426" y="64709"/>
                  </a:lnTo>
                  <a:lnTo>
                    <a:pt x="57753" y="29387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4349961" y="2805623"/>
              <a:ext cx="316001" cy="327396"/>
            </a:xfrm>
            <a:custGeom>
              <a:avLst/>
              <a:pathLst>
                <a:path w="316001" h="327396">
                  <a:moveTo>
                    <a:pt x="316001" y="327396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4349961" y="2805623"/>
              <a:ext cx="62285" cy="62879"/>
            </a:xfrm>
            <a:custGeom>
              <a:avLst/>
              <a:pathLst>
                <a:path w="62285" h="62879">
                  <a:moveTo>
                    <a:pt x="62285" y="17877"/>
                  </a:moveTo>
                  <a:lnTo>
                    <a:pt x="0" y="0"/>
                  </a:lnTo>
                  <a:lnTo>
                    <a:pt x="15660" y="62879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4358074" y="3133020"/>
              <a:ext cx="307889" cy="531578"/>
            </a:xfrm>
            <a:custGeom>
              <a:avLst/>
              <a:pathLst>
                <a:path w="307889" h="531578">
                  <a:moveTo>
                    <a:pt x="307889" y="0"/>
                  </a:moveTo>
                  <a:lnTo>
                    <a:pt x="0" y="531578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4358074" y="3599798"/>
              <a:ext cx="56163" cy="64799"/>
            </a:xfrm>
            <a:custGeom>
              <a:avLst/>
              <a:pathLst>
                <a:path w="56163" h="64799">
                  <a:moveTo>
                    <a:pt x="89" y="0"/>
                  </a:moveTo>
                  <a:lnTo>
                    <a:pt x="0" y="64799"/>
                  </a:lnTo>
                  <a:lnTo>
                    <a:pt x="56163" y="32477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tx2871"/>
            <p:cNvSpPr/>
            <p:nvPr/>
          </p:nvSpPr>
          <p:spPr>
            <a:xfrm>
              <a:off x="3864733" y="2976790"/>
              <a:ext cx="344464" cy="121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logRS</a:t>
              </a:r>
            </a:p>
          </p:txBody>
        </p:sp>
        <p:sp>
          <p:nvSpPr>
            <p:cNvPr id="2872" name="tx2872"/>
            <p:cNvSpPr/>
            <p:nvPr/>
          </p:nvSpPr>
          <p:spPr>
            <a:xfrm>
              <a:off x="4324975" y="3004401"/>
              <a:ext cx="175690" cy="90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HB</a:t>
              </a:r>
            </a:p>
          </p:txBody>
        </p:sp>
        <p:sp>
          <p:nvSpPr>
            <p:cNvPr id="2873" name="tx2873"/>
            <p:cNvSpPr/>
            <p:nvPr/>
          </p:nvSpPr>
          <p:spPr>
            <a:xfrm>
              <a:off x="3841244" y="2688817"/>
              <a:ext cx="337362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logTR</a:t>
              </a:r>
            </a:p>
          </p:txBody>
        </p:sp>
        <p:sp>
          <p:nvSpPr>
            <p:cNvPr id="2874" name="tx2874"/>
            <p:cNvSpPr/>
            <p:nvPr/>
          </p:nvSpPr>
          <p:spPr>
            <a:xfrm>
              <a:off x="4365281" y="3167620"/>
              <a:ext cx="414617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logHWI</a:t>
              </a:r>
            </a:p>
          </p:txBody>
        </p:sp>
        <p:sp>
          <p:nvSpPr>
            <p:cNvPr id="2875" name="tx2875"/>
            <p:cNvSpPr/>
            <p:nvPr/>
          </p:nvSpPr>
          <p:spPr>
            <a:xfrm>
              <a:off x="4336317" y="3743536"/>
              <a:ext cx="337486" cy="121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logGL</a:t>
              </a:r>
            </a:p>
          </p:txBody>
        </p:sp>
        <p:sp>
          <p:nvSpPr>
            <p:cNvPr id="2876" name="tx2876"/>
            <p:cNvSpPr/>
            <p:nvPr/>
          </p:nvSpPr>
          <p:spPr>
            <a:xfrm>
              <a:off x="4314370" y="2626588"/>
              <a:ext cx="344464" cy="121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logCS</a:t>
              </a:r>
            </a:p>
          </p:txBody>
        </p:sp>
        <p:sp>
          <p:nvSpPr>
            <p:cNvPr id="2877" name="tx2877"/>
            <p:cNvSpPr/>
            <p:nvPr/>
          </p:nvSpPr>
          <p:spPr>
            <a:xfrm>
              <a:off x="4045098" y="3487579"/>
              <a:ext cx="358482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logBM</a:t>
              </a:r>
            </a:p>
          </p:txBody>
        </p:sp>
        <p:sp>
          <p:nvSpPr>
            <p:cNvPr id="2878" name="pl2878"/>
            <p:cNvSpPr/>
            <p:nvPr/>
          </p:nvSpPr>
          <p:spPr>
            <a:xfrm>
              <a:off x="580318" y="568962"/>
              <a:ext cx="0" cy="5812358"/>
            </a:xfrm>
            <a:custGeom>
              <a:avLst/>
              <a:pathLst>
                <a:path w="0" h="5812358">
                  <a:moveTo>
                    <a:pt x="0" y="5812358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tx2879"/>
            <p:cNvSpPr/>
            <p:nvPr/>
          </p:nvSpPr>
          <p:spPr>
            <a:xfrm>
              <a:off x="278707" y="6299710"/>
              <a:ext cx="22759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-5.0</a:t>
              </a:r>
            </a:p>
          </p:txBody>
        </p:sp>
        <p:sp>
          <p:nvSpPr>
            <p:cNvPr id="2880" name="tx2880"/>
            <p:cNvSpPr/>
            <p:nvPr/>
          </p:nvSpPr>
          <p:spPr>
            <a:xfrm>
              <a:off x="278707" y="4692486"/>
              <a:ext cx="227592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-2.5</a:t>
              </a:r>
            </a:p>
          </p:txBody>
        </p:sp>
        <p:sp>
          <p:nvSpPr>
            <p:cNvPr id="2881" name="tx2881"/>
            <p:cNvSpPr/>
            <p:nvPr/>
          </p:nvSpPr>
          <p:spPr>
            <a:xfrm>
              <a:off x="322691" y="3085521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882" name="tx2882"/>
            <p:cNvSpPr/>
            <p:nvPr/>
          </p:nvSpPr>
          <p:spPr>
            <a:xfrm>
              <a:off x="322691" y="1478298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2883" name="pl2883"/>
            <p:cNvSpPr/>
            <p:nvPr/>
          </p:nvSpPr>
          <p:spPr>
            <a:xfrm>
              <a:off x="539197" y="634720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l2884"/>
            <p:cNvSpPr/>
            <p:nvPr/>
          </p:nvSpPr>
          <p:spPr>
            <a:xfrm>
              <a:off x="539197" y="474011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l2885"/>
            <p:cNvSpPr/>
            <p:nvPr/>
          </p:nvSpPr>
          <p:spPr>
            <a:xfrm>
              <a:off x="539197" y="313302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539197" y="152592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580318" y="6381320"/>
              <a:ext cx="7593903" cy="0"/>
            </a:xfrm>
            <a:custGeom>
              <a:avLst/>
              <a:pathLst>
                <a:path w="7593903" h="0">
                  <a:moveTo>
                    <a:pt x="0" y="0"/>
                  </a:moveTo>
                  <a:lnTo>
                    <a:pt x="759390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1170366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2918164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4665963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6413762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8161560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tx2893"/>
            <p:cNvSpPr/>
            <p:nvPr/>
          </p:nvSpPr>
          <p:spPr>
            <a:xfrm>
              <a:off x="1056569" y="6455209"/>
              <a:ext cx="22759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-5.0</a:t>
              </a:r>
            </a:p>
          </p:txBody>
        </p:sp>
        <p:sp>
          <p:nvSpPr>
            <p:cNvPr id="2894" name="tx2894"/>
            <p:cNvSpPr/>
            <p:nvPr/>
          </p:nvSpPr>
          <p:spPr>
            <a:xfrm>
              <a:off x="2804368" y="6455080"/>
              <a:ext cx="227592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-2.5</a:t>
              </a:r>
            </a:p>
          </p:txBody>
        </p:sp>
        <p:sp>
          <p:nvSpPr>
            <p:cNvPr id="2895" name="tx2895"/>
            <p:cNvSpPr/>
            <p:nvPr/>
          </p:nvSpPr>
          <p:spPr>
            <a:xfrm>
              <a:off x="4574158" y="6455209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896" name="tx2896"/>
            <p:cNvSpPr/>
            <p:nvPr/>
          </p:nvSpPr>
          <p:spPr>
            <a:xfrm>
              <a:off x="6321957" y="6455080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2897" name="tx2897"/>
            <p:cNvSpPr/>
            <p:nvPr/>
          </p:nvSpPr>
          <p:spPr>
            <a:xfrm>
              <a:off x="8069756" y="6455209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</a:t>
              </a:r>
            </a:p>
          </p:txBody>
        </p:sp>
        <p:sp>
          <p:nvSpPr>
            <p:cNvPr id="2898" name="tx2898"/>
            <p:cNvSpPr/>
            <p:nvPr/>
          </p:nvSpPr>
          <p:spPr>
            <a:xfrm>
              <a:off x="3904703" y="6584861"/>
              <a:ext cx="945133" cy="1543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PC1 (36.5%)</a:t>
              </a:r>
            </a:p>
          </p:txBody>
        </p:sp>
        <p:sp>
          <p:nvSpPr>
            <p:cNvPr id="2899" name="tx2899"/>
            <p:cNvSpPr/>
            <p:nvPr/>
          </p:nvSpPr>
          <p:spPr>
            <a:xfrm rot="-5400000">
              <a:off x="-348687" y="3397952"/>
              <a:ext cx="945133" cy="1543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PC2 (23.1%)</a:t>
              </a:r>
            </a:p>
          </p:txBody>
        </p:sp>
        <p:sp>
          <p:nvSpPr>
            <p:cNvPr id="2900" name="rc2900"/>
            <p:cNvSpPr/>
            <p:nvPr/>
          </p:nvSpPr>
          <p:spPr>
            <a:xfrm>
              <a:off x="8338705" y="2944922"/>
              <a:ext cx="723053" cy="1060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1" name="tx2901"/>
            <p:cNvSpPr/>
            <p:nvPr/>
          </p:nvSpPr>
          <p:spPr>
            <a:xfrm>
              <a:off x="8420946" y="3039215"/>
              <a:ext cx="229269" cy="125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902" name="rc2902"/>
            <p:cNvSpPr/>
            <p:nvPr/>
          </p:nvSpPr>
          <p:spPr>
            <a:xfrm>
              <a:off x="8420946" y="326475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8454893" y="3298697"/>
              <a:ext cx="151562" cy="151562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rc2904"/>
            <p:cNvSpPr/>
            <p:nvPr/>
          </p:nvSpPr>
          <p:spPr>
            <a:xfrm>
              <a:off x="8420946" y="348420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8454893" y="3518153"/>
              <a:ext cx="151562" cy="151562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rc2906"/>
            <p:cNvSpPr/>
            <p:nvPr/>
          </p:nvSpPr>
          <p:spPr>
            <a:xfrm>
              <a:off x="8420946" y="37036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8454893" y="3737609"/>
              <a:ext cx="151562" cy="151562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tx2908"/>
            <p:cNvSpPr/>
            <p:nvPr/>
          </p:nvSpPr>
          <p:spPr>
            <a:xfrm>
              <a:off x="8722644" y="3322014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2909" name="tx2909"/>
            <p:cNvSpPr/>
            <p:nvPr/>
          </p:nvSpPr>
          <p:spPr>
            <a:xfrm>
              <a:off x="8722644" y="3541470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2910" name="tx2910"/>
            <p:cNvSpPr/>
            <p:nvPr/>
          </p:nvSpPr>
          <p:spPr>
            <a:xfrm>
              <a:off x="8722644" y="3760926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2911" name="tx2911"/>
            <p:cNvSpPr/>
            <p:nvPr/>
          </p:nvSpPr>
          <p:spPr>
            <a:xfrm>
              <a:off x="580318" y="292035"/>
              <a:ext cx="9622153" cy="158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Clustering uses transformed/winsorised traits in PCA space. Selected solution: Kmeans, K=3; silhouette=0.245; min Jaccard=0.598.</a:t>
              </a:r>
            </a:p>
          </p:txBody>
        </p:sp>
        <p:sp>
          <p:nvSpPr>
            <p:cNvPr id="2912" name="tx2912"/>
            <p:cNvSpPr/>
            <p:nvPr/>
          </p:nvSpPr>
          <p:spPr>
            <a:xfrm>
              <a:off x="580318" y="40222"/>
              <a:ext cx="4159287" cy="169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strategy space and stable FG solution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2026-03-23T17:43:46Z</dcterms:modified>
  <cp:category/>
</cp:coreProperties>
</file>