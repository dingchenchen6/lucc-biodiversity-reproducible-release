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601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192512" y="2238751"/>
              <a:ext cx="4313183" cy="34616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334288" y="3977159"/>
              <a:ext cx="135785" cy="580429"/>
            </a:xfrm>
            <a:prstGeom prst="rect">
              <a:avLst/>
            </a:prstGeom>
            <a:solidFill>
              <a:srgbClr val="F05A5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933341" y="4425098"/>
              <a:ext cx="135785" cy="132490"/>
            </a:xfrm>
            <a:prstGeom prst="rect">
              <a:avLst/>
            </a:prstGeom>
            <a:solidFill>
              <a:srgbClr val="F05A5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532394" y="4102703"/>
              <a:ext cx="135785" cy="454885"/>
            </a:xfrm>
            <a:prstGeom prst="rect">
              <a:avLst/>
            </a:prstGeom>
            <a:solidFill>
              <a:srgbClr val="F05A5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131447" y="3399191"/>
              <a:ext cx="135785" cy="1158397"/>
            </a:xfrm>
            <a:prstGeom prst="rect">
              <a:avLst/>
            </a:prstGeom>
            <a:solidFill>
              <a:srgbClr val="F05A5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30501" y="2396101"/>
              <a:ext cx="135785" cy="2161487"/>
            </a:xfrm>
            <a:prstGeom prst="rect">
              <a:avLst/>
            </a:prstGeom>
            <a:solidFill>
              <a:srgbClr val="F05A5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329554" y="4506715"/>
              <a:ext cx="135785" cy="50873"/>
            </a:xfrm>
            <a:prstGeom prst="rect">
              <a:avLst/>
            </a:prstGeom>
            <a:solidFill>
              <a:srgbClr val="F05A5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928607" y="3709622"/>
              <a:ext cx="135785" cy="847966"/>
            </a:xfrm>
            <a:prstGeom prst="rect">
              <a:avLst/>
            </a:prstGeom>
            <a:solidFill>
              <a:srgbClr val="F05A5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484051" y="3754052"/>
              <a:ext cx="135785" cy="803536"/>
            </a:xfrm>
            <a:prstGeom prst="rect">
              <a:avLst/>
            </a:prstGeom>
            <a:solidFill>
              <a:srgbClr val="19B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083104" y="3588681"/>
              <a:ext cx="135785" cy="968907"/>
            </a:xfrm>
            <a:prstGeom prst="rect">
              <a:avLst/>
            </a:prstGeom>
            <a:solidFill>
              <a:srgbClr val="19B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2682157" y="3179790"/>
              <a:ext cx="135785" cy="1377798"/>
            </a:xfrm>
            <a:prstGeom prst="rect">
              <a:avLst/>
            </a:prstGeom>
            <a:solidFill>
              <a:srgbClr val="19B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281211" y="4345205"/>
              <a:ext cx="135785" cy="212383"/>
            </a:xfrm>
            <a:prstGeom prst="rect">
              <a:avLst/>
            </a:prstGeom>
            <a:solidFill>
              <a:srgbClr val="19B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880264" y="4557588"/>
              <a:ext cx="135785" cy="587358"/>
            </a:xfrm>
            <a:prstGeom prst="rect">
              <a:avLst/>
            </a:prstGeom>
            <a:solidFill>
              <a:srgbClr val="19B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479317" y="3588408"/>
              <a:ext cx="135785" cy="969180"/>
            </a:xfrm>
            <a:prstGeom prst="rect">
              <a:avLst/>
            </a:prstGeom>
            <a:solidFill>
              <a:srgbClr val="19B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5078371" y="4557588"/>
              <a:ext cx="135785" cy="216722"/>
            </a:xfrm>
            <a:prstGeom prst="rect">
              <a:avLst/>
            </a:prstGeom>
            <a:solidFill>
              <a:srgbClr val="19B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633814" y="4557588"/>
              <a:ext cx="135785" cy="704423"/>
            </a:xfrm>
            <a:prstGeom prst="rect">
              <a:avLst/>
            </a:prstGeom>
            <a:solidFill>
              <a:srgbClr val="4E79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232868" y="4557588"/>
              <a:ext cx="135785" cy="615926"/>
            </a:xfrm>
            <a:prstGeom prst="rect">
              <a:avLst/>
            </a:prstGeom>
            <a:solidFill>
              <a:srgbClr val="4E79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831921" y="4557588"/>
              <a:ext cx="135785" cy="985507"/>
            </a:xfrm>
            <a:prstGeom prst="rect">
              <a:avLst/>
            </a:prstGeom>
            <a:solidFill>
              <a:srgbClr val="4E79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430974" y="4557588"/>
              <a:ext cx="135785" cy="599713"/>
            </a:xfrm>
            <a:prstGeom prst="rect">
              <a:avLst/>
            </a:prstGeom>
            <a:solidFill>
              <a:srgbClr val="4E79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030027" y="4557588"/>
              <a:ext cx="135785" cy="549070"/>
            </a:xfrm>
            <a:prstGeom prst="rect">
              <a:avLst/>
            </a:prstGeom>
            <a:solidFill>
              <a:srgbClr val="4E79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629081" y="4557588"/>
              <a:ext cx="135785" cy="582501"/>
            </a:xfrm>
            <a:prstGeom prst="rect">
              <a:avLst/>
            </a:prstGeom>
            <a:solidFill>
              <a:srgbClr val="4E79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228134" y="4557588"/>
              <a:ext cx="135785" cy="223343"/>
            </a:xfrm>
            <a:prstGeom prst="rect">
              <a:avLst/>
            </a:prstGeom>
            <a:solidFill>
              <a:srgbClr val="4E79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92512" y="4557588"/>
              <a:ext cx="4313183" cy="0"/>
            </a:xfrm>
            <a:custGeom>
              <a:avLst/>
              <a:pathLst>
                <a:path w="4313183" h="0">
                  <a:moveTo>
                    <a:pt x="0" y="0"/>
                  </a:moveTo>
                  <a:lnTo>
                    <a:pt x="4313183" y="0"/>
                  </a:lnTo>
                  <a:lnTo>
                    <a:pt x="4313183" y="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512" y="2238751"/>
              <a:ext cx="0" cy="3461694"/>
            </a:xfrm>
            <a:custGeom>
              <a:avLst/>
              <a:pathLst>
                <a:path w="0" h="3461694">
                  <a:moveTo>
                    <a:pt x="0" y="3461694"/>
                  </a:moveTo>
                  <a:lnTo>
                    <a:pt x="0" y="0"/>
                  </a:lnTo>
                </a:path>
              </a:pathLst>
            </a:custGeom>
            <a:ln w="1601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890901" y="5299098"/>
              <a:ext cx="227592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934885" y="4510090"/>
              <a:ext cx="183609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34885" y="3721082"/>
              <a:ext cx="183609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34885" y="2932074"/>
              <a:ext cx="183609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1151391" y="534659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51391" y="4557588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51391" y="3768581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51391" y="297957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2512" y="5700445"/>
              <a:ext cx="4313183" cy="0"/>
            </a:xfrm>
            <a:custGeom>
              <a:avLst/>
              <a:pathLst>
                <a:path w="4313183" h="0">
                  <a:moveTo>
                    <a:pt x="0" y="0"/>
                  </a:moveTo>
                  <a:lnTo>
                    <a:pt x="4313183" y="0"/>
                  </a:lnTo>
                </a:path>
              </a:pathLst>
            </a:custGeom>
            <a:ln w="1601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1944" y="570044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150997" y="570044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50050" y="570044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349104" y="570044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948157" y="570044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4547210" y="570044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5146263" y="570044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460203" y="5769110"/>
              <a:ext cx="183480" cy="100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RS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59257" y="5774463"/>
              <a:ext cx="183480" cy="947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HB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2018" y="5774463"/>
              <a:ext cx="176063" cy="947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20732" y="5774463"/>
              <a:ext cx="256743" cy="947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HWI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860060" y="5769368"/>
              <a:ext cx="176192" cy="998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GL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455470" y="5769110"/>
              <a:ext cx="183480" cy="100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047203" y="5774463"/>
              <a:ext cx="198120" cy="947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-1278986" y="3891925"/>
              <a:ext cx="3908952" cy="155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Mean z-score (traits standardised across species)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5670179" y="3439379"/>
              <a:ext cx="2712959" cy="10604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5752420" y="3503200"/>
              <a:ext cx="2036340" cy="1555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Functional strategy group</a:t>
              </a:r>
            </a:p>
          </p:txBody>
        </p:sp>
        <p:sp>
          <p:nvSpPr>
            <p:cNvPr id="55" name="rc55"/>
            <p:cNvSpPr/>
            <p:nvPr/>
          </p:nvSpPr>
          <p:spPr>
            <a:xfrm>
              <a:off x="5752420" y="375920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63057" y="3769844"/>
              <a:ext cx="198183" cy="198183"/>
            </a:xfrm>
            <a:prstGeom prst="rect">
              <a:avLst/>
            </a:prstGeom>
            <a:solidFill>
              <a:srgbClr val="F05A5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52420" y="3978664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763057" y="3989300"/>
              <a:ext cx="198183" cy="198183"/>
            </a:xfrm>
            <a:prstGeom prst="rect">
              <a:avLst/>
            </a:prstGeom>
            <a:solidFill>
              <a:srgbClr val="19B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52420" y="4198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63057" y="4208756"/>
              <a:ext cx="198183" cy="198183"/>
            </a:xfrm>
            <a:prstGeom prst="rect">
              <a:avLst/>
            </a:prstGeom>
            <a:solidFill>
              <a:srgbClr val="4E79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6054118" y="3789771"/>
              <a:ext cx="2055559" cy="1265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FG1: slow-history and large-bodied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054118" y="4009227"/>
              <a:ext cx="2246778" cy="1265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FG2: broad niche and higher fecundity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054118" y="4230360"/>
              <a:ext cx="1937925" cy="1248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FG3: restricted and low-dispersal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192512" y="1963113"/>
              <a:ext cx="6855035" cy="156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Mean z-score across species (positive = above overall mean; negative = below overall mean).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192512" y="1710011"/>
              <a:ext cx="4830638" cy="1699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 syndromes defining functional strategy groups (FG)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2026-03-26T19:10:35Z</dcterms:modified>
  <cp:category/>
</cp:coreProperties>
</file>