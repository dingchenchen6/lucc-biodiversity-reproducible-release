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3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6014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80318" y="568962"/>
              <a:ext cx="7593903" cy="60088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093609" y="3586498"/>
              <a:ext cx="239067" cy="1007512"/>
            </a:xfrm>
            <a:prstGeom prst="rect">
              <a:avLst/>
            </a:prstGeom>
            <a:solidFill>
              <a:srgbClr val="F05A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148318" y="4364033"/>
              <a:ext cx="239067" cy="229977"/>
            </a:xfrm>
            <a:prstGeom prst="rect">
              <a:avLst/>
            </a:prstGeom>
            <a:solidFill>
              <a:srgbClr val="F05A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3203027" y="3804418"/>
              <a:ext cx="239067" cy="789592"/>
            </a:xfrm>
            <a:prstGeom prst="rect">
              <a:avLst/>
            </a:prstGeom>
            <a:solidFill>
              <a:srgbClr val="F05A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4257736" y="2583259"/>
              <a:ext cx="239067" cy="2010751"/>
            </a:xfrm>
            <a:prstGeom prst="rect">
              <a:avLst/>
            </a:prstGeom>
            <a:solidFill>
              <a:srgbClr val="F05A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5312445" y="842090"/>
              <a:ext cx="239067" cy="3751920"/>
            </a:xfrm>
            <a:prstGeom prst="rect">
              <a:avLst/>
            </a:prstGeom>
            <a:solidFill>
              <a:srgbClr val="F05A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6367154" y="4505704"/>
              <a:ext cx="239067" cy="88306"/>
            </a:xfrm>
            <a:prstGeom prst="rect">
              <a:avLst/>
            </a:prstGeom>
            <a:solidFill>
              <a:srgbClr val="F05A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7421863" y="3122107"/>
              <a:ext cx="239067" cy="1471903"/>
            </a:xfrm>
            <a:prstGeom prst="rect">
              <a:avLst/>
            </a:prstGeom>
            <a:solidFill>
              <a:srgbClr val="F05A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829932" y="3199228"/>
              <a:ext cx="239067" cy="1394782"/>
            </a:xfrm>
            <a:prstGeom prst="rect">
              <a:avLst/>
            </a:prstGeom>
            <a:solidFill>
              <a:srgbClr val="19B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1884641" y="2912177"/>
              <a:ext cx="239067" cy="1681833"/>
            </a:xfrm>
            <a:prstGeom prst="rect">
              <a:avLst/>
            </a:prstGeom>
            <a:solidFill>
              <a:srgbClr val="19B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939350" y="2202422"/>
              <a:ext cx="239067" cy="2391588"/>
            </a:xfrm>
            <a:prstGeom prst="rect">
              <a:avLst/>
            </a:prstGeom>
            <a:solidFill>
              <a:srgbClr val="19B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3994059" y="4225355"/>
              <a:ext cx="239067" cy="368655"/>
            </a:xfrm>
            <a:prstGeom prst="rect">
              <a:avLst/>
            </a:prstGeom>
            <a:solidFill>
              <a:srgbClr val="19B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5048768" y="4594011"/>
              <a:ext cx="239067" cy="1019539"/>
            </a:xfrm>
            <a:prstGeom prst="rect">
              <a:avLst/>
            </a:prstGeom>
            <a:solidFill>
              <a:srgbClr val="19B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6103477" y="2911702"/>
              <a:ext cx="239067" cy="1682308"/>
            </a:xfrm>
            <a:prstGeom prst="rect">
              <a:avLst/>
            </a:prstGeom>
            <a:solidFill>
              <a:srgbClr val="19B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7158185" y="4594011"/>
              <a:ext cx="239067" cy="376187"/>
            </a:xfrm>
            <a:prstGeom prst="rect">
              <a:avLst/>
            </a:prstGeom>
            <a:solidFill>
              <a:srgbClr val="19B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1357287" y="4594011"/>
              <a:ext cx="239067" cy="1222741"/>
            </a:xfrm>
            <a:prstGeom prst="rect">
              <a:avLst/>
            </a:prstGeom>
            <a:solidFill>
              <a:srgbClr val="4E79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2411996" y="4594011"/>
              <a:ext cx="239067" cy="1069128"/>
            </a:xfrm>
            <a:prstGeom prst="rect">
              <a:avLst/>
            </a:prstGeom>
            <a:solidFill>
              <a:srgbClr val="4E79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66704" y="4594011"/>
              <a:ext cx="239067" cy="1710647"/>
            </a:xfrm>
            <a:prstGeom prst="rect">
              <a:avLst/>
            </a:prstGeom>
            <a:solidFill>
              <a:srgbClr val="4E79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4521413" y="4594011"/>
              <a:ext cx="239067" cy="1040985"/>
            </a:xfrm>
            <a:prstGeom prst="rect">
              <a:avLst/>
            </a:prstGeom>
            <a:solidFill>
              <a:srgbClr val="4E79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5576122" y="4594011"/>
              <a:ext cx="239067" cy="953079"/>
            </a:xfrm>
            <a:prstGeom prst="rect">
              <a:avLst/>
            </a:prstGeom>
            <a:solidFill>
              <a:srgbClr val="4E79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6630831" y="4594011"/>
              <a:ext cx="239067" cy="1011109"/>
            </a:xfrm>
            <a:prstGeom prst="rect">
              <a:avLst/>
            </a:prstGeom>
            <a:solidFill>
              <a:srgbClr val="4E79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7685540" y="4594011"/>
              <a:ext cx="239067" cy="387680"/>
            </a:xfrm>
            <a:prstGeom prst="rect">
              <a:avLst/>
            </a:prstGeom>
            <a:solidFill>
              <a:srgbClr val="4E79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80318" y="4594011"/>
              <a:ext cx="7593903" cy="0"/>
            </a:xfrm>
            <a:custGeom>
              <a:avLst/>
              <a:pathLst>
                <a:path w="7593903" h="0">
                  <a:moveTo>
                    <a:pt x="0" y="0"/>
                  </a:moveTo>
                  <a:lnTo>
                    <a:pt x="7593903" y="0"/>
                  </a:lnTo>
                  <a:lnTo>
                    <a:pt x="7593903" y="0"/>
                  </a:lnTo>
                </a:path>
              </a:pathLst>
            </a:custGeom>
            <a:ln w="16260" cap="flat">
              <a:solidFill>
                <a:srgbClr val="000000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80318" y="568962"/>
              <a:ext cx="0" cy="6008824"/>
            </a:xfrm>
            <a:custGeom>
              <a:avLst/>
              <a:pathLst>
                <a:path w="0" h="6008824">
                  <a:moveTo>
                    <a:pt x="0" y="6008824"/>
                  </a:moveTo>
                  <a:lnTo>
                    <a:pt x="0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tx29"/>
            <p:cNvSpPr/>
            <p:nvPr/>
          </p:nvSpPr>
          <p:spPr>
            <a:xfrm>
              <a:off x="278707" y="5916075"/>
              <a:ext cx="227592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-0.5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322691" y="4546512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322691" y="3176949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0.5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2691" y="1807385"/>
              <a:ext cx="183609" cy="9486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1.0</a:t>
              </a:r>
            </a:p>
          </p:txBody>
        </p:sp>
        <p:sp>
          <p:nvSpPr>
            <p:cNvPr id="33" name="pl33"/>
            <p:cNvSpPr/>
            <p:nvPr/>
          </p:nvSpPr>
          <p:spPr>
            <a:xfrm>
              <a:off x="539197" y="596357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39197" y="4594011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39197" y="3224447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539197" y="1854884"/>
              <a:ext cx="41120" cy="0"/>
            </a:xfrm>
            <a:custGeom>
              <a:avLst/>
              <a:pathLst>
                <a:path w="41120" h="0">
                  <a:moveTo>
                    <a:pt x="0" y="0"/>
                  </a:moveTo>
                  <a:lnTo>
                    <a:pt x="4112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80318" y="6577786"/>
              <a:ext cx="7593903" cy="0"/>
            </a:xfrm>
            <a:custGeom>
              <a:avLst/>
              <a:pathLst>
                <a:path w="7593903" h="0">
                  <a:moveTo>
                    <a:pt x="0" y="0"/>
                  </a:moveTo>
                  <a:lnTo>
                    <a:pt x="7593903" y="0"/>
                  </a:lnTo>
                </a:path>
              </a:pathLst>
            </a:custGeom>
            <a:ln w="16014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1213143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267852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322561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4377270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5431979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6486687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7541396" y="6577786"/>
              <a:ext cx="0" cy="41120"/>
            </a:xfrm>
            <a:custGeom>
              <a:avLst/>
              <a:pathLst>
                <a:path w="0" h="41120">
                  <a:moveTo>
                    <a:pt x="0" y="41120"/>
                  </a:moveTo>
                  <a:lnTo>
                    <a:pt x="0" y="0"/>
                  </a:lnTo>
                </a:path>
              </a:pathLst>
            </a:custGeom>
            <a:ln w="16014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>
              <a:off x="1121403" y="6646451"/>
              <a:ext cx="183480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RS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176112" y="6651804"/>
              <a:ext cx="183480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HB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234529" y="6651804"/>
              <a:ext cx="176063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4248898" y="6651804"/>
              <a:ext cx="256743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HWI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343882" y="6646709"/>
              <a:ext cx="17619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GL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394947" y="6646451"/>
              <a:ext cx="183480" cy="1000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CS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442336" y="6651804"/>
              <a:ext cx="198120" cy="9473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BM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-1831080" y="3495701"/>
              <a:ext cx="3908952" cy="1553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Mean z-score (traits standardised across species)</a:t>
              </a:r>
            </a:p>
          </p:txBody>
        </p:sp>
        <p:sp>
          <p:nvSpPr>
            <p:cNvPr id="53" name="rc53"/>
            <p:cNvSpPr/>
            <p:nvPr/>
          </p:nvSpPr>
          <p:spPr>
            <a:xfrm>
              <a:off x="8338705" y="3043155"/>
              <a:ext cx="723053" cy="106043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4" name="tx54"/>
            <p:cNvSpPr/>
            <p:nvPr/>
          </p:nvSpPr>
          <p:spPr>
            <a:xfrm>
              <a:off x="8420946" y="3137449"/>
              <a:ext cx="229269" cy="1250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</a:t>
              </a:r>
            </a:p>
          </p:txBody>
        </p:sp>
        <p:sp>
          <p:nvSpPr>
            <p:cNvPr id="55" name="rc55"/>
            <p:cNvSpPr/>
            <p:nvPr/>
          </p:nvSpPr>
          <p:spPr>
            <a:xfrm>
              <a:off x="8420946" y="3362984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6" name="rc56"/>
            <p:cNvSpPr/>
            <p:nvPr/>
          </p:nvSpPr>
          <p:spPr>
            <a:xfrm>
              <a:off x="8431583" y="3373620"/>
              <a:ext cx="198183" cy="198183"/>
            </a:xfrm>
            <a:prstGeom prst="rect">
              <a:avLst/>
            </a:prstGeom>
            <a:solidFill>
              <a:srgbClr val="19B51E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7" name="rc57"/>
            <p:cNvSpPr/>
            <p:nvPr/>
          </p:nvSpPr>
          <p:spPr>
            <a:xfrm>
              <a:off x="8420946" y="3582440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8" name="rc58"/>
            <p:cNvSpPr/>
            <p:nvPr/>
          </p:nvSpPr>
          <p:spPr>
            <a:xfrm>
              <a:off x="8431583" y="3593076"/>
              <a:ext cx="198183" cy="198183"/>
            </a:xfrm>
            <a:prstGeom prst="rect">
              <a:avLst/>
            </a:prstGeom>
            <a:solidFill>
              <a:srgbClr val="F05A5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9" name="rc59"/>
            <p:cNvSpPr/>
            <p:nvPr/>
          </p:nvSpPr>
          <p:spPr>
            <a:xfrm>
              <a:off x="8420946" y="3801896"/>
              <a:ext cx="219455" cy="21945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8431583" y="3812532"/>
              <a:ext cx="198183" cy="198183"/>
            </a:xfrm>
            <a:prstGeom prst="rect">
              <a:avLst/>
            </a:prstGeom>
            <a:solidFill>
              <a:srgbClr val="4E79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1" name="tx61"/>
            <p:cNvSpPr/>
            <p:nvPr/>
          </p:nvSpPr>
          <p:spPr>
            <a:xfrm>
              <a:off x="8722644" y="3420247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FG2</a:t>
              </a:r>
            </a:p>
          </p:txBody>
        </p:sp>
        <p:sp>
          <p:nvSpPr>
            <p:cNvPr id="62" name="tx62"/>
            <p:cNvSpPr/>
            <p:nvPr/>
          </p:nvSpPr>
          <p:spPr>
            <a:xfrm>
              <a:off x="8722644" y="3639703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FG1</a:t>
              </a:r>
            </a:p>
          </p:txBody>
        </p:sp>
        <p:sp>
          <p:nvSpPr>
            <p:cNvPr id="63" name="tx63"/>
            <p:cNvSpPr/>
            <p:nvPr/>
          </p:nvSpPr>
          <p:spPr>
            <a:xfrm>
              <a:off x="8722644" y="3859159"/>
              <a:ext cx="256872" cy="998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4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4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FG3</a:t>
              </a:r>
            </a:p>
          </p:txBody>
        </p:sp>
        <p:sp>
          <p:nvSpPr>
            <p:cNvPr id="64" name="tx64"/>
            <p:cNvSpPr/>
            <p:nvPr/>
          </p:nvSpPr>
          <p:spPr>
            <a:xfrm>
              <a:off x="580318" y="293324"/>
              <a:ext cx="6855035" cy="1568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Mean z-score across species (positive = above overall mean; negative = below overall mean).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580318" y="40222"/>
              <a:ext cx="4830638" cy="1699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 b="1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Trait syndromes defining functional strategy groups (FG)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2026-03-23T19:38:12Z</dcterms:modified>
  <cp:category/>
</cp:coreProperties>
</file>