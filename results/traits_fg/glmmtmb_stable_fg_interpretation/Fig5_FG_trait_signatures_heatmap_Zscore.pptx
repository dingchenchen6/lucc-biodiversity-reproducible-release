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6e5e425b7876db9965e0e84c6b7f2b5b077f02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21388" y="2238751"/>
              <a:ext cx="5786801" cy="32055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301760" y="4342381"/>
              <a:ext cx="803722" cy="1001728"/>
            </a:xfrm>
            <a:prstGeom prst="rect">
              <a:avLst/>
            </a:prstGeom>
            <a:solidFill>
              <a:srgbClr val="FCC9C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105483" y="4342381"/>
              <a:ext cx="803722" cy="1001728"/>
            </a:xfrm>
            <a:prstGeom prst="rect">
              <a:avLst/>
            </a:prstGeom>
            <a:solidFill>
              <a:srgbClr val="FFF3F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909205" y="4342381"/>
              <a:ext cx="803722" cy="1001728"/>
            </a:xfrm>
            <a:prstGeom prst="rect">
              <a:avLst/>
            </a:prstGeom>
            <a:solidFill>
              <a:srgbClr val="FED5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712927" y="4342381"/>
              <a:ext cx="803722" cy="1001728"/>
            </a:xfrm>
            <a:prstGeom prst="rect">
              <a:avLst/>
            </a:prstGeom>
            <a:solidFill>
              <a:srgbClr val="F1948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516650" y="4342381"/>
              <a:ext cx="803722" cy="1001728"/>
            </a:xfrm>
            <a:prstGeom prst="rect">
              <a:avLst/>
            </a:prstGeom>
            <a:solidFill>
              <a:srgbClr val="CD262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320372" y="4342381"/>
              <a:ext cx="803722" cy="1001728"/>
            </a:xfrm>
            <a:prstGeom prst="rect">
              <a:avLst/>
            </a:prstGeom>
            <a:solidFill>
              <a:srgbClr val="FFFA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124095" y="4342381"/>
              <a:ext cx="803722" cy="1001728"/>
            </a:xfrm>
            <a:prstGeom prst="rect">
              <a:avLst/>
            </a:prstGeom>
            <a:solidFill>
              <a:srgbClr val="F8B0A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301760" y="3340652"/>
              <a:ext cx="803722" cy="1001728"/>
            </a:xfrm>
            <a:prstGeom prst="rect">
              <a:avLst/>
            </a:prstGeom>
            <a:solidFill>
              <a:srgbClr val="F9B5A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05483" y="3340652"/>
              <a:ext cx="803722" cy="1001728"/>
            </a:xfrm>
            <a:prstGeom prst="rect">
              <a:avLst/>
            </a:prstGeom>
            <a:solidFill>
              <a:srgbClr val="F6A59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909205" y="3340652"/>
              <a:ext cx="803722" cy="1001728"/>
            </a:xfrm>
            <a:prstGeom prst="rect">
              <a:avLst/>
            </a:prstGeom>
            <a:solidFill>
              <a:srgbClr val="EB7F6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712927" y="3340652"/>
              <a:ext cx="803722" cy="1001728"/>
            </a:xfrm>
            <a:prstGeom prst="rect">
              <a:avLst/>
            </a:prstGeom>
            <a:solidFill>
              <a:srgbClr val="FFEB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516650" y="3340652"/>
              <a:ext cx="803722" cy="1001728"/>
            </a:xfrm>
            <a:prstGeom prst="rect">
              <a:avLst/>
            </a:prstGeom>
            <a:solidFill>
              <a:srgbClr val="C9D2D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320372" y="3340652"/>
              <a:ext cx="803722" cy="1001728"/>
            </a:xfrm>
            <a:prstGeom prst="rect">
              <a:avLst/>
            </a:prstGeom>
            <a:solidFill>
              <a:srgbClr val="F6A59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124095" y="3340652"/>
              <a:ext cx="803722" cy="1001728"/>
            </a:xfrm>
            <a:prstGeom prst="rect">
              <a:avLst/>
            </a:prstGeom>
            <a:solidFill>
              <a:srgbClr val="EBEE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301760" y="2338924"/>
              <a:ext cx="803722" cy="1001728"/>
            </a:xfrm>
            <a:prstGeom prst="rect">
              <a:avLst/>
            </a:prstGeom>
            <a:solidFill>
              <a:srgbClr val="BECAD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105483" y="2338924"/>
              <a:ext cx="803722" cy="1001728"/>
            </a:xfrm>
            <a:prstGeom prst="rect">
              <a:avLst/>
            </a:prstGeom>
            <a:solidFill>
              <a:srgbClr val="C6D0D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909205" y="2338924"/>
              <a:ext cx="803722" cy="1001728"/>
            </a:xfrm>
            <a:prstGeom prst="rect">
              <a:avLst/>
            </a:prstGeom>
            <a:solidFill>
              <a:srgbClr val="A5B5C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712927" y="2338924"/>
              <a:ext cx="803722" cy="1001728"/>
            </a:xfrm>
            <a:prstGeom prst="rect">
              <a:avLst/>
            </a:prstGeom>
            <a:solidFill>
              <a:srgbClr val="C8D1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516650" y="2338924"/>
              <a:ext cx="803722" cy="1001728"/>
            </a:xfrm>
            <a:prstGeom prst="rect">
              <a:avLst/>
            </a:prstGeom>
            <a:solidFill>
              <a:srgbClr val="CCD5E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320372" y="2338924"/>
              <a:ext cx="803722" cy="1001728"/>
            </a:xfrm>
            <a:prstGeom prst="rect">
              <a:avLst/>
            </a:prstGeom>
            <a:solidFill>
              <a:srgbClr val="C9D3D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124095" y="2338924"/>
              <a:ext cx="803722" cy="1001728"/>
            </a:xfrm>
            <a:prstGeom prst="rect">
              <a:avLst/>
            </a:prstGeom>
            <a:solidFill>
              <a:srgbClr val="EAEE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21388" y="2238751"/>
              <a:ext cx="0" cy="3205531"/>
            </a:xfrm>
            <a:custGeom>
              <a:avLst/>
              <a:pathLst>
                <a:path w="0" h="3205531">
                  <a:moveTo>
                    <a:pt x="0" y="3205531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90498" y="4790781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90498" y="3789052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90498" y="2787324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180267" y="484324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80267" y="384151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80267" y="283978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221388" y="5444282"/>
              <a:ext cx="5786801" cy="0"/>
            </a:xfrm>
            <a:custGeom>
              <a:avLst/>
              <a:pathLst>
                <a:path w="5786801" h="0">
                  <a:moveTo>
                    <a:pt x="0" y="0"/>
                  </a:moveTo>
                  <a:lnTo>
                    <a:pt x="5786801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03621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07344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11066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114789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918511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22233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525956" y="544428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611881" y="5512947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415604" y="5518300"/>
              <a:ext cx="18348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HB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23034" y="5518300"/>
              <a:ext cx="17606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86417" y="5518300"/>
              <a:ext cx="25674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HWI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830415" y="5513205"/>
              <a:ext cx="17619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630493" y="5512947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426896" y="5518300"/>
              <a:ext cx="19812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9689" y="5740572"/>
              <a:ext cx="330200" cy="121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575728" y="3779120"/>
              <a:ext cx="229269" cy="1247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172672" y="3091841"/>
              <a:ext cx="1210465" cy="14993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7254914" y="3189279"/>
              <a:ext cx="1045982" cy="1218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z-score</a:t>
              </a:r>
            </a:p>
          </p:txBody>
        </p:sp>
        <p:pic>
          <p:nvPicPr>
            <p:cNvPr id="53" name="pic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914" y="3411670"/>
              <a:ext cx="219455" cy="1097280"/>
            </a:xfrm>
            <a:prstGeom prst="rect">
              <a:avLst/>
            </a:prstGeom>
          </p:spPr>
        </p:pic>
        <p:sp>
          <p:nvSpPr>
            <p:cNvPr id="54" name="pl54"/>
            <p:cNvSpPr/>
            <p:nvPr/>
          </p:nvSpPr>
          <p:spPr>
            <a:xfrm>
              <a:off x="7430479" y="443883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30479" y="416464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430479" y="389045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430479" y="361626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254914" y="443883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254914" y="416464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254914" y="389045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254914" y="361626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556612" y="4391337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56612" y="4117146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556612" y="384295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556612" y="356876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221388" y="1965209"/>
              <a:ext cx="6047513" cy="1547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Heatmap of mean z-scores (cold = below overall mean; hot = above overall mean).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221388" y="1712529"/>
              <a:ext cx="4248447" cy="167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strategy group signatures across traits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2026-03-26T19:10:36Z</dcterms:modified>
  <cp:category/>
</cp:coreProperties>
</file>