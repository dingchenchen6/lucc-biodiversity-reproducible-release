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6e5e425b7876db9965e0e84c6b7f2b5b077f02c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13131" y="568962"/>
              <a:ext cx="7273677" cy="60088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14154" y="2634495"/>
              <a:ext cx="1010233" cy="1877757"/>
            </a:xfrm>
            <a:prstGeom prst="rect">
              <a:avLst/>
            </a:prstGeom>
            <a:solidFill>
              <a:srgbClr val="FCC9C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524387" y="2634495"/>
              <a:ext cx="1010233" cy="1877757"/>
            </a:xfrm>
            <a:prstGeom prst="rect">
              <a:avLst/>
            </a:prstGeom>
            <a:solidFill>
              <a:srgbClr val="FFF3F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534620" y="2634495"/>
              <a:ext cx="1010233" cy="1877757"/>
            </a:xfrm>
            <a:prstGeom prst="rect">
              <a:avLst/>
            </a:prstGeom>
            <a:solidFill>
              <a:srgbClr val="FED5C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544853" y="2634495"/>
              <a:ext cx="1010233" cy="1877757"/>
            </a:xfrm>
            <a:prstGeom prst="rect">
              <a:avLst/>
            </a:prstGeom>
            <a:solidFill>
              <a:srgbClr val="F1948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555086" y="2634495"/>
              <a:ext cx="1010233" cy="1877757"/>
            </a:xfrm>
            <a:prstGeom prst="rect">
              <a:avLst/>
            </a:prstGeom>
            <a:solidFill>
              <a:srgbClr val="CD2626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5565319" y="2634495"/>
              <a:ext cx="1010233" cy="1877757"/>
            </a:xfrm>
            <a:prstGeom prst="rect">
              <a:avLst/>
            </a:prstGeom>
            <a:solidFill>
              <a:srgbClr val="FFFAF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6575553" y="2634495"/>
              <a:ext cx="1010233" cy="1877757"/>
            </a:xfrm>
            <a:prstGeom prst="rect">
              <a:avLst/>
            </a:prstGeom>
            <a:solidFill>
              <a:srgbClr val="F8B0A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514154" y="4512253"/>
              <a:ext cx="1010233" cy="1877757"/>
            </a:xfrm>
            <a:prstGeom prst="rect">
              <a:avLst/>
            </a:prstGeom>
            <a:solidFill>
              <a:srgbClr val="F9B5A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524387" y="4512253"/>
              <a:ext cx="1010233" cy="1877757"/>
            </a:xfrm>
            <a:prstGeom prst="rect">
              <a:avLst/>
            </a:prstGeom>
            <a:solidFill>
              <a:srgbClr val="F6A59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2534620" y="4512253"/>
              <a:ext cx="1010233" cy="1877757"/>
            </a:xfrm>
            <a:prstGeom prst="rect">
              <a:avLst/>
            </a:prstGeom>
            <a:solidFill>
              <a:srgbClr val="EB7F6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544853" y="4512253"/>
              <a:ext cx="1010233" cy="1877757"/>
            </a:xfrm>
            <a:prstGeom prst="rect">
              <a:avLst/>
            </a:prstGeom>
            <a:solidFill>
              <a:srgbClr val="FFEBE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555086" y="4512253"/>
              <a:ext cx="1010233" cy="1877757"/>
            </a:xfrm>
            <a:prstGeom prst="rect">
              <a:avLst/>
            </a:prstGeom>
            <a:solidFill>
              <a:srgbClr val="C9D2D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5565319" y="4512253"/>
              <a:ext cx="1010233" cy="1877757"/>
            </a:xfrm>
            <a:prstGeom prst="rect">
              <a:avLst/>
            </a:prstGeom>
            <a:solidFill>
              <a:srgbClr val="F6A59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6575553" y="4512253"/>
              <a:ext cx="1010233" cy="1877757"/>
            </a:xfrm>
            <a:prstGeom prst="rect">
              <a:avLst/>
            </a:prstGeom>
            <a:solidFill>
              <a:srgbClr val="EBEEF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514154" y="756738"/>
              <a:ext cx="1010233" cy="1877757"/>
            </a:xfrm>
            <a:prstGeom prst="rect">
              <a:avLst/>
            </a:prstGeom>
            <a:solidFill>
              <a:srgbClr val="BECAD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24387" y="756738"/>
              <a:ext cx="1010233" cy="1877757"/>
            </a:xfrm>
            <a:prstGeom prst="rect">
              <a:avLst/>
            </a:prstGeom>
            <a:solidFill>
              <a:srgbClr val="C6D0D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534620" y="756738"/>
              <a:ext cx="1010233" cy="1877757"/>
            </a:xfrm>
            <a:prstGeom prst="rect">
              <a:avLst/>
            </a:prstGeom>
            <a:solidFill>
              <a:srgbClr val="A5B5C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544853" y="756738"/>
              <a:ext cx="1010233" cy="1877757"/>
            </a:xfrm>
            <a:prstGeom prst="rect">
              <a:avLst/>
            </a:prstGeom>
            <a:solidFill>
              <a:srgbClr val="C8D1D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555086" y="756738"/>
              <a:ext cx="1010233" cy="1877757"/>
            </a:xfrm>
            <a:prstGeom prst="rect">
              <a:avLst/>
            </a:prstGeom>
            <a:solidFill>
              <a:srgbClr val="CCD5E1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5565319" y="756738"/>
              <a:ext cx="1010233" cy="1877757"/>
            </a:xfrm>
            <a:prstGeom prst="rect">
              <a:avLst/>
            </a:prstGeom>
            <a:solidFill>
              <a:srgbClr val="C9D3D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6575553" y="756738"/>
              <a:ext cx="1010233" cy="1877757"/>
            </a:xfrm>
            <a:prstGeom prst="rect">
              <a:avLst/>
            </a:prstGeom>
            <a:solidFill>
              <a:srgbClr val="EAEEF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13131" y="568962"/>
              <a:ext cx="0" cy="6008824"/>
            </a:xfrm>
            <a:custGeom>
              <a:avLst/>
              <a:pathLst>
                <a:path w="0" h="6008824">
                  <a:moveTo>
                    <a:pt x="0" y="6008824"/>
                  </a:moveTo>
                  <a:lnTo>
                    <a:pt x="0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2241" y="5398667"/>
              <a:ext cx="256872" cy="998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2241" y="3520910"/>
              <a:ext cx="256872" cy="998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2241" y="1643152"/>
              <a:ext cx="256872" cy="998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FG3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72010" y="545113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72010" y="357337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2010" y="1695617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3131" y="6577786"/>
              <a:ext cx="7273677" cy="0"/>
            </a:xfrm>
            <a:custGeom>
              <a:avLst/>
              <a:pathLst>
                <a:path w="7273677" h="0">
                  <a:moveTo>
                    <a:pt x="0" y="0"/>
                  </a:moveTo>
                  <a:lnTo>
                    <a:pt x="7273677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19271" y="6577786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029504" y="6577786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39737" y="6577786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049970" y="6577786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60203" y="6577786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070436" y="6577786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080669" y="6577786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927531" y="6646451"/>
              <a:ext cx="183480" cy="100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7764" y="6651804"/>
              <a:ext cx="183480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HB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951705" y="6651804"/>
              <a:ext cx="176063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21598" y="6651804"/>
              <a:ext cx="256743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HWI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72107" y="6646709"/>
              <a:ext cx="176192" cy="998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78696" y="6646451"/>
              <a:ext cx="183480" cy="1000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81609" y="6651804"/>
              <a:ext cx="198120" cy="947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851292" y="2823699"/>
              <a:ext cx="1210465" cy="149935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50"/>
            <p:cNvSpPr/>
            <p:nvPr/>
          </p:nvSpPr>
          <p:spPr>
            <a:xfrm>
              <a:off x="7933534" y="2921137"/>
              <a:ext cx="1045982" cy="1218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Mean z-score</a:t>
              </a:r>
            </a:p>
          </p:txBody>
        </p:sp>
        <p:pic>
          <p:nvPicPr>
            <p:cNvPr id="51" name="pic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33534" y="3143528"/>
              <a:ext cx="219455" cy="1097280"/>
            </a:xfrm>
            <a:prstGeom prst="rect">
              <a:avLst/>
            </a:prstGeom>
          </p:spPr>
        </p:pic>
        <p:sp>
          <p:nvSpPr>
            <p:cNvPr id="52" name="pl52"/>
            <p:cNvSpPr/>
            <p:nvPr/>
          </p:nvSpPr>
          <p:spPr>
            <a:xfrm>
              <a:off x="8109098" y="417069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109098" y="389650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109098" y="362231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109098" y="334812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933534" y="417069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933534" y="389650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933534" y="362231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933534" y="334812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8235231" y="4123194"/>
              <a:ext cx="227592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235231" y="3849004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235231" y="3574813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235231" y="3300622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3131" y="295420"/>
              <a:ext cx="6047513" cy="154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Heatmap of mean z-scores (cold = below overall mean; hot = above overall mean).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13131" y="42740"/>
              <a:ext cx="4248447" cy="167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Functional strategy group signatures across traits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2026-03-23T19:38:12Z</dcterms:modified>
  <cp:category/>
</cp:coreProperties>
</file>