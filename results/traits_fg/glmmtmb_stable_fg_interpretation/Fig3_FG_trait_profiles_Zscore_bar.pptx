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80318" y="568962"/>
              <a:ext cx="7593903" cy="60088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106992" y="3586498"/>
              <a:ext cx="232035" cy="100751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97574" y="4364033"/>
              <a:ext cx="232035" cy="22997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7161701" y="3804418"/>
              <a:ext cx="232035" cy="78959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5052283" y="2583259"/>
              <a:ext cx="232035" cy="201075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942866" y="842090"/>
              <a:ext cx="232035" cy="375192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1888157" y="4505704"/>
              <a:ext cx="232035" cy="8830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833448" y="3122107"/>
              <a:ext cx="232035" cy="147190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6370669" y="3199228"/>
              <a:ext cx="232035" cy="139478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261252" y="2912177"/>
              <a:ext cx="232035" cy="168183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7425378" y="2202422"/>
              <a:ext cx="232035" cy="239158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5315961" y="4225355"/>
              <a:ext cx="232035" cy="36865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206543" y="4594011"/>
              <a:ext cx="232035" cy="101953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2151834" y="2911702"/>
              <a:ext cx="232035" cy="168230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097125" y="4594011"/>
              <a:ext cx="232035" cy="37618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634347" y="4594011"/>
              <a:ext cx="232035" cy="122274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524929" y="4594011"/>
              <a:ext cx="232035" cy="106912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7689055" y="4594011"/>
              <a:ext cx="232035" cy="171064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579638" y="4594011"/>
              <a:ext cx="232035" cy="104098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470220" y="4594011"/>
              <a:ext cx="232035" cy="95307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415511" y="4594011"/>
              <a:ext cx="232035" cy="101110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360802" y="4594011"/>
              <a:ext cx="232035" cy="38768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0318" y="4594011"/>
              <a:ext cx="7593903" cy="0"/>
            </a:xfrm>
            <a:custGeom>
              <a:avLst/>
              <a:pathLst>
                <a:path w="7593903" h="0">
                  <a:moveTo>
                    <a:pt x="0" y="0"/>
                  </a:moveTo>
                  <a:lnTo>
                    <a:pt x="7593903" y="0"/>
                  </a:lnTo>
                  <a:lnTo>
                    <a:pt x="759390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80318" y="568962"/>
              <a:ext cx="0" cy="6008824"/>
            </a:xfrm>
            <a:custGeom>
              <a:avLst/>
              <a:pathLst>
                <a:path w="0" h="6008824">
                  <a:moveTo>
                    <a:pt x="0" y="6008824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278707" y="5916075"/>
              <a:ext cx="227592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-0.5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22691" y="4546512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22691" y="3176949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22691" y="1807385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539197" y="596357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39197" y="459401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39197" y="322444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9197" y="185488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80318" y="6577786"/>
              <a:ext cx="7593903" cy="0"/>
            </a:xfrm>
            <a:custGeom>
              <a:avLst/>
              <a:pathLst>
                <a:path w="7593903" h="0">
                  <a:moveTo>
                    <a:pt x="0" y="0"/>
                  </a:moveTo>
                  <a:lnTo>
                    <a:pt x="7593903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213143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267852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322561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377270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431979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486687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541396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1114083" y="6651804"/>
              <a:ext cx="198120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176112" y="6646451"/>
              <a:ext cx="183480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CS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234465" y="6646709"/>
              <a:ext cx="17619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GL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285530" y="6651804"/>
              <a:ext cx="183480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HB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03607" y="6651804"/>
              <a:ext cx="256743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HWI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394947" y="6646451"/>
              <a:ext cx="183480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RS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453364" y="6651804"/>
              <a:ext cx="176063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-382868" y="3512429"/>
              <a:ext cx="1045982" cy="1218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Mean z-score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8338705" y="3043155"/>
              <a:ext cx="723053" cy="106043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420946" y="3137449"/>
              <a:ext cx="229269" cy="125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8420946" y="336298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8424546" y="3366584"/>
              <a:ext cx="212255" cy="21225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8420946" y="358244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8424546" y="3586040"/>
              <a:ext cx="212255" cy="21225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8420946" y="380189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8424546" y="3805496"/>
              <a:ext cx="212255" cy="2122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8722644" y="3420247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722644" y="3639703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FG2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722644" y="3859159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FG3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80318" y="294856"/>
              <a:ext cx="8296355" cy="1553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Positive values indicate trait values above the overall species mean; negative values indicate below-mean values.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80318" y="41698"/>
              <a:ext cx="4288470" cy="1685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 trait profiles (raw-trait z-scores across species)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2026-03-23T17:43:46Z</dcterms:modified>
  <cp:category/>
</cp:coreProperties>
</file>