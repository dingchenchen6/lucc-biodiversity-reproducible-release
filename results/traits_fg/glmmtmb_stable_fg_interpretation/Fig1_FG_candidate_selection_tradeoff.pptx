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36334" y="568962"/>
              <a:ext cx="6004287" cy="58123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5096793" y="958339"/>
              <a:ext cx="156990" cy="156990"/>
            </a:xfrm>
            <a:prstGeom prst="ellipse">
              <a:avLst/>
            </a:prstGeom>
            <a:solidFill>
              <a:srgbClr val="D95F02">
                <a:alpha val="90196"/>
              </a:srgbClr>
            </a:solidFill>
            <a:ln w="10636" cap="rnd">
              <a:solidFill>
                <a:srgbClr val="D95F02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5765675" y="732988"/>
              <a:ext cx="200345" cy="200345"/>
            </a:xfrm>
            <a:prstGeom prst="ellipse">
              <a:avLst/>
            </a:prstGeom>
            <a:solidFill>
              <a:srgbClr val="D95F02">
                <a:alpha val="90196"/>
              </a:srgbClr>
            </a:solidFill>
            <a:ln w="10636" cap="rnd">
              <a:solidFill>
                <a:srgbClr val="D95F02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3248164" y="1521301"/>
              <a:ext cx="78389" cy="7838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1638268" y="4578451"/>
              <a:ext cx="128883" cy="128883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756961" y="6064827"/>
              <a:ext cx="104589" cy="10458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067838" y="1641093"/>
              <a:ext cx="139300" cy="139300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1984066" y="2503661"/>
              <a:ext cx="150596" cy="150596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023763" y="5569890"/>
              <a:ext cx="118817" cy="118817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368523" y="2240140"/>
              <a:ext cx="168789" cy="16878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1163987" y="4878839"/>
              <a:ext cx="147354" cy="147354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6173591" y="1917040"/>
              <a:ext cx="188216" cy="188216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558602" y="3244454"/>
              <a:ext cx="193520" cy="193520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11021" y="568962"/>
              <a:ext cx="0" cy="5812358"/>
            </a:xfrm>
            <a:custGeom>
              <a:avLst/>
              <a:pathLst>
                <a:path w="0" h="5812358">
                  <a:moveTo>
                    <a:pt x="0" y="58123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36334" y="1696083"/>
              <a:ext cx="6004287" cy="0"/>
            </a:xfrm>
            <a:custGeom>
              <a:avLst/>
              <a:pathLst>
                <a:path w="6004287" h="0">
                  <a:moveTo>
                    <a:pt x="0" y="0"/>
                  </a:moveTo>
                  <a:lnTo>
                    <a:pt x="6004287" y="0"/>
                  </a:lnTo>
                  <a:lnTo>
                    <a:pt x="6004287" y="0"/>
                  </a:lnTo>
                </a:path>
              </a:pathLst>
            </a:custGeom>
            <a:ln w="16014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4916041" y="890706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D95F02">
                      <a:alpha val="100000"/>
                    </a:srgbClr>
                  </a:solidFill>
                  <a:latin typeface="Helvetica"/>
                  <a:cs typeface="Helvetica"/>
                </a:rPr>
                <a:t>Kmeans | K=3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606750" y="685505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D95F02">
                      <a:alpha val="100000"/>
                    </a:srgbClr>
                  </a:solidFill>
                  <a:latin typeface="Helvetica"/>
                  <a:cs typeface="Helvetica"/>
                </a:rPr>
                <a:t>Kmeans | K=2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028200" y="1414154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Kmeans | K=5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537124" y="4495890"/>
              <a:ext cx="541008" cy="86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66860" y="6072413"/>
              <a:ext cx="579515" cy="86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667728" y="1767666"/>
              <a:ext cx="727442" cy="864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Kmeans | K=4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894450" y="2432958"/>
              <a:ext cx="541008" cy="86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K=4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89037" y="5685684"/>
              <a:ext cx="579515" cy="86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K=4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288488" y="2177962"/>
              <a:ext cx="541008" cy="863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K=3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051265" y="4807233"/>
              <a:ext cx="579515" cy="863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668934" y="1967090"/>
              <a:ext cx="541008" cy="861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Pam | K=2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471786" y="3195042"/>
              <a:ext cx="579515" cy="86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Ward | K=2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536334" y="568962"/>
              <a:ext cx="0" cy="5812358"/>
            </a:xfrm>
            <a:custGeom>
              <a:avLst/>
              <a:pathLst>
                <a:path w="0" h="5812358">
                  <a:moveTo>
                    <a:pt x="0" y="5812358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278707" y="5099057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78707" y="3718688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8707" y="2338705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78707" y="958077"/>
              <a:ext cx="183609" cy="952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495213" y="514668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95213" y="376644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95213" y="238620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95213" y="100596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36334" y="6381320"/>
              <a:ext cx="6004287" cy="0"/>
            </a:xfrm>
            <a:custGeom>
              <a:avLst/>
              <a:pathLst>
                <a:path w="6004287" h="0">
                  <a:moveTo>
                    <a:pt x="0" y="0"/>
                  </a:moveTo>
                  <a:lnTo>
                    <a:pt x="6004287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51786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057487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163188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268889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374590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480291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786525" y="6455209"/>
              <a:ext cx="33052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892226" y="6455209"/>
              <a:ext cx="33052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0.175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997927" y="6454886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103628" y="6454886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0.225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209329" y="6454886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315030" y="6454886"/>
              <a:ext cx="330522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0.275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61461" y="6583732"/>
              <a:ext cx="1954032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Average silhouette width</a:t>
              </a:r>
            </a:p>
          </p:txBody>
        </p:sp>
        <p:sp>
          <p:nvSpPr>
            <p:cNvPr id="55" name="tx55"/>
            <p:cNvSpPr/>
            <p:nvPr/>
          </p:nvSpPr>
          <p:spPr>
            <a:xfrm rot="-5400000">
              <a:off x="-1270522" y="3398073"/>
              <a:ext cx="2789045" cy="1541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Minimum cluster bootstrap Jaccard</a:t>
              </a:r>
            </a:p>
          </p:txBody>
        </p:sp>
        <p:sp>
          <p:nvSpPr>
            <p:cNvPr id="56" name="rc56"/>
            <p:cNvSpPr/>
            <p:nvPr/>
          </p:nvSpPr>
          <p:spPr>
            <a:xfrm>
              <a:off x="6705105" y="2438803"/>
              <a:ext cx="2356653" cy="10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6787346" y="2503994"/>
              <a:ext cx="2192170" cy="1541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Minimum cluster proportion</a:t>
              </a:r>
            </a:p>
          </p:txBody>
        </p:sp>
        <p:sp>
          <p:nvSpPr>
            <p:cNvPr id="58" name="rc58"/>
            <p:cNvSpPr/>
            <p:nvPr/>
          </p:nvSpPr>
          <p:spPr>
            <a:xfrm>
              <a:off x="6787346" y="2758632"/>
              <a:ext cx="226228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843819" y="2811717"/>
              <a:ext cx="113284" cy="113284"/>
            </a:xfrm>
            <a:prstGeom prst="ellipse">
              <a:avLst/>
            </a:prstGeom>
            <a:solidFill>
              <a:srgbClr val="000000">
                <a:alpha val="90196"/>
              </a:srgbClr>
            </a:solidFill>
            <a:ln w="10636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787346" y="2978088"/>
              <a:ext cx="226228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822966" y="3010321"/>
              <a:ext cx="154989" cy="154989"/>
            </a:xfrm>
            <a:prstGeom prst="ellipse">
              <a:avLst/>
            </a:prstGeom>
            <a:solidFill>
              <a:srgbClr val="000000">
                <a:alpha val="90196"/>
              </a:srgbClr>
            </a:solidFill>
            <a:ln w="10636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787346" y="3197544"/>
              <a:ext cx="226228" cy="2262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809989" y="3220186"/>
              <a:ext cx="180944" cy="180944"/>
            </a:xfrm>
            <a:prstGeom prst="ellipse">
              <a:avLst/>
            </a:prstGeom>
            <a:solidFill>
              <a:srgbClr val="000000">
                <a:alpha val="90196"/>
              </a:srgbClr>
            </a:solidFill>
            <a:ln w="10636" cap="rnd">
              <a:solidFill>
                <a:srgbClr val="00000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095817" y="2820861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095817" y="3039995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095817" y="3263030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67" name="rc67"/>
            <p:cNvSpPr/>
            <p:nvPr/>
          </p:nvSpPr>
          <p:spPr>
            <a:xfrm>
              <a:off x="6705105" y="3670497"/>
              <a:ext cx="1428017" cy="8409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6787346" y="3764468"/>
              <a:ext cx="504570" cy="125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Status</a:t>
              </a:r>
            </a:p>
          </p:txBody>
        </p:sp>
        <p:sp>
          <p:nvSpPr>
            <p:cNvPr id="69" name="rc69"/>
            <p:cNvSpPr/>
            <p:nvPr/>
          </p:nvSpPr>
          <p:spPr>
            <a:xfrm>
              <a:off x="6787346" y="399032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867734" y="4070714"/>
              <a:ext cx="58679" cy="58679"/>
            </a:xfrm>
            <a:prstGeom prst="ellipse">
              <a:avLst/>
            </a:prstGeom>
            <a:solidFill>
              <a:srgbClr val="D95F02">
                <a:alpha val="90196"/>
              </a:srgbClr>
            </a:solidFill>
            <a:ln w="10636" cap="rnd">
              <a:solidFill>
                <a:srgbClr val="D95F02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6864920" y="4077554"/>
              <a:ext cx="64309" cy="639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D95F02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2" name="rc72"/>
            <p:cNvSpPr/>
            <p:nvPr/>
          </p:nvSpPr>
          <p:spPr>
            <a:xfrm>
              <a:off x="6787346" y="420978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867734" y="4290170"/>
              <a:ext cx="58679" cy="58679"/>
            </a:xfrm>
            <a:prstGeom prst="ellipse">
              <a:avLst/>
            </a:prstGeom>
            <a:solidFill>
              <a:srgbClr val="999999">
                <a:alpha val="90196"/>
              </a:srgbClr>
            </a:solidFill>
            <a:ln w="10636" cap="rnd">
              <a:solidFill>
                <a:srgbClr val="999999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6864920" y="4297010"/>
              <a:ext cx="64309" cy="639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089044" y="4049718"/>
              <a:ext cx="961836" cy="977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 candidates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089044" y="4243957"/>
              <a:ext cx="521290" cy="1229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Rejected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36334" y="293566"/>
              <a:ext cx="11499521" cy="1566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Eligible if min cluster proportion &gt;= 0.15 and min cluster bootstrap Jaccard &gt;= 0.55. Final candidates also require silhouette &gt;= 90% of best eligible silhouette.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36334" y="40656"/>
              <a:ext cx="5177296" cy="1695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 candidate selection: stability, size balance, and silhouette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2026-03-23T17:43:44Z</dcterms:modified>
  <cp:category/>
</cp:coreProperties>
</file>