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Relationship Id="rId2" Type="http://schemas.openxmlformats.org/officeDocument/2006/relationships/image" Target="../media/dc65a07b06207e1a878d17603ed1399d4888a0d8.png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6014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413131" y="568962"/>
              <a:ext cx="7790370" cy="6008824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rc6"/>
            <p:cNvSpPr/>
            <p:nvPr/>
          </p:nvSpPr>
          <p:spPr>
            <a:xfrm>
              <a:off x="5931310" y="4512253"/>
              <a:ext cx="1081995" cy="1877757"/>
            </a:xfrm>
            <a:prstGeom prst="rect">
              <a:avLst/>
            </a:prstGeom>
            <a:solidFill>
              <a:srgbClr val="FFC9BD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" name="rc7"/>
            <p:cNvSpPr/>
            <p:nvPr/>
          </p:nvSpPr>
          <p:spPr>
            <a:xfrm>
              <a:off x="3767318" y="4512253"/>
              <a:ext cx="1081995" cy="1877757"/>
            </a:xfrm>
            <a:prstGeom prst="rect">
              <a:avLst/>
            </a:prstGeom>
            <a:solidFill>
              <a:srgbClr val="FFF3F0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" name="rc8"/>
            <p:cNvSpPr/>
            <p:nvPr/>
          </p:nvSpPr>
          <p:spPr>
            <a:xfrm>
              <a:off x="7013306" y="4512253"/>
              <a:ext cx="1081995" cy="1877757"/>
            </a:xfrm>
            <a:prstGeom prst="rect">
              <a:avLst/>
            </a:prstGeom>
            <a:solidFill>
              <a:srgbClr val="FFD5CB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" name="rc9"/>
            <p:cNvSpPr/>
            <p:nvPr/>
          </p:nvSpPr>
          <p:spPr>
            <a:xfrm>
              <a:off x="4849314" y="4512253"/>
              <a:ext cx="1081995" cy="1877757"/>
            </a:xfrm>
            <a:prstGeom prst="rect">
              <a:avLst/>
            </a:prstGeom>
            <a:solidFill>
              <a:srgbClr val="F8927F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" name="rc10"/>
            <p:cNvSpPr/>
            <p:nvPr/>
          </p:nvSpPr>
          <p:spPr>
            <a:xfrm>
              <a:off x="2685322" y="4512253"/>
              <a:ext cx="1081995" cy="1877757"/>
            </a:xfrm>
            <a:prstGeom prst="rect">
              <a:avLst/>
            </a:prstGeom>
            <a:solidFill>
              <a:srgbClr val="D7191C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" name="rc11"/>
            <p:cNvSpPr/>
            <p:nvPr/>
          </p:nvSpPr>
          <p:spPr>
            <a:xfrm>
              <a:off x="1603326" y="4512253"/>
              <a:ext cx="1081995" cy="1877757"/>
            </a:xfrm>
            <a:prstGeom prst="rect">
              <a:avLst/>
            </a:prstGeom>
            <a:solidFill>
              <a:srgbClr val="FFFAF9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" name="rc12"/>
            <p:cNvSpPr/>
            <p:nvPr/>
          </p:nvSpPr>
          <p:spPr>
            <a:xfrm>
              <a:off x="521330" y="4512253"/>
              <a:ext cx="1081995" cy="1877757"/>
            </a:xfrm>
            <a:prstGeom prst="rect">
              <a:avLst/>
            </a:prstGeom>
            <a:solidFill>
              <a:srgbClr val="FEB0A0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" name="rc13"/>
            <p:cNvSpPr/>
            <p:nvPr/>
          </p:nvSpPr>
          <p:spPr>
            <a:xfrm>
              <a:off x="5931310" y="2634495"/>
              <a:ext cx="1081995" cy="1877757"/>
            </a:xfrm>
            <a:prstGeom prst="rect">
              <a:avLst/>
            </a:prstGeom>
            <a:solidFill>
              <a:srgbClr val="FFB4A5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" name="rc14"/>
            <p:cNvSpPr/>
            <p:nvPr/>
          </p:nvSpPr>
          <p:spPr>
            <a:xfrm>
              <a:off x="3767318" y="2634495"/>
              <a:ext cx="1081995" cy="1877757"/>
            </a:xfrm>
            <a:prstGeom prst="rect">
              <a:avLst/>
            </a:prstGeom>
            <a:solidFill>
              <a:srgbClr val="FCA493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5" name="rc15"/>
            <p:cNvSpPr/>
            <p:nvPr/>
          </p:nvSpPr>
          <p:spPr>
            <a:xfrm>
              <a:off x="7013306" y="2634495"/>
              <a:ext cx="1081995" cy="1877757"/>
            </a:xfrm>
            <a:prstGeom prst="rect">
              <a:avLst/>
            </a:prstGeom>
            <a:solidFill>
              <a:srgbClr val="F37D69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6" name="rc16"/>
            <p:cNvSpPr/>
            <p:nvPr/>
          </p:nvSpPr>
          <p:spPr>
            <a:xfrm>
              <a:off x="4849314" y="2634495"/>
              <a:ext cx="1081995" cy="1877757"/>
            </a:xfrm>
            <a:prstGeom prst="rect">
              <a:avLst/>
            </a:prstGeom>
            <a:solidFill>
              <a:srgbClr val="FFEBE7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7" name="rc17"/>
            <p:cNvSpPr/>
            <p:nvPr/>
          </p:nvSpPr>
          <p:spPr>
            <a:xfrm>
              <a:off x="2685322" y="2634495"/>
              <a:ext cx="1081995" cy="1877757"/>
            </a:xfrm>
            <a:prstGeom prst="rect">
              <a:avLst/>
            </a:prstGeom>
            <a:solidFill>
              <a:srgbClr val="CCD9EB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8" name="rc18"/>
            <p:cNvSpPr/>
            <p:nvPr/>
          </p:nvSpPr>
          <p:spPr>
            <a:xfrm>
              <a:off x="1603326" y="2634495"/>
              <a:ext cx="1081995" cy="1877757"/>
            </a:xfrm>
            <a:prstGeom prst="rect">
              <a:avLst/>
            </a:prstGeom>
            <a:solidFill>
              <a:srgbClr val="FCA493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9" name="rc19"/>
            <p:cNvSpPr/>
            <p:nvPr/>
          </p:nvSpPr>
          <p:spPr>
            <a:xfrm>
              <a:off x="521330" y="2634495"/>
              <a:ext cx="1081995" cy="1877757"/>
            </a:xfrm>
            <a:prstGeom prst="rect">
              <a:avLst/>
            </a:prstGeom>
            <a:solidFill>
              <a:srgbClr val="ECF1F8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" name="rc20"/>
            <p:cNvSpPr/>
            <p:nvPr/>
          </p:nvSpPr>
          <p:spPr>
            <a:xfrm>
              <a:off x="5931310" y="756738"/>
              <a:ext cx="1081995" cy="1877757"/>
            </a:xfrm>
            <a:prstGeom prst="rect">
              <a:avLst/>
            </a:prstGeom>
            <a:solidFill>
              <a:srgbClr val="C2D2E7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" name="rc21"/>
            <p:cNvSpPr/>
            <p:nvPr/>
          </p:nvSpPr>
          <p:spPr>
            <a:xfrm>
              <a:off x="3767318" y="756738"/>
              <a:ext cx="1081995" cy="1877757"/>
            </a:xfrm>
            <a:prstGeom prst="rect">
              <a:avLst/>
            </a:prstGeom>
            <a:solidFill>
              <a:srgbClr val="C9D7EA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" name="rc22"/>
            <p:cNvSpPr/>
            <p:nvPr/>
          </p:nvSpPr>
          <p:spPr>
            <a:xfrm>
              <a:off x="7013306" y="756738"/>
              <a:ext cx="1081995" cy="1877757"/>
            </a:xfrm>
            <a:prstGeom prst="rect">
              <a:avLst/>
            </a:prstGeom>
            <a:solidFill>
              <a:srgbClr val="A9C0DE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" name="rc23"/>
            <p:cNvSpPr/>
            <p:nvPr/>
          </p:nvSpPr>
          <p:spPr>
            <a:xfrm>
              <a:off x="4849314" y="756738"/>
              <a:ext cx="1081995" cy="1877757"/>
            </a:xfrm>
            <a:prstGeom prst="rect">
              <a:avLst/>
            </a:prstGeom>
            <a:solidFill>
              <a:srgbClr val="CBD8EB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4" name="rc24"/>
            <p:cNvSpPr/>
            <p:nvPr/>
          </p:nvSpPr>
          <p:spPr>
            <a:xfrm>
              <a:off x="2685322" y="756738"/>
              <a:ext cx="1081995" cy="1877757"/>
            </a:xfrm>
            <a:prstGeom prst="rect">
              <a:avLst/>
            </a:prstGeom>
            <a:solidFill>
              <a:srgbClr val="CFDCEC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5" name="rc25"/>
            <p:cNvSpPr/>
            <p:nvPr/>
          </p:nvSpPr>
          <p:spPr>
            <a:xfrm>
              <a:off x="1603326" y="756738"/>
              <a:ext cx="1081995" cy="1877757"/>
            </a:xfrm>
            <a:prstGeom prst="rect">
              <a:avLst/>
            </a:prstGeom>
            <a:solidFill>
              <a:srgbClr val="CCDAEB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6" name="rc26"/>
            <p:cNvSpPr/>
            <p:nvPr/>
          </p:nvSpPr>
          <p:spPr>
            <a:xfrm>
              <a:off x="521330" y="756738"/>
              <a:ext cx="1081995" cy="1877757"/>
            </a:xfrm>
            <a:prstGeom prst="rect">
              <a:avLst/>
            </a:prstGeom>
            <a:solidFill>
              <a:srgbClr val="ECF1F7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413131" y="568962"/>
              <a:ext cx="0" cy="6008824"/>
            </a:xfrm>
            <a:custGeom>
              <a:avLst/>
              <a:pathLst>
                <a:path w="0" h="6008824">
                  <a:moveTo>
                    <a:pt x="0" y="6008824"/>
                  </a:moveTo>
                  <a:lnTo>
                    <a:pt x="0" y="0"/>
                  </a:lnTo>
                </a:path>
              </a:pathLst>
            </a:custGeom>
            <a:ln w="16014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tx28"/>
            <p:cNvSpPr/>
            <p:nvPr/>
          </p:nvSpPr>
          <p:spPr>
            <a:xfrm>
              <a:off x="82241" y="5398667"/>
              <a:ext cx="256872" cy="998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4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FG1</a:t>
              </a:r>
            </a:p>
          </p:txBody>
        </p:sp>
        <p:sp>
          <p:nvSpPr>
            <p:cNvPr id="29" name="tx29"/>
            <p:cNvSpPr/>
            <p:nvPr/>
          </p:nvSpPr>
          <p:spPr>
            <a:xfrm>
              <a:off x="82241" y="3520910"/>
              <a:ext cx="256872" cy="998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4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FG2</a:t>
              </a:r>
            </a:p>
          </p:txBody>
        </p:sp>
        <p:sp>
          <p:nvSpPr>
            <p:cNvPr id="30" name="tx30"/>
            <p:cNvSpPr/>
            <p:nvPr/>
          </p:nvSpPr>
          <p:spPr>
            <a:xfrm>
              <a:off x="82241" y="1643152"/>
              <a:ext cx="256872" cy="998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4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FG3</a:t>
              </a:r>
            </a:p>
          </p:txBody>
        </p:sp>
        <p:sp>
          <p:nvSpPr>
            <p:cNvPr id="31" name="pl31"/>
            <p:cNvSpPr/>
            <p:nvPr/>
          </p:nvSpPr>
          <p:spPr>
            <a:xfrm>
              <a:off x="372010" y="5451132"/>
              <a:ext cx="41120" cy="0"/>
            </a:xfrm>
            <a:custGeom>
              <a:avLst/>
              <a:pathLst>
                <a:path w="41120" h="0">
                  <a:moveTo>
                    <a:pt x="0" y="0"/>
                  </a:moveTo>
                  <a:lnTo>
                    <a:pt x="4112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372010" y="3573374"/>
              <a:ext cx="41120" cy="0"/>
            </a:xfrm>
            <a:custGeom>
              <a:avLst/>
              <a:pathLst>
                <a:path w="41120" h="0">
                  <a:moveTo>
                    <a:pt x="0" y="0"/>
                  </a:moveTo>
                  <a:lnTo>
                    <a:pt x="4112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372010" y="1695617"/>
              <a:ext cx="41120" cy="0"/>
            </a:xfrm>
            <a:custGeom>
              <a:avLst/>
              <a:pathLst>
                <a:path w="41120" h="0">
                  <a:moveTo>
                    <a:pt x="0" y="0"/>
                  </a:moveTo>
                  <a:lnTo>
                    <a:pt x="4112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413131" y="6577786"/>
              <a:ext cx="7790370" cy="0"/>
            </a:xfrm>
            <a:custGeom>
              <a:avLst/>
              <a:pathLst>
                <a:path w="7790370" h="0">
                  <a:moveTo>
                    <a:pt x="0" y="0"/>
                  </a:moveTo>
                  <a:lnTo>
                    <a:pt x="7790370" y="0"/>
                  </a:lnTo>
                </a:path>
              </a:pathLst>
            </a:custGeom>
            <a:ln w="16014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1062328" y="6577786"/>
              <a:ext cx="0" cy="41120"/>
            </a:xfrm>
            <a:custGeom>
              <a:avLst/>
              <a:pathLst>
                <a:path w="0" h="41120">
                  <a:moveTo>
                    <a:pt x="0" y="4112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2144324" y="6577786"/>
              <a:ext cx="0" cy="41120"/>
            </a:xfrm>
            <a:custGeom>
              <a:avLst/>
              <a:pathLst>
                <a:path w="0" h="41120">
                  <a:moveTo>
                    <a:pt x="0" y="4112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3226320" y="6577786"/>
              <a:ext cx="0" cy="41120"/>
            </a:xfrm>
            <a:custGeom>
              <a:avLst/>
              <a:pathLst>
                <a:path w="0" h="41120">
                  <a:moveTo>
                    <a:pt x="0" y="4112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4308316" y="6577786"/>
              <a:ext cx="0" cy="41120"/>
            </a:xfrm>
            <a:custGeom>
              <a:avLst/>
              <a:pathLst>
                <a:path w="0" h="41120">
                  <a:moveTo>
                    <a:pt x="0" y="4112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5390312" y="6577786"/>
              <a:ext cx="0" cy="41120"/>
            </a:xfrm>
            <a:custGeom>
              <a:avLst/>
              <a:pathLst>
                <a:path w="0" h="41120">
                  <a:moveTo>
                    <a:pt x="0" y="4112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l40"/>
            <p:cNvSpPr/>
            <p:nvPr/>
          </p:nvSpPr>
          <p:spPr>
            <a:xfrm>
              <a:off x="6472308" y="6577786"/>
              <a:ext cx="0" cy="41120"/>
            </a:xfrm>
            <a:custGeom>
              <a:avLst/>
              <a:pathLst>
                <a:path w="0" h="41120">
                  <a:moveTo>
                    <a:pt x="0" y="4112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l41"/>
            <p:cNvSpPr/>
            <p:nvPr/>
          </p:nvSpPr>
          <p:spPr>
            <a:xfrm>
              <a:off x="7554303" y="6577786"/>
              <a:ext cx="0" cy="41120"/>
            </a:xfrm>
            <a:custGeom>
              <a:avLst/>
              <a:pathLst>
                <a:path w="0" h="41120">
                  <a:moveTo>
                    <a:pt x="0" y="4112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tx42"/>
            <p:cNvSpPr/>
            <p:nvPr/>
          </p:nvSpPr>
          <p:spPr>
            <a:xfrm>
              <a:off x="963268" y="6651804"/>
              <a:ext cx="198120" cy="9473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4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BM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2052584" y="6646451"/>
              <a:ext cx="183480" cy="1000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4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CS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3138224" y="6646709"/>
              <a:ext cx="176192" cy="998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4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GL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4216576" y="6651804"/>
              <a:ext cx="183480" cy="9473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4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HB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5261940" y="6651804"/>
              <a:ext cx="256743" cy="9473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4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HWI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6380568" y="6646451"/>
              <a:ext cx="183480" cy="1000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4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RS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7466272" y="6651804"/>
              <a:ext cx="176063" cy="9473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4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TR</a:t>
              </a:r>
            </a:p>
          </p:txBody>
        </p:sp>
        <p:sp>
          <p:nvSpPr>
            <p:cNvPr id="49" name="rc49"/>
            <p:cNvSpPr/>
            <p:nvPr/>
          </p:nvSpPr>
          <p:spPr>
            <a:xfrm>
              <a:off x="8367984" y="2823699"/>
              <a:ext cx="693773" cy="149935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0" name="tx50"/>
            <p:cNvSpPr/>
            <p:nvPr/>
          </p:nvSpPr>
          <p:spPr>
            <a:xfrm>
              <a:off x="8450226" y="2924200"/>
              <a:ext cx="100849" cy="11882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Z</a:t>
              </a:r>
            </a:p>
          </p:txBody>
        </p:sp>
        <p:pic>
          <p:nvPicPr>
            <p:cNvPr id="51" name="pic5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450226" y="3143528"/>
              <a:ext cx="219455" cy="1097280"/>
            </a:xfrm>
            <a:prstGeom prst="rect">
              <a:avLst/>
            </a:prstGeom>
          </p:spPr>
        </p:pic>
        <p:sp>
          <p:nvSpPr>
            <p:cNvPr id="52" name="pl52"/>
            <p:cNvSpPr/>
            <p:nvPr/>
          </p:nvSpPr>
          <p:spPr>
            <a:xfrm>
              <a:off x="8625791" y="4170693"/>
              <a:ext cx="43891" cy="0"/>
            </a:xfrm>
            <a:custGeom>
              <a:avLst/>
              <a:pathLst>
                <a:path w="43891" h="0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l53"/>
            <p:cNvSpPr/>
            <p:nvPr/>
          </p:nvSpPr>
          <p:spPr>
            <a:xfrm>
              <a:off x="8625791" y="3896502"/>
              <a:ext cx="43891" cy="0"/>
            </a:xfrm>
            <a:custGeom>
              <a:avLst/>
              <a:pathLst>
                <a:path w="43891" h="0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l54"/>
            <p:cNvSpPr/>
            <p:nvPr/>
          </p:nvSpPr>
          <p:spPr>
            <a:xfrm>
              <a:off x="8625791" y="3622312"/>
              <a:ext cx="43891" cy="0"/>
            </a:xfrm>
            <a:custGeom>
              <a:avLst/>
              <a:pathLst>
                <a:path w="43891" h="0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l55"/>
            <p:cNvSpPr/>
            <p:nvPr/>
          </p:nvSpPr>
          <p:spPr>
            <a:xfrm>
              <a:off x="8625791" y="3348121"/>
              <a:ext cx="43891" cy="0"/>
            </a:xfrm>
            <a:custGeom>
              <a:avLst/>
              <a:pathLst>
                <a:path w="43891" h="0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l56"/>
            <p:cNvSpPr/>
            <p:nvPr/>
          </p:nvSpPr>
          <p:spPr>
            <a:xfrm>
              <a:off x="8450226" y="4170693"/>
              <a:ext cx="43891" cy="0"/>
            </a:xfrm>
            <a:custGeom>
              <a:avLst/>
              <a:pathLst>
                <a:path w="43891" h="0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l57"/>
            <p:cNvSpPr/>
            <p:nvPr/>
          </p:nvSpPr>
          <p:spPr>
            <a:xfrm>
              <a:off x="8450226" y="3896502"/>
              <a:ext cx="43891" cy="0"/>
            </a:xfrm>
            <a:custGeom>
              <a:avLst/>
              <a:pathLst>
                <a:path w="43891" h="0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l58"/>
            <p:cNvSpPr/>
            <p:nvPr/>
          </p:nvSpPr>
          <p:spPr>
            <a:xfrm>
              <a:off x="8450226" y="3622312"/>
              <a:ext cx="43891" cy="0"/>
            </a:xfrm>
            <a:custGeom>
              <a:avLst/>
              <a:pathLst>
                <a:path w="43891" h="0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8450226" y="3348121"/>
              <a:ext cx="43891" cy="0"/>
            </a:xfrm>
            <a:custGeom>
              <a:avLst/>
              <a:pathLst>
                <a:path w="43891" h="0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tx60"/>
            <p:cNvSpPr/>
            <p:nvPr/>
          </p:nvSpPr>
          <p:spPr>
            <a:xfrm>
              <a:off x="8751923" y="4123194"/>
              <a:ext cx="227592" cy="948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4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-0.5</a:t>
              </a:r>
            </a:p>
          </p:txBody>
        </p:sp>
        <p:sp>
          <p:nvSpPr>
            <p:cNvPr id="61" name="tx61"/>
            <p:cNvSpPr/>
            <p:nvPr/>
          </p:nvSpPr>
          <p:spPr>
            <a:xfrm>
              <a:off x="8751923" y="3849004"/>
              <a:ext cx="183609" cy="948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4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0.0</a:t>
              </a:r>
            </a:p>
          </p:txBody>
        </p:sp>
        <p:sp>
          <p:nvSpPr>
            <p:cNvPr id="62" name="tx62"/>
            <p:cNvSpPr/>
            <p:nvPr/>
          </p:nvSpPr>
          <p:spPr>
            <a:xfrm>
              <a:off x="8751923" y="3574813"/>
              <a:ext cx="183609" cy="948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4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0.5</a:t>
              </a:r>
            </a:p>
          </p:txBody>
        </p:sp>
        <p:sp>
          <p:nvSpPr>
            <p:cNvPr id="63" name="tx63"/>
            <p:cNvSpPr/>
            <p:nvPr/>
          </p:nvSpPr>
          <p:spPr>
            <a:xfrm>
              <a:off x="8751923" y="3300622"/>
              <a:ext cx="183609" cy="948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4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1.0</a:t>
              </a:r>
            </a:p>
          </p:txBody>
        </p:sp>
        <p:sp>
          <p:nvSpPr>
            <p:cNvPr id="64" name="tx64"/>
            <p:cNvSpPr/>
            <p:nvPr/>
          </p:nvSpPr>
          <p:spPr>
            <a:xfrm>
              <a:off x="413131" y="296952"/>
              <a:ext cx="3661302" cy="15324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Based on species-standardised raw-trait z-scores.</a:t>
              </a:r>
            </a:p>
          </p:txBody>
        </p:sp>
        <p:sp>
          <p:nvSpPr>
            <p:cNvPr id="65" name="tx65"/>
            <p:cNvSpPr/>
            <p:nvPr/>
          </p:nvSpPr>
          <p:spPr>
            <a:xfrm>
              <a:off x="413131" y="40222"/>
              <a:ext cx="2479737" cy="1699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FG trait signatures (heatmap)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dingchenchen</cp:lastModifiedBy>
  <cp:revision>3</cp:revision>
  <dcterms:created xsi:type="dcterms:W3CDTF">2017-02-13T16:18:36Z</dcterms:created>
  <dcterms:modified xsi:type="dcterms:W3CDTF">2026-03-23T17:43:47Z</dcterms:modified>
  <cp:category/>
</cp:coreProperties>
</file>