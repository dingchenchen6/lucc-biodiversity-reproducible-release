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155458" y="1600200"/>
              <a:ext cx="6833083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601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80617" y="2417059"/>
              <a:ext cx="3026820" cy="30268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780617" y="3930469"/>
              <a:ext cx="3026820" cy="0"/>
            </a:xfrm>
            <a:custGeom>
              <a:avLst/>
              <a:pathLst>
                <a:path w="3026820" h="0">
                  <a:moveTo>
                    <a:pt x="0" y="0"/>
                  </a:moveTo>
                  <a:lnTo>
                    <a:pt x="3026820" y="0"/>
                  </a:lnTo>
                </a:path>
              </a:pathLst>
            </a:custGeom>
            <a:ln w="12195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294027" y="2417059"/>
              <a:ext cx="0" cy="3026820"/>
            </a:xfrm>
            <a:custGeom>
              <a:avLst/>
              <a:pathLst>
                <a:path w="0" h="3026820">
                  <a:moveTo>
                    <a:pt x="0" y="302682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20898" y="3698217"/>
              <a:ext cx="1440978" cy="1254943"/>
            </a:xfrm>
            <a:custGeom>
              <a:avLst/>
              <a:pathLst>
                <a:path w="1440978" h="1254943">
                  <a:moveTo>
                    <a:pt x="1440978" y="761033"/>
                  </a:moveTo>
                  <a:lnTo>
                    <a:pt x="1435512" y="684616"/>
                  </a:lnTo>
                  <a:lnTo>
                    <a:pt x="1419197" y="607324"/>
                  </a:lnTo>
                  <a:lnTo>
                    <a:pt x="1392279" y="530329"/>
                  </a:lnTo>
                  <a:lnTo>
                    <a:pt x="1355168" y="454797"/>
                  </a:lnTo>
                  <a:lnTo>
                    <a:pt x="1308424" y="381873"/>
                  </a:lnTo>
                  <a:lnTo>
                    <a:pt x="1252759" y="312664"/>
                  </a:lnTo>
                  <a:lnTo>
                    <a:pt x="1189014" y="248218"/>
                  </a:lnTo>
                  <a:lnTo>
                    <a:pt x="1118156" y="189512"/>
                  </a:lnTo>
                  <a:lnTo>
                    <a:pt x="1041260" y="137436"/>
                  </a:lnTo>
                  <a:lnTo>
                    <a:pt x="959490" y="92780"/>
                  </a:lnTo>
                  <a:lnTo>
                    <a:pt x="874088" y="56220"/>
                  </a:lnTo>
                  <a:lnTo>
                    <a:pt x="786346" y="28311"/>
                  </a:lnTo>
                  <a:lnTo>
                    <a:pt x="697596" y="9476"/>
                  </a:lnTo>
                  <a:lnTo>
                    <a:pt x="609183" y="0"/>
                  </a:lnTo>
                  <a:lnTo>
                    <a:pt x="522447" y="26"/>
                  </a:lnTo>
                  <a:lnTo>
                    <a:pt x="438702" y="9555"/>
                  </a:lnTo>
                  <a:lnTo>
                    <a:pt x="359218" y="28443"/>
                  </a:lnTo>
                  <a:lnTo>
                    <a:pt x="285201" y="56402"/>
                  </a:lnTo>
                  <a:lnTo>
                    <a:pt x="217772" y="93009"/>
                  </a:lnTo>
                  <a:lnTo>
                    <a:pt x="157953" y="137709"/>
                  </a:lnTo>
                  <a:lnTo>
                    <a:pt x="106651" y="189824"/>
                  </a:lnTo>
                  <a:lnTo>
                    <a:pt x="64644" y="248564"/>
                  </a:lnTo>
                  <a:lnTo>
                    <a:pt x="32569" y="313040"/>
                  </a:lnTo>
                  <a:lnTo>
                    <a:pt x="10911" y="382273"/>
                  </a:lnTo>
                  <a:lnTo>
                    <a:pt x="0" y="455214"/>
                  </a:lnTo>
                  <a:lnTo>
                    <a:pt x="0" y="530758"/>
                  </a:lnTo>
                  <a:lnTo>
                    <a:pt x="10911" y="607758"/>
                  </a:lnTo>
                  <a:lnTo>
                    <a:pt x="32569" y="685049"/>
                  </a:lnTo>
                  <a:lnTo>
                    <a:pt x="64644" y="761457"/>
                  </a:lnTo>
                  <a:lnTo>
                    <a:pt x="106651" y="835826"/>
                  </a:lnTo>
                  <a:lnTo>
                    <a:pt x="157953" y="907028"/>
                  </a:lnTo>
                  <a:lnTo>
                    <a:pt x="217772" y="973982"/>
                  </a:lnTo>
                  <a:lnTo>
                    <a:pt x="285201" y="1035675"/>
                  </a:lnTo>
                  <a:lnTo>
                    <a:pt x="359218" y="1091171"/>
                  </a:lnTo>
                  <a:lnTo>
                    <a:pt x="438702" y="1139629"/>
                  </a:lnTo>
                  <a:lnTo>
                    <a:pt x="522447" y="1180314"/>
                  </a:lnTo>
                  <a:lnTo>
                    <a:pt x="609183" y="1212610"/>
                  </a:lnTo>
                  <a:lnTo>
                    <a:pt x="697596" y="1236027"/>
                  </a:lnTo>
                  <a:lnTo>
                    <a:pt x="786346" y="1250210"/>
                  </a:lnTo>
                  <a:lnTo>
                    <a:pt x="874088" y="1254943"/>
                  </a:lnTo>
                  <a:lnTo>
                    <a:pt x="959490" y="1250156"/>
                  </a:lnTo>
                  <a:lnTo>
                    <a:pt x="1041260" y="1235921"/>
                  </a:lnTo>
                  <a:lnTo>
                    <a:pt x="1118156" y="1212453"/>
                  </a:lnTo>
                  <a:lnTo>
                    <a:pt x="1189014" y="1180109"/>
                  </a:lnTo>
                  <a:lnTo>
                    <a:pt x="1252759" y="1139378"/>
                  </a:lnTo>
                  <a:lnTo>
                    <a:pt x="1308424" y="1090879"/>
                  </a:lnTo>
                  <a:lnTo>
                    <a:pt x="1355168" y="1035345"/>
                  </a:lnTo>
                  <a:lnTo>
                    <a:pt x="1392279" y="973620"/>
                  </a:lnTo>
                  <a:lnTo>
                    <a:pt x="1419197" y="906639"/>
                  </a:lnTo>
                  <a:lnTo>
                    <a:pt x="1435512" y="835417"/>
                  </a:lnTo>
                  <a:lnTo>
                    <a:pt x="1440978" y="761033"/>
                  </a:lnTo>
                </a:path>
              </a:pathLst>
            </a:custGeom>
            <a:ln w="29811" cap="flat">
              <a:solidFill>
                <a:srgbClr val="F0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376286" y="3212931"/>
              <a:ext cx="1292166" cy="886175"/>
            </a:xfrm>
            <a:custGeom>
              <a:avLst/>
              <a:pathLst>
                <a:path w="1292166" h="886175">
                  <a:moveTo>
                    <a:pt x="1292166" y="462808"/>
                  </a:moveTo>
                  <a:lnTo>
                    <a:pt x="1287264" y="408228"/>
                  </a:lnTo>
                  <a:lnTo>
                    <a:pt x="1272633" y="354181"/>
                  </a:lnTo>
                  <a:lnTo>
                    <a:pt x="1248496" y="301484"/>
                  </a:lnTo>
                  <a:lnTo>
                    <a:pt x="1215217" y="250938"/>
                  </a:lnTo>
                  <a:lnTo>
                    <a:pt x="1173301" y="203309"/>
                  </a:lnTo>
                  <a:lnTo>
                    <a:pt x="1123384" y="159318"/>
                  </a:lnTo>
                  <a:lnTo>
                    <a:pt x="1066222" y="119632"/>
                  </a:lnTo>
                  <a:lnTo>
                    <a:pt x="1002682" y="84853"/>
                  </a:lnTo>
                  <a:lnTo>
                    <a:pt x="933727" y="55508"/>
                  </a:lnTo>
                  <a:lnTo>
                    <a:pt x="860402" y="32043"/>
                  </a:lnTo>
                  <a:lnTo>
                    <a:pt x="783819" y="14811"/>
                  </a:lnTo>
                  <a:lnTo>
                    <a:pt x="705139" y="4076"/>
                  </a:lnTo>
                  <a:lnTo>
                    <a:pt x="625554" y="0"/>
                  </a:lnTo>
                  <a:lnTo>
                    <a:pt x="546271" y="2643"/>
                  </a:lnTo>
                  <a:lnTo>
                    <a:pt x="468492" y="11967"/>
                  </a:lnTo>
                  <a:lnTo>
                    <a:pt x="393396" y="27830"/>
                  </a:lnTo>
                  <a:lnTo>
                    <a:pt x="322121" y="49992"/>
                  </a:lnTo>
                  <a:lnTo>
                    <a:pt x="255748" y="78116"/>
                  </a:lnTo>
                  <a:lnTo>
                    <a:pt x="195282" y="111777"/>
                  </a:lnTo>
                  <a:lnTo>
                    <a:pt x="141641" y="150463"/>
                  </a:lnTo>
                  <a:lnTo>
                    <a:pt x="95637" y="193589"/>
                  </a:lnTo>
                  <a:lnTo>
                    <a:pt x="57968" y="240501"/>
                  </a:lnTo>
                  <a:lnTo>
                    <a:pt x="29205" y="290487"/>
                  </a:lnTo>
                  <a:lnTo>
                    <a:pt x="9784" y="342790"/>
                  </a:lnTo>
                  <a:lnTo>
                    <a:pt x="0" y="396617"/>
                  </a:lnTo>
                  <a:lnTo>
                    <a:pt x="0" y="451153"/>
                  </a:lnTo>
                  <a:lnTo>
                    <a:pt x="9784" y="505570"/>
                  </a:lnTo>
                  <a:lnTo>
                    <a:pt x="29205" y="559043"/>
                  </a:lnTo>
                  <a:lnTo>
                    <a:pt x="57968" y="610762"/>
                  </a:lnTo>
                  <a:lnTo>
                    <a:pt x="95637" y="659943"/>
                  </a:lnTo>
                  <a:lnTo>
                    <a:pt x="141641" y="705841"/>
                  </a:lnTo>
                  <a:lnTo>
                    <a:pt x="195282" y="747758"/>
                  </a:lnTo>
                  <a:lnTo>
                    <a:pt x="255748" y="785062"/>
                  </a:lnTo>
                  <a:lnTo>
                    <a:pt x="322121" y="817184"/>
                  </a:lnTo>
                  <a:lnTo>
                    <a:pt x="393396" y="843640"/>
                  </a:lnTo>
                  <a:lnTo>
                    <a:pt x="468492" y="864027"/>
                  </a:lnTo>
                  <a:lnTo>
                    <a:pt x="546271" y="878037"/>
                  </a:lnTo>
                  <a:lnTo>
                    <a:pt x="625554" y="885457"/>
                  </a:lnTo>
                  <a:lnTo>
                    <a:pt x="705139" y="886175"/>
                  </a:lnTo>
                  <a:lnTo>
                    <a:pt x="783819" y="880179"/>
                  </a:lnTo>
                  <a:lnTo>
                    <a:pt x="860402" y="867562"/>
                  </a:lnTo>
                  <a:lnTo>
                    <a:pt x="933727" y="848513"/>
                  </a:lnTo>
                  <a:lnTo>
                    <a:pt x="1002682" y="823323"/>
                  </a:lnTo>
                  <a:lnTo>
                    <a:pt x="1066222" y="792372"/>
                  </a:lnTo>
                  <a:lnTo>
                    <a:pt x="1123384" y="756130"/>
                  </a:lnTo>
                  <a:lnTo>
                    <a:pt x="1173301" y="715146"/>
                  </a:lnTo>
                  <a:lnTo>
                    <a:pt x="1215217" y="670041"/>
                  </a:lnTo>
                  <a:lnTo>
                    <a:pt x="1248496" y="621500"/>
                  </a:lnTo>
                  <a:lnTo>
                    <a:pt x="1272633" y="570258"/>
                  </a:lnTo>
                  <a:lnTo>
                    <a:pt x="1287264" y="517092"/>
                  </a:lnTo>
                  <a:lnTo>
                    <a:pt x="1292166" y="462808"/>
                  </a:lnTo>
                </a:path>
              </a:pathLst>
            </a:custGeom>
            <a:ln w="29811" cap="flat">
              <a:solidFill>
                <a:srgbClr val="19B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91278" y="3441440"/>
              <a:ext cx="1012750" cy="970939"/>
            </a:xfrm>
            <a:custGeom>
              <a:avLst/>
              <a:pathLst>
                <a:path w="1012750" h="970939">
                  <a:moveTo>
                    <a:pt x="1012750" y="572803"/>
                  </a:moveTo>
                  <a:lnTo>
                    <a:pt x="1008909" y="513426"/>
                  </a:lnTo>
                  <a:lnTo>
                    <a:pt x="997442" y="453625"/>
                  </a:lnTo>
                  <a:lnTo>
                    <a:pt x="978523" y="394309"/>
                  </a:lnTo>
                  <a:lnTo>
                    <a:pt x="952441" y="336375"/>
                  </a:lnTo>
                  <a:lnTo>
                    <a:pt x="919589" y="280702"/>
                  </a:lnTo>
                  <a:lnTo>
                    <a:pt x="880465" y="228135"/>
                  </a:lnTo>
                  <a:lnTo>
                    <a:pt x="835664" y="179469"/>
                  </a:lnTo>
                  <a:lnTo>
                    <a:pt x="785864" y="135442"/>
                  </a:lnTo>
                  <a:lnTo>
                    <a:pt x="731819" y="96723"/>
                  </a:lnTo>
                  <a:lnTo>
                    <a:pt x="674350" y="63898"/>
                  </a:lnTo>
                  <a:lnTo>
                    <a:pt x="614327" y="37464"/>
                  </a:lnTo>
                  <a:lnTo>
                    <a:pt x="552661" y="17822"/>
                  </a:lnTo>
                  <a:lnTo>
                    <a:pt x="490286" y="5271"/>
                  </a:lnTo>
                  <a:lnTo>
                    <a:pt x="428147" y="0"/>
                  </a:lnTo>
                  <a:lnTo>
                    <a:pt x="367186" y="2088"/>
                  </a:lnTo>
                  <a:lnTo>
                    <a:pt x="308329" y="11506"/>
                  </a:lnTo>
                  <a:lnTo>
                    <a:pt x="252466" y="28109"/>
                  </a:lnTo>
                  <a:lnTo>
                    <a:pt x="200445" y="51646"/>
                  </a:lnTo>
                  <a:lnTo>
                    <a:pt x="153055" y="81760"/>
                  </a:lnTo>
                  <a:lnTo>
                    <a:pt x="111013" y="117996"/>
                  </a:lnTo>
                  <a:lnTo>
                    <a:pt x="74957" y="159802"/>
                  </a:lnTo>
                  <a:lnTo>
                    <a:pt x="45433" y="206546"/>
                  </a:lnTo>
                  <a:lnTo>
                    <a:pt x="22890" y="257520"/>
                  </a:lnTo>
                  <a:lnTo>
                    <a:pt x="7668" y="311950"/>
                  </a:lnTo>
                  <a:lnTo>
                    <a:pt x="0" y="369011"/>
                  </a:lnTo>
                  <a:lnTo>
                    <a:pt x="0" y="427839"/>
                  </a:lnTo>
                  <a:lnTo>
                    <a:pt x="7668" y="487541"/>
                  </a:lnTo>
                  <a:lnTo>
                    <a:pt x="22890" y="547212"/>
                  </a:lnTo>
                  <a:lnTo>
                    <a:pt x="45433" y="605949"/>
                  </a:lnTo>
                  <a:lnTo>
                    <a:pt x="74957" y="662860"/>
                  </a:lnTo>
                  <a:lnTo>
                    <a:pt x="111013" y="717083"/>
                  </a:lnTo>
                  <a:lnTo>
                    <a:pt x="153055" y="767796"/>
                  </a:lnTo>
                  <a:lnTo>
                    <a:pt x="200445" y="814230"/>
                  </a:lnTo>
                  <a:lnTo>
                    <a:pt x="252466" y="855682"/>
                  </a:lnTo>
                  <a:lnTo>
                    <a:pt x="308329" y="891522"/>
                  </a:lnTo>
                  <a:lnTo>
                    <a:pt x="367186" y="921208"/>
                  </a:lnTo>
                  <a:lnTo>
                    <a:pt x="428147" y="944289"/>
                  </a:lnTo>
                  <a:lnTo>
                    <a:pt x="490286" y="960417"/>
                  </a:lnTo>
                  <a:lnTo>
                    <a:pt x="552661" y="969345"/>
                  </a:lnTo>
                  <a:lnTo>
                    <a:pt x="614327" y="970939"/>
                  </a:lnTo>
                  <a:lnTo>
                    <a:pt x="674350" y="965175"/>
                  </a:lnTo>
                  <a:lnTo>
                    <a:pt x="731819" y="952140"/>
                  </a:lnTo>
                  <a:lnTo>
                    <a:pt x="785864" y="932032"/>
                  </a:lnTo>
                  <a:lnTo>
                    <a:pt x="835664" y="905155"/>
                  </a:lnTo>
                  <a:lnTo>
                    <a:pt x="880465" y="871917"/>
                  </a:lnTo>
                  <a:lnTo>
                    <a:pt x="919589" y="832822"/>
                  </a:lnTo>
                  <a:lnTo>
                    <a:pt x="952441" y="788463"/>
                  </a:lnTo>
                  <a:lnTo>
                    <a:pt x="978523" y="739511"/>
                  </a:lnTo>
                  <a:lnTo>
                    <a:pt x="997442" y="686709"/>
                  </a:lnTo>
                  <a:lnTo>
                    <a:pt x="1008909" y="630858"/>
                  </a:lnTo>
                  <a:lnTo>
                    <a:pt x="1012750" y="572803"/>
                  </a:lnTo>
                </a:path>
              </a:pathLst>
            </a:custGeom>
            <a:ln w="29811" cap="flat">
              <a:solidFill>
                <a:srgbClr val="4E7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504566" y="34641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506337" y="35253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175245" y="405485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363666" y="37395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205510" y="366827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299920" y="371025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381771" y="37022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311155" y="369094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627077" y="390335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869500" y="412655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889139" y="412788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37549" y="404175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764243" y="418084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92363" y="425345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534757" y="411593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689374" y="395404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64964" y="427669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79002" y="422964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74683" y="412144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370911" y="38345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039907" y="427575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523968" y="45782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27791" y="407925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274338" y="371447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59845" y="413580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07397" y="436159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74235" y="423414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893531" y="401320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729647" y="40483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78392" y="378833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96683" y="375609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64893" y="378294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870531" y="365104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95081" y="342837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8713" y="346027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989675" y="348455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394850" y="36580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79452" y="353843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29841" y="334068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868560" y="345499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393722" y="373809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625524" y="374033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35555" y="38451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83132" y="35643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90935" y="302998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142240" y="34331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82895" y="35842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622440" y="37316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321709" y="361646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27070" y="39510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207467" y="407004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042212" y="389594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294908" y="40274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546487" y="425960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426592" y="41041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006467" y="391867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96639" y="349586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11460" y="37861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482139" y="363601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205395" y="355847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10475" y="39690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138417" y="38848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189477" y="39243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57209" y="377174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842507" y="381244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27398" y="40125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700623" y="45861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96619" y="37415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445101" y="399169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70937" y="342310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487410" y="333721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94338" y="40060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202502" y="37138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974655" y="36226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122952" y="375357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787821" y="38432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37138" y="35671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880141" y="38631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495705" y="36758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677080" y="366882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89459" y="38059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40857" y="44694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95822" y="44958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41167" y="41648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796559" y="38884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476539" y="36663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5063" y="38520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44088" y="37364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559458" y="417147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25712" y="350213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617275" y="350531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604292" y="37606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542231" y="381094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28275" y="37630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258107" y="36741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891312" y="444507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43300" y="438678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55906" y="442026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199559" y="462134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938938" y="446764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281295" y="470054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822567" y="447081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1296" y="448126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201899" y="464074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194772" y="457201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282677" y="460348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794086" y="406526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32100" y="39540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22207" y="353545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90268" y="360178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623103" y="38686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63277" y="38916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54907" y="34979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423684" y="37382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53029" y="395368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662720" y="400247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144999" y="37048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75233" y="398282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10154" y="406737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32421" y="379455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545231" y="404446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540752" y="403192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471646" y="450499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640662" y="461373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398244" y="449529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482977" y="377487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926334" y="425789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632212" y="433082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664472" y="38917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895077" y="40629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563208" y="39043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367721" y="453640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336468" y="436094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28444" y="439489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481418" y="39803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364788" y="34482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433" y="433943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8886" y="44892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734776" y="47118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10878" y="39177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144479" y="377916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196731" y="379399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753391" y="40439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48615" y="39289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68305" y="38736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671688" y="39756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716477" y="38936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68447" y="39775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857859" y="347061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869309" y="342360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043596" y="359461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322115" y="37244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844887" y="343583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520967" y="38346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625647" y="37672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92500" y="343388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39788" y="347299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23971" y="353030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085050" y="354496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210086" y="40478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157470" y="360335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739997" y="33923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232450" y="367928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574899" y="36790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669560" y="38230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651076" y="37575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738" y="37578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588830" y="37072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807753" y="37828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04224" y="36177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905992" y="407044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234127" y="419840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475243" y="36660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466082" y="39859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546980" y="41123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526115" y="40154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271599" y="38963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959674" y="417500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562833" y="414445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63057" y="399935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903812" y="440218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37742" y="430629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938050" y="436384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83546" y="428373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613608" y="426252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684854" y="486555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109813" y="504305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537591" y="473876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58158" y="473355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677650" y="475901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866582" y="463453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772380" y="462681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940631" y="469762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938404" y="456063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70345" y="40546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665212" y="39458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625523" y="38640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659195" y="39830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322400" y="364048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342750" y="37937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652247" y="39713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07152" y="393594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99334" y="39520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876313" y="400256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760856" y="44297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206847" y="407930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761566" y="44222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078605" y="379662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19254" y="420273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984566" y="403742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723662" y="446965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595151" y="438216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455008" y="425818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057179" y="467719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674210" y="395623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848420" y="402072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303304" y="429220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828504" y="492465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755284" y="484936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495016" y="43498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693022" y="38647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713907" y="37504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476347" y="372101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828708" y="39615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568930" y="38177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950187" y="37920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968697" y="389837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004878" y="37864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501515" y="41345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859124" y="379465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07953" y="379351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439043" y="362136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376657" y="392004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109049" y="376727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283295" y="358495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698950" y="35880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996041" y="379002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637950" y="361319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685050" y="372962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982162" y="39724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664958" y="37940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96693" y="38424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91429" y="38988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582923" y="36857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80958" y="37144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38135" y="38546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261307" y="357687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77300" y="418694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78366" y="41933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046410" y="398194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38228" y="38287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480156" y="38230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415207" y="382456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464563" y="38171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851634" y="415378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276167" y="442322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053290" y="435072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09849" y="397056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441663" y="407219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098609" y="387162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420184" y="407400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180150" y="349770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459720" y="38194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163653" y="372210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91370" y="396888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839324" y="399753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33859" y="38784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512563" y="39528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492977" y="36798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546881" y="37374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120056" y="39903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487873" y="36225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728640" y="379678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658344" y="41302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597969" y="40433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862207" y="36993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376054" y="37944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532087" y="38663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663784" y="39413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374622" y="38161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688986" y="39233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9633" y="44770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510884" y="43236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317384" y="39324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537081" y="403326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529833" y="39639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529110" y="41654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908831" y="364233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675548" y="380121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25004" y="455076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678246" y="437159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76347" y="398712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77763" y="39176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461712" y="36734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405179" y="36012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1465" y="36576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671644" y="37237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156496" y="426043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033819" y="388827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311019" y="40408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115037" y="388320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079265" y="388648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356084" y="40253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292851" y="37787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730770" y="442584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270598" y="440040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898515" y="461282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868472" y="434107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990046" y="469637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795219" y="462255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36199" y="453841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255736" y="422383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596657" y="405739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91805" y="41241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59612" y="37642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48728" y="393799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897299" y="488224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185684" y="502265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862310" y="483495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758801" y="470433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047553" y="464134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27747" y="441497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946125" y="457711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467309" y="430143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883037" y="444380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58813" y="417830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750652" y="443841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2864351" y="449338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89104" y="456831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866801" y="437969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175436" y="411955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68278" y="438309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97435" y="420933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02311" y="429237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439943" y="424870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825148" y="428779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19711" y="434557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086600" y="457212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817236" y="434913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23519" y="437433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39615" y="413081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989983" y="459997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574931" y="499345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607010" y="440391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2866781" y="438194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995438" y="448759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042810" y="447068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589969" y="378076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016864" y="485090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53982" y="463537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207632" y="484920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23760" y="476048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028927" y="481930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3363139" y="479241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906387" y="458621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797961" y="452481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181549" y="39829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439499" y="39022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350902" y="40524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93795" y="38943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594965" y="410042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980701" y="36701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38228" y="375306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215281" y="397697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42654" y="416409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686201" y="37276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516775" y="35759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550869" y="37347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820301" y="337563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850607" y="337474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908139" y="345318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788884" y="37773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95585" y="391058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656385" y="396165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597453" y="372922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61668" y="37885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27048" y="40776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880558" y="362788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467505" y="461561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578236" y="40352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317860" y="37875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90329" y="40162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035170" y="487136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49987" y="33073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666182" y="37059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564180" y="36522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303777" y="38874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561099" y="40064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304703" y="386173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455753" y="39519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522359" y="42214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329001" y="41523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93245" y="41537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52548" y="41903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085294" y="402842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514912" y="41868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388744" y="41590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370915" y="42168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203144" y="381740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334655" y="381274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748628" y="40508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627363" y="39790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343586" y="38472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618939" y="41019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489849" y="360310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155751" y="348370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453835" y="39511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240847" y="383901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594166" y="39012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3683903" y="39472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298834" y="37493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447362" y="36839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885287" y="38302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521708" y="36939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90854" y="41519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795499" y="442740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791619" y="397341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145157" y="416569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596330" y="383582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273168" y="41105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072085" y="403478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155636" y="415140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066229" y="411376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3482859" y="35994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10384" y="444241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105557" y="372505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2480512" y="33124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355077" y="37222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244190" y="433552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67422" y="37479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679640" y="342836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46128" y="37274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382570" y="373011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471817" y="38374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365093" y="37593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3963616" y="42289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791054" y="40156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500027" y="387177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51092" y="392788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329411" y="362167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445594" y="457336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19129" y="346865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504201" y="36433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517918" y="435602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2950800" y="452771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467171" y="38382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621205" y="39610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67874" y="39028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73996" y="391537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094578" y="370682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067888" y="40821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004980" y="362818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937935" y="36069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940804" y="362620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219273" y="339127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920875" y="408776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450042" y="40538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177881" y="394761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335665" y="40146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198639" y="39831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409561" y="40299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07827" y="41442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279648" y="39526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3220339" y="386612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850426" y="40943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032786" y="41704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525685" y="39436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608140" y="39848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268771" y="38040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294500" y="38887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146407" y="375776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086671" y="381314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998897" y="36676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583124" y="39914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640969" y="40082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3259715" y="472431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429690" y="39852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62007" y="39907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30000" y="391721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379952" y="35933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065897" y="333976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200989" y="335209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003616" y="330217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44386" y="34173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517505" y="354420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0852" y="33808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335096" y="38035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089265" y="353618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08357" y="40379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753304" y="38675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047416" y="389876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018662" y="389468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814525" y="378394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221774" y="40309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824153" y="376224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019165" y="404328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423892" y="42653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03263" y="39380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493980" y="39775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96471" y="42597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502881" y="385225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2463538" y="359170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689457" y="38380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484435" y="399270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365356" y="37920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733769" y="39407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78132" y="393586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46627" y="38881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847370" y="39099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344424" y="42098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453838" y="43149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486811" y="411228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468495" y="403420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512300" y="401745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234038" y="34996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03073" y="372058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2941949" y="343336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208310" y="366224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917034" y="399148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426773" y="372467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779941" y="39305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493335" y="37757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365898" y="376852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860805" y="40163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404909" y="37201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158321" y="37243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28735" y="389885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335963" y="37955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4151530" y="41441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15124" y="39462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700502" y="385473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522188" y="37939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153324" y="40794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994256" y="39792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3693869" y="39850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136312" y="372218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011244" y="359509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994615" y="422082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613691" y="385407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2859014" y="364279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072255" y="380251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039995" y="371474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204926" y="383170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331343" y="42122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33112" y="413522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147347" y="37340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067487" y="39443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2960617" y="38905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244156" y="35244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3425207" y="38665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281007" y="38214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300946" y="429103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019786" y="440865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964953" y="431790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672295" y="39691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734438" y="42284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504609" y="468035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211109" y="443128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670359" y="477705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32978" y="457693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587587" y="374167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106343" y="36369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193283" y="359213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487160" y="392551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032160" y="37529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288370" y="358018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781977" y="480003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253344" y="487905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889993" y="483541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423647" y="409096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835479" y="432216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753309" y="420505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242825" y="393513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576117" y="412320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398790" y="453438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2911994" y="430764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590857" y="411415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871260" y="430054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345775" y="402550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3136515" y="385832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451969" y="38558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145590" y="345905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561925" y="36931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382771" y="35689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288600" y="349725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228101" y="351693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551269" y="36993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899012" y="329437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576967" y="372604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542412" y="37085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542253" y="370096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277743" y="36455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618026" y="36945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604242" y="37176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486806" y="36201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668151" y="37358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024240" y="39146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979610" y="32081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844519" y="364911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777807" y="376254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2960131" y="378879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084186" y="391870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187186" y="39497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411524" y="41693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80822" y="400935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202130" y="34952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3408780" y="350859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778592" y="375950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973653" y="376532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030011" y="378035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085984" y="377597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3269749" y="38866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3509098" y="394475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3702557" y="40198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430242" y="36444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552308" y="350783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092573" y="37901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3236076" y="38060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304898" y="38760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176939" y="387352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259947" y="38328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265399" y="381523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46138" y="38622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70282" y="378424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988318" y="36349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873552" y="361226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118482" y="355367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328231" y="396799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3037146" y="403428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368724" y="409472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376390" y="36914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66658" y="36141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229011" y="439132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243986" y="418653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2928649" y="417218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974657" y="414877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419018" y="43607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2756536" y="412304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982788" y="46817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599807" y="395215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595843" y="405217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62444" y="45957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139248" y="425145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711833" y="398809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923891" y="46592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375443" y="448262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371642" y="442965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272846" y="39045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303625" y="382587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090213" y="377646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160744" y="380443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316346" y="39050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168366" y="38093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811230" y="37960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74659" y="39614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542969" y="37981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789961" y="37089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711542" y="370625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679150" y="36336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60448" y="372631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561557" y="39114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457337" y="38388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212492" y="35702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935611" y="36133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372415" y="37122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013454" y="40425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324912" y="37282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189467" y="362479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667506" y="375165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878973" y="346124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12993" y="387712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3019918" y="402479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666806" y="383323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2908486" y="395810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683301" y="42708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09459" y="394017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237276" y="40027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03388" y="403262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895736" y="389812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160745" y="392562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322284" y="40605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644819" y="41315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064840" y="457167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049743" y="466618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565979" y="456500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657670" y="38298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2838427" y="428861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347910" y="398741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483181" y="398418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2814356" y="419655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361439" y="408157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099745" y="378497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2779881" y="422351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93700" y="433294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605658" y="395660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3165659" y="432319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483123" y="402917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316231" y="390183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459784" y="393412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738611" y="417554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786948" y="417762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776763" y="408982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289912" y="450070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370146" y="39939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372376" y="36716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427122" y="35735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16195" y="40470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327963" y="386894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587522" y="37129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505045" y="37156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553087" y="39272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506588" y="40050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09693" y="398731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219961" y="382424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266281" y="390185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513371" y="38651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190249" y="367058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2629120" y="336536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23997" y="358488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782164" y="342347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833588" y="41943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866631" y="40819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689779" y="398377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949162" y="40997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74811" y="40327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840710" y="40805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907667" y="41678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389517" y="42567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975301" y="400815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815994" y="385777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715278" y="37758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71200" y="38683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706376" y="380526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466112" y="36923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317163" y="362570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379187" y="468004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258415" y="467019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110419" y="382505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2634845" y="350970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20966" y="399735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823753" y="38692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088168" y="407369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014674" y="378172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085912" y="390054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174086" y="377969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506128" y="43692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3171830" y="429698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3060433" y="414675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899765" y="413198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3150910" y="425968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086535" y="417210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2959037" y="403883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85414" y="421270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117483" y="410364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914546" y="410080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318700" y="451904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71703" y="370935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725471" y="393455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3596836" y="43438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2651057" y="386525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2761072" y="402239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826427" y="395779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103326" y="412140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473942" y="382128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2807153" y="398804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200247" y="339026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843677" y="37083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245387" y="38893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047594" y="417500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3424356" y="36996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370397" y="36901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804435" y="38657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2520076" y="317762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859078" y="332229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2867165" y="38346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346578" y="40499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08660" y="412615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184342" y="390465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187822" y="402952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516728" y="40181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264859" y="40582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103619" y="398873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3346800" y="38764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587076" y="37494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3970335" y="434515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630565" y="41706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866604" y="347983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162547" y="376658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733104" y="40435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3369195" y="40809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2374718" y="444578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443557" y="38553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341643" y="37219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372045" y="37452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489513" y="380011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492198" y="37190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47280" y="40212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3235188" y="346406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28832" y="353823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728690" y="380791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331719" y="356054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3861569" y="388389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88636" y="441449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3120449" y="436398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024094" y="402342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955156" y="402185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335114" y="413747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3090605" y="414748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094560" y="417564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252715" y="36699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3678957" y="38801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207834" y="36996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954478" y="441132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697710" y="39893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595838" y="349694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430123" y="39236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613389" y="41054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3203886" y="391083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455703" y="39914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349202" y="39965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3457590" y="40152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36943" y="393596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536067" y="41453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019451" y="389751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3297932" y="38625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48969" y="38822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05597" y="383652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593417" y="40292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3307131" y="40043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2962795" y="377570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2722822" y="376955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013142" y="379322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2659763" y="364677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2942499" y="378302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747684" y="393582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052510" y="405449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651063" y="383948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2611464" y="385055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908052" y="35394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119849" y="37198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113324" y="384669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3451987" y="39460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3363044" y="39284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399191" y="400285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3273666" y="443248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211987" y="339629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833094" y="36620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875150" y="364469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829812" y="35766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374114" y="347857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715813" y="35691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15519" y="342692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93547" y="349738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824664" y="36478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138681" y="33306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906416" y="368821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68390" y="33645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992040" y="37323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02307" y="37457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3939767" y="36348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491080" y="34436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03513" y="38576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576614" y="38366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942800" y="348543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3177497" y="35630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639876" y="38282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001376" y="35249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412179" y="373520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529073" y="37897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088200" y="404386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819229" y="344439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2856189" y="342596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3427677" y="36746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43925" y="348449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135380" y="379871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087682" y="35768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6481" y="364330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678957" y="37597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639210" y="37477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009996" y="39215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530015" y="37294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126384" y="398320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116043" y="39554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074506" y="36210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409101" y="39182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980357" y="361463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487086" y="36813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428148" y="38760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721377" y="412083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286246" y="38283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155231" y="386876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3976312" y="39342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3817964" y="38264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3724123" y="38715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812228" y="38494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771986" y="39017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399634" y="395734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058785" y="416441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636292" y="394514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574517" y="40011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278176" y="38613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303940" y="39242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575444" y="39777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01047" y="38892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008287" y="435595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128016" y="440897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400294" y="458399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3532869" y="45507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3890608" y="472257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04359" y="466298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415364" y="447076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3363120" y="445641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004030" y="378640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464135" y="37730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3865720" y="40099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773688" y="38641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390913" y="469371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830651" y="410790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229138" y="376582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433249" y="393651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77463" y="399810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751614" y="407631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3196468" y="370106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3338903" y="38223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3587786" y="39281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3885514" y="40654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492482" y="38493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325260" y="37335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265048" y="372240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710437" y="39174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3348629" y="37542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764625" y="429748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48367" y="416662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728254" y="408434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575573" y="398858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447879" y="38428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74359" y="37064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923092" y="365284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3166613" y="354199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3080307" y="350718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999734" y="34676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3315389" y="36640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934200" y="352332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3158709" y="34714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318396" y="36917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031115" y="344729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076097" y="35108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908188" y="346468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2909788" y="34910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951854" y="339715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2906527" y="338642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2903610" y="343906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802286" y="33443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2887922" y="336273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206063" y="349809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3437157" y="36858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3276734" y="359769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3255026" y="356842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3320429" y="365893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3552698" y="37727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3348851" y="37090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3163768" y="35288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4075843" y="39972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3311768" y="357787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3649015" y="378222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3075582" y="34799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3098879" y="342653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3241071" y="362807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3252835" y="355747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3251688" y="372945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2976165" y="404010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3379466" y="37598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3210725" y="36880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3189540" y="370663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3279841" y="376725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3207624" y="36255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3711909" y="41660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3126629" y="396920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2718636" y="440099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3005138" y="384290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2559373" y="468240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3674147" y="37028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3417321" y="354176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3567047" y="36864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4344760" y="392864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2639449" y="35799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3481780" y="371348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3149192" y="360140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3601110" y="39278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3607294" y="39584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2671106" y="34954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3876482" y="37359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3660346" y="36776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3303206" y="38551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3179921" y="339002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3364309" y="351385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3415722" y="35189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3356507" y="353894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3482505" y="41597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3025883" y="450927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3170634" y="459214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3032111" y="405200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3275681" y="39468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3838041" y="37873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3955834" y="41475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3553862" y="38016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2807702" y="36209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3422795" y="365173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3155057" y="349723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3355899" y="36310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3680827" y="379094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3454516" y="364951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3972425" y="39132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3244191" y="356093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3661376" y="380143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3631978" y="376906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3425206" y="363801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3599990" y="37660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3551388" y="37421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3400676" y="365467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3714907" y="38147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3299885" y="36330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3334018" y="358748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3306379" y="363406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3373650" y="36727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3239758" y="361221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3922194" y="39609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3381079" y="36948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3354317" y="37014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3368410" y="36619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3619377" y="37171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3355427" y="36228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3848151" y="38937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3329997" y="37613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3563817" y="38498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3308290" y="39242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3157767" y="425530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3932117" y="413091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3595286" y="40211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3569201" y="39601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3279943" y="414214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2641361" y="388751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3154704" y="412358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2600983" y="382293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3422960" y="35181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2767813" y="399501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2833380" y="423315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2607398" y="411479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2798709" y="404937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2496604" y="383101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3057616" y="426630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3214069" y="440769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2711704" y="409289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2990222" y="428432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2859505" y="417896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2705750" y="416154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3189650" y="425462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2574478" y="386696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3139325" y="415950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2061378" y="38843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2968928" y="413731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2425046" y="37147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2524180" y="399540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2347242" y="373804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2661523" y="393903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3213838" y="426746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3538904" y="38732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2883967" y="33884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3030376" y="348708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4008072" y="39541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3766967" y="38538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3279667" y="358278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2868799" y="345761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2901036" y="341624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3068736" y="354138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2931606" y="337779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3852434" y="39203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3344345" y="362938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3221116" y="358669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3609647" y="36969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3193537" y="347521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3334208" y="36552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3032860" y="346441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3358599" y="389207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3208987" y="381829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3495546" y="36797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3388543" y="37786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3423023" y="37913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3880661" y="39575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3675957" y="387316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3353062" y="38449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3025249" y="360473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4079846" y="40302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3541086" y="37225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3746274" y="38595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2871455" y="372243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3119623" y="389466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3431952" y="39146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3770978" y="40653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2710746" y="359551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2496085" y="396459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1959426" y="372286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2709285" y="413058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3439674" y="37717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3133951" y="378191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3233976" y="37664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3484595" y="411904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3614077" y="412703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3340290" y="40314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3354756" y="39979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3599350" y="42180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2602741" y="341187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3301317" y="37973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3452085" y="38518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3166994" y="366370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3550869" y="44715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3478323" y="43817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2670519" y="37943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2630102" y="386135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2442268" y="364922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2985569" y="395775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3041205" y="396879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3427257" y="42356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3039915" y="397556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2115324" y="359478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3781567" y="43532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308392" y="40603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3271492" y="40713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2827046" y="391389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3170220" y="412434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3353674" y="37334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456093" y="38430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281628" y="374814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2620491" y="383506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3169796" y="402390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3384552" y="39630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3630712" y="38658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3206891" y="414959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3347382" y="38671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3294134" y="39653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3233845" y="38406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3419504" y="390681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3384102" y="42718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3288592" y="37505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3197071" y="36409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3616637" y="37653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3745407" y="39476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3068104" y="348984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3162835" y="401703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2981735" y="422173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3125301" y="471400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3685143" y="38924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3344229" y="37579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3556115" y="380781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3505358" y="38050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3373946" y="37616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3594186" y="38800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3549649" y="38388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3035879" y="363597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3159611" y="368964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3047163" y="379578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3411265" y="38620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3404447" y="38889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3207370" y="36846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3735657" y="404311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119523" y="377793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3203114" y="384187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3633686" y="396935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209567" y="379282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375255" y="36861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3165924" y="382841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3123077" y="426346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3429482" y="445687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3830027" y="42792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3074334" y="395626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4019906" y="39521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3445396" y="38985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3766488" y="386290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3801906" y="38971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3500637" y="39144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3615562" y="38832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3847558" y="38271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2962183" y="373870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3628136" y="37303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2393808" y="458724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2842715" y="363785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3172380" y="393135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3243641" y="409175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3235260" y="412670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3331290" y="39451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3762031" y="40090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3738676" y="39888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2682778" y="435044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2526709" y="485053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2773624" y="498835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2898497" y="502855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2728221" y="493490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3575526" y="38759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3631884" y="41200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3149077" y="368757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3408555" y="38847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3067586" y="365748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2993025" y="36495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2970691" y="35954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3195143" y="37746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2753053" y="355337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3019448" y="366873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3437174" y="386997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2520504" y="33753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2734562" y="479577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2534337" y="472141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2684943" y="444069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2717071" y="453176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2861863" y="448453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422500" y="43352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359571" y="431692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3316838" y="41878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2966263" y="406905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3274669" y="421462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3404370" y="43345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3113690" y="424387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134902" y="424409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3982688" y="40976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3681159" y="39950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3355935" y="439301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3596676" y="376995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3703615" y="40504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589188" y="39952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329725" y="38694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3247397" y="378839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221051" y="381726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3240011" y="380316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456363" y="39050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270479" y="362621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527467" y="39156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3733091" y="40161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3342965" y="455826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3481837" y="441384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3100716" y="428424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3337020" y="435772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3380869" y="452916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3744119" y="37129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3352528" y="347502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3315756" y="363068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3632475" y="37669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3775378" y="37371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4045276" y="38457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3644546" y="36428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3776899" y="37408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3799169" y="37786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3773618" y="372369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3773296" y="370264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3469796" y="37811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3366463" y="370705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3191835" y="446427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3298699" y="418119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3664725" y="36847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3141047" y="454674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3611473" y="38121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3766990" y="39039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3673553" y="374043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3925846" y="39632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3653909" y="39402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3459692" y="35591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3397963" y="38988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3330299" y="39183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2693424" y="474678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2544854" y="464725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2804474" y="485667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2116073" y="377484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3659916" y="40604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3037893" y="356135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3194195" y="35506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2625933" y="411449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3010149" y="37097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3050012" y="369199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2569380" y="343250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2581429" y="345527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3572797" y="39070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3405640" y="35476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4112142" y="40821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3563476" y="40408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3643993" y="382197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3503051" y="36676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3385497" y="37196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3127578" y="375976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3624556" y="372842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3826677" y="38809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3467156" y="37436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3686856" y="38939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3645761" y="38727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3752868" y="38920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3541882" y="34766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3347617" y="372933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3758163" y="39089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3731299" y="382873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3722363" y="39300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2947642" y="341807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2916363" y="352492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3987534" y="403327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2942963" y="443565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3064734" y="356488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3330530" y="39080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3405918" y="39878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3241174" y="376959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2808276" y="361343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3418438" y="39062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3396352" y="39512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3391700" y="39548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3388647" y="38799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3315101" y="389173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3555290" y="40107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3338649" y="38654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3301037" y="383552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2980429" y="366618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3313273" y="39231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2817771" y="481887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2985265" y="429491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3674115" y="40198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3513679" y="392706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3777192" y="40459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3424644" y="38713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3317298" y="38929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2985064" y="383742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3372472" y="390163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2964516" y="37638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3264638" y="40201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3583259" y="379744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3257175" y="390151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3014001" y="396664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2859870" y="370680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2876932" y="369078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2327546" y="34638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3525761" y="38574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3753546" y="39751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3156351" y="400725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3147042" y="38729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3316130" y="39462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2978661" y="345426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2520888" y="323665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3760905" y="40558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2987408" y="424223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3204761" y="444492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2944518" y="427277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3449952" y="38264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3796486" y="39107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3366131" y="40417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3448486" y="38775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3520070" y="36002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3513982" y="336925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3256040" y="350846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3154754" y="389025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2536463" y="371364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3527574" y="38958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3469554" y="39534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3487992" y="384152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3425175" y="38436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3160529" y="374177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3801345" y="40797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3559808" y="39677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3452185" y="38431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3102251" y="380080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3397692" y="38757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3278058" y="38854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3195701" y="393916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3096026" y="37758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3196788" y="37331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3427566" y="39212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3661994" y="36075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3619310" y="39141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3544968" y="39073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3549585" y="39138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3546903" y="38161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3434516" y="37137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3353657" y="38130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3003265" y="35626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2959659" y="357687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2789209" y="348345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2726818" y="343444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3307841" y="380419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2383386" y="334474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2834492" y="34689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3222768" y="380041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2783541" y="356287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2739017" y="342634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2905394" y="35685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3002529" y="356285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2967084" y="356609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2946686" y="349650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2368355" y="443410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2294620" y="430290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2119599" y="407098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2504618" y="433726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3510107" y="37917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3518452" y="37411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3328287" y="36320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3949670" y="38346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3216280" y="36883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3124110" y="36971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3220405" y="374858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3390630" y="38698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3511153" y="38303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3197771" y="367242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3625196" y="39452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3490377" y="39163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3416311" y="38455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3629454" y="38062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3824553" y="38940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3906386" y="40259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3445945" y="365251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3450237" y="36609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3395578" y="364346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3871765" y="388847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3602419" y="37556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3476473" y="37680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3224457" y="417332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3463569" y="41507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3427083" y="407061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3242057" y="40300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3117308" y="39230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3449796" y="38514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3239106" y="379302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2995371" y="361658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3088935" y="35801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3137894" y="37817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2766525" y="426724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2476918" y="409313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3582666" y="38862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3885134" y="41628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3384664" y="379863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2900173" y="461989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3561364" y="375269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2915866" y="337648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3002073" y="349040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3281672" y="34134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3297955" y="34957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3698081" y="36058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3518929" y="35431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3655142" y="36078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3554152" y="36011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3264811" y="343670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3608652" y="361902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3022913" y="331312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3217584" y="340565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3588878" y="35923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2763415" y="478777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3096293" y="343538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3297631" y="36099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2929441" y="408998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3785936" y="40304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3558175" y="39143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3530751" y="39141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3119505" y="467094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3650401" y="37041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3663663" y="37091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3754003" y="365916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2977872" y="491882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3395224" y="42647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2915897" y="39084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3000771" y="401616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3707312" y="41339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3608316" y="40952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3280605" y="39700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3491074" y="40181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3430200" y="40016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2943438" y="368104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3469121" y="453109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3249127" y="440627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2898515" y="358858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2928632" y="35487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3220818" y="427801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2852052" y="354190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2798457" y="34641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3188023" y="409349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3098913" y="405008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3352066" y="41199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2480232" y="396502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3757223" y="37760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3892278" y="40254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3560004" y="38603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2902387" y="447427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3205015" y="360883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3634760" y="39586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3615787" y="397958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3385612" y="37864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3554285" y="38356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3319917" y="38358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3317954" y="37909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3550523" y="43457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3439667" y="42876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3648123" y="44578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3730701" y="36817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3778062" y="36992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3948278" y="37412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3800423" y="37733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3400146" y="372241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3199183" y="376475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3870424" y="39468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3686095" y="39274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3661700" y="39300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3804003" y="40252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4269938" y="42084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3619305" y="38851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3492724" y="37960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3526180" y="38419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3575660" y="386295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3578071" y="387013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3544211" y="38276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3482690" y="38763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3571170" y="388767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3615392" y="39875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3419060" y="38788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3861447" y="40717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3660288" y="40481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3357792" y="39433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3904678" y="40882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3419880" y="347541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3025824" y="398152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3108971" y="404593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3309102" y="397707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3786730" y="42822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4040911" y="40287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3557832" y="37779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3774756" y="38728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3453871" y="44554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3769878" y="37513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3545179" y="36972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3756261" y="37400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3675350" y="37117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2634600" y="362305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2587140" y="36806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3278147" y="367736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3261652" y="40913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3333589" y="39158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3048220" y="39053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3105462" y="374925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3285568" y="420861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3076560" y="413758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3634007" y="44172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3784216" y="39503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3747543" y="39680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3347580" y="37493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3098150" y="392020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3336748" y="39232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3085879" y="397381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3028946" y="387556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3800238" y="41839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3439230" y="40507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3271914" y="39230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3724130" y="37741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3184544" y="385180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2884957" y="365052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3287887" y="37836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3448092" y="41161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2989226" y="454900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3542404" y="40760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3689478" y="41376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3425325" y="39949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3455733" y="394442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3047985" y="381197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3613217" y="39405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2937014" y="35680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3036601" y="346305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2947251" y="34160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2851858" y="340291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3594408" y="37577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3505837" y="41904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2995840" y="379310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2525751" y="373290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2908289" y="381654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3434758" y="410424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2669971" y="379000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3378940" y="40416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2513295" y="353379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2863521" y="379292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2806790" y="368029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2852414" y="367775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2615380" y="375601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2999599" y="386336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2886978" y="372689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3941574" y="382161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2947063" y="443058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3954705" y="41665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3427090" y="383591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3102853" y="396519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3158613" y="429748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3193065" y="440122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3042711" y="422791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2987790" y="432410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3761632" y="36075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2495998" y="413688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2636591" y="423028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2701287" y="415496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3885417" y="393366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3509813" y="366716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3302203" y="367174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3645610" y="38810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3174884" y="414151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2914668" y="426585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3552902" y="39577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3540662" y="38405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3585378" y="38997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2890518" y="439465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2530229" y="436127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2036445" y="416182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2781985" y="461459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3222954" y="39373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2942104" y="37284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3121800" y="382035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3428927" y="37402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3703514" y="41866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3562075" y="41922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3403020" y="367075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3290582" y="36030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3796376" y="38911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3653149" y="37572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3609029" y="37997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3256708" y="372769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3335263" y="36989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3474115" y="37861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3356691" y="36888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3532835" y="37456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3838637" y="39726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3381145" y="459137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3085510" y="455452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2976916" y="351521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3298812" y="40551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2797114" y="364058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2968885" y="371383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3066481" y="397623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3130929" y="38181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3484565" y="38457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3065600" y="36933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3592149" y="38755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3304392" y="37872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3522728" y="390016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3327400" y="38270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3247040" y="370628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4051513" y="42663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3435023" y="38659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3096762" y="367327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3435996" y="38730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2821273" y="35579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3650312" y="39056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2325998" y="32536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3175714" y="380901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2731484" y="350936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2687399" y="347155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2357344" y="329080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3405865" y="39326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3144660" y="37289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3636402" y="42581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3133981" y="411197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3396119" y="35228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2912471" y="329522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3360859" y="360690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3091570" y="345509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3395214" y="352327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3021689" y="34151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2902703" y="337086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3457217" y="40199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3745966" y="40480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3914156" y="42505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3397141" y="397115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3487915" y="39492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3222745" y="38835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3055302" y="378027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3154974" y="389908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2644790" y="440211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2967165" y="463906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3494420" y="38095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3341068" y="37303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3261776" y="368991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3377133" y="37145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3859361" y="40994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3545604" y="39539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2997181" y="361620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2978160" y="361644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3254424" y="380938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3326607" y="37840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3449619" y="39301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2980976" y="363583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3017404" y="36334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2899066" y="373295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3531342" y="36257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3541971" y="37103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3743075" y="37054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3741699" y="376555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3907897" y="383000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3391337" y="354794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4089244" y="38752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3591067" y="39076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3539363" y="38235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3184685" y="371233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3084289" y="364633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3479376" y="36733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3730032" y="38049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3459442" y="37066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3303862" y="36355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3031675" y="346485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3699937" y="37949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2760627" y="388352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3973397" y="37625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3930002" y="379877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3758307" y="36272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3513834" y="35986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3609617" y="389595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3677777" y="37625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3340245" y="367755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3379266" y="37024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3057737" y="352727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3693756" y="38696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3357077" y="37595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3429782" y="38156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3465440" y="38348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3667477" y="388901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3764227" y="41222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3734303" y="36966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3411850" y="373305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3521056" y="37027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3537293" y="369595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3512132" y="38241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3667810" y="388674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3771780" y="39096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3838574" y="40763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3458941" y="39251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3281885" y="38367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3423062" y="40123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2681119" y="489373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3541973" y="37731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3592791" y="38145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3680885" y="38308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3428552" y="37474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3340855" y="328770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3446614" y="35197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3447456" y="39255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3507913" y="40443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3723494" y="371315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3747871" y="37810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3815607" y="38300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3698022" y="38454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2368977" y="468801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3293497" y="39380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4218353" y="40274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3652940" y="378697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2520600" y="392699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3941751" y="37110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3803213" y="36467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3626382" y="393663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3439892" y="37406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3509459" y="35660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3264510" y="38438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3262502" y="356643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3250328" y="356132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3304040" y="344660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3234623" y="349615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2813026" y="403467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3029225" y="407379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3245563" y="40356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3577480" y="41186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2917467" y="383173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2856265" y="488185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3259060" y="495057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2868379" y="494166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2735340" y="409245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3418346" y="36852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3447920" y="39080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3509267" y="39666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3326673" y="37692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3313703" y="427723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2867817" y="403481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2878193" y="400010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2706532" y="397050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2700577" y="435560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2307306" y="422554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2698416" y="422809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2333884" y="407821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2818408" y="37237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2854688" y="407260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3010367" y="437853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2574490" y="424383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2512037" y="416682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3060803" y="400158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3317442" y="40408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2997905" y="38797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2757198" y="418925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3464253" y="38331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3250457" y="374265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3614653" y="37148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3425712" y="38594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3115444" y="443526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3501595" y="44783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3290917" y="440111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2990200" y="413926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3387188" y="389705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3198664" y="383845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3364029" y="40124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3966650" y="42270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3403432" y="39864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2977589" y="393460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3045400" y="353364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2322794" y="324245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3174696" y="370206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3786734" y="372075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3321103" y="39631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3067702" y="38390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3423868" y="37437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3167953" y="415838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3218487" y="357469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3160286" y="413159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2895165" y="410317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3210222" y="387380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2888335" y="36728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4134298" y="42149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3870134" y="41091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2976583" y="384890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3163321" y="383274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3424507" y="38797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3375507" y="38720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2720063" y="360695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3111489" y="380456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3549406" y="40566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3193242" y="381266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3598336" y="39830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3186768" y="377446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3805857" y="37154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3408465" y="358777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3739936" y="376083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3134027" y="413269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3438942" y="42268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2882818" y="398273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3364058" y="42319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3427111" y="41926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3343768" y="416398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3615897" y="35018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3746428" y="361881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3897012" y="36531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3273988" y="331719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2533931" y="470265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2992564" y="372890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3907880" y="41402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4129087" y="43047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3584784" y="40642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3621219" y="40633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2532780" y="350882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3964062" y="38361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3487461" y="38748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2259941" y="378761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3715347" y="42225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3739079" y="415476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2999538" y="386679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3709864" y="414059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3806546" y="41863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3392416" y="41865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3267419" y="360450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3578366" y="37781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3354286" y="36194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3443050" y="36553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3506417" y="37706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3403328" y="36642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3254028" y="360042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3144724" y="355588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3191316" y="361837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3628544" y="37663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3425735" y="367972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1988401" y="418656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3790415" y="40435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3240676" y="432109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3578605" y="45291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3311737" y="367009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2886584" y="342973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3031441" y="376004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3356479" y="37241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3414162" y="36940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2455251" y="315309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3196398" y="350456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2314713" y="343775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2977019" y="374984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2832534" y="366260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3217594" y="38930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2736448" y="35789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3279767" y="389161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2552693" y="32203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2845330" y="358385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3096024" y="36476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3327580" y="37166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3121807" y="358275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3311939" y="436501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3046291" y="432436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2859149" y="427973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3325928" y="447592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3455126" y="454067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3477117" y="44369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2799297" y="421312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3538531" y="451931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3087229" y="438101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3199770" y="437082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3197921" y="442228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3452178" y="454121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3180234" y="434718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2731001" y="419250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2982023" y="394013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3802512" y="38160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3436859" y="36542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3413634" y="42193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3714725" y="41733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3316713" y="40058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3636246" y="409621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3445982" y="39826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3361387" y="40844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3298879" y="39698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3723155" y="40407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3112518" y="36182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2708433" y="36952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3242449" y="350968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3229994" y="353077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3293555" y="345351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2952304" y="341290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3089335" y="344098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3201386" y="355830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3672977" y="36877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3161643" y="344791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2803646" y="332428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3215183" y="345287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3327285" y="359319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2993978" y="39307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2593449" y="445978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2685256" y="354905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2955305" y="342114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4159906" y="416412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3345894" y="36402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3571127" y="37090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3881375" y="41178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3111660" y="347070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3048541" y="471513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3470634" y="38828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3416538" y="38726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3505274" y="39072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3386213" y="38691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3318697" y="38120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3389586" y="38679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3529039" y="39099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3352214" y="38798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3332660" y="38279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3293713" y="38144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3387693" y="38399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3451862" y="39073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3582785" y="39453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3643840" y="39838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3923579" y="426749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2157366" y="425492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3437328" y="43448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3477465" y="43395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2951559" y="417315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3167909" y="427043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3226368" y="433906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3328712" y="441694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3088349" y="425642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2582930" y="380670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3081759" y="374507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3273273" y="391067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3398178" y="39988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2969407" y="371245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3045805" y="379089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3409842" y="41366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3217248" y="396894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2989747" y="385437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2983622" y="394019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3560686" y="41146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3813960" y="404928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3572355" y="39322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3332014" y="38554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3526314" y="39642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2903993" y="438355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3688987" y="39853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3552117" y="39207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3868439" y="39625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3352242" y="41701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3008041" y="398413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2965834" y="34644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3103173" y="358104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2849439" y="342340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2635765" y="329381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3598712" y="36704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3308012" y="368771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3311656" y="36612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3569837" y="38259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3531893" y="38608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3787350" y="38885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3752971" y="39814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3592705" y="38913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3828093" y="39056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3576350" y="381965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3809037" y="396767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3500051" y="37143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3696766" y="37945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3586527" y="36753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3790027" y="380755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3689230" y="37531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3659067" y="37385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3664656" y="37696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3836673" y="37630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3814602" y="376161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3568374" y="36571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3943050" y="38895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3245408" y="33935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3227618" y="345305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3145623" y="34417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2711344" y="323398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3311756" y="353510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3823746" y="36920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3468354" y="348298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2671044" y="312801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3108027" y="341185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2923668" y="32841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3173927" y="33731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3081171" y="337883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3401428" y="350376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2927126" y="324770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3492756" y="35607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3318895" y="354384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3402612" y="355536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3067354" y="331449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3401098" y="34745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3199132" y="33788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3323864" y="356364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4085972" y="38457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3012552" y="34186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3329737" y="341141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3167186" y="345791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3778256" y="37857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2831126" y="32368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2795428" y="324354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3626248" y="36216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3205199" y="360177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3156589" y="377470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3448881" y="38562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2555921" y="363739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2168483" y="361423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3008901" y="37942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2689741" y="364922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3500379" y="39833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3233036" y="38562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3292416" y="38439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3733296" y="40947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3494574" y="366676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3589371" y="372381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3316630" y="352501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3534954" y="37414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3566080" y="37463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3740966" y="38144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3101560" y="392352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2685274" y="372005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3014860" y="388092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3396961" y="41164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2637906" y="373441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3151705" y="396156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2945478" y="418727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3127474" y="429259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3383411" y="426946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3172263" y="420671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2939203" y="414326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2859391" y="409730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3117601" y="420348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3290760" y="434560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2966341" y="35178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3697918" y="40312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3413159" y="39344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3258607" y="368041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3309766" y="37686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3010978" y="364034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3094159" y="363939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3504365" y="42263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3503689" y="41729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3038067" y="364536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3565712" y="38823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3741569" y="40628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3263867" y="380521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2739832" y="35018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3739900" y="40471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2860657" y="435628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2976191" y="39667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3259765" y="414570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3552953" y="36720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3742151" y="38196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3498138" y="35815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3393463" y="36184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3404437" y="38255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3102124" y="37100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3184867" y="390620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2387416" y="414611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2624143" y="410581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3351988" y="40165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3535771" y="38652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3694190" y="39506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3472460" y="38089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3421753" y="382296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3170977" y="374004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4207949" y="42069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4171135" y="43209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3649613" y="394073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3261034" y="370456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3468180" y="380442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3464207" y="38797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3462291" y="374881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3387637" y="37268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3169270" y="365469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4174059" y="42443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3642481" y="38442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4377787" y="43238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3499802" y="38409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3160537" y="365447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2722233" y="395459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2750779" y="397129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3364696" y="35742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3384053" y="36158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2941139" y="425424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2586708" y="406423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2469525" y="408243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2454000" y="407279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2661078" y="388251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3014729" y="33921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3231168" y="352866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2934890" y="333846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3694032" y="40136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3583642" y="40152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3667004" y="35738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3809753" y="36969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3626764" y="36375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3580979" y="39901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3530218" y="35887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3519144" y="36071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3471867" y="35680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3252979" y="405153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3039728" y="388099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3159024" y="393582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3437013" y="40575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3260200" y="388083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3328985" y="39918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3555375" y="408416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3354731" y="39740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3348283" y="387111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3164850" y="442924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3016355" y="442994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2992839" y="432377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2782298" y="497709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3757607" y="36857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3075214" y="330855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3352612" y="345818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3840268" y="36814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3280193" y="340168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3260317" y="454300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2687181" y="431706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3348367" y="42237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3968573" y="44933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3487368" y="35443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3352431" y="38419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3515511" y="390815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3738018" y="40471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3279512" y="37764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3397612" y="38811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3294782" y="399550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3011224" y="350918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3248363" y="353584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3350951" y="35975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2666206" y="403933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3419249" y="36626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2837515" y="337549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2497514" y="32150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3658643" y="37951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3078210" y="445771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3647709" y="36449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3433418" y="34697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3435187" y="35724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3115145" y="334165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3327632" y="342148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3209682" y="341395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3478885" y="35381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4330424" y="405646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3451394" y="348125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3304219" y="340947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3240725" y="344619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3420352" y="42499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3709320" y="44023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3435628" y="41500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3787556" y="36323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3891514" y="376596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4218510" y="38192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3752266" y="36172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3906421" y="36565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3384808" y="412415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3068157" y="387534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3122242" y="402087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3377288" y="40454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3256932" y="502417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3626866" y="41720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3440304" y="393135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2727303" y="382182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2633456" y="373770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2863512" y="381520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3490869" y="41602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3169909" y="360681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3018854" y="360850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2828469" y="347341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3225498" y="363566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3074909" y="362607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2633422" y="341916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3161299" y="36841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3243099" y="40856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3484009" y="41180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3266179" y="414777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3421029" y="42116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3286933" y="41256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3516675" y="42172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4065161" y="40236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3109060" y="413694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3999423" y="42856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3413922" y="35293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3301182" y="39352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3394803" y="38801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3793411" y="38184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3536559" y="439835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3861750" y="36991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2847332" y="416231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3533457" y="42294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2725950" y="454208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3255456" y="40865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3317299" y="37767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3174502" y="437069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3290870" y="449713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3486274" y="449687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3352867" y="429786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3159632" y="420448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3305245" y="41590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3111081" y="409134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3847702" y="39568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3649349" y="38395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3704708" y="40923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3408500" y="38116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3731002" y="41411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3643764" y="416925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3651489" y="41561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3782935" y="41479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3849415" y="39424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2904419" y="403075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3343434" y="431860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2998067" y="426744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3304854" y="352862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2999663" y="338322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3606371" y="367531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3298664" y="356049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3671741" y="37030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3505188" y="36003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3310653" y="35078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3647716" y="368054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3427518" y="356961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4153370" y="39204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3596384" y="365583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3757636" y="37369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3171166" y="346538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3334191" y="348197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3632392" y="40641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3530472" y="38349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3550721" y="389533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2972772" y="359910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3660952" y="393961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2878431" y="335677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3559098" y="37582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2582159" y="34367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3109632" y="401559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3505057" y="41843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3123566" y="404945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3201242" y="408794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3264752" y="36135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3518070" y="400579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3311073" y="40045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3416287" y="40573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2727700" y="37442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2302322" y="340153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3624199" y="400309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3467141" y="460207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3221425" y="443603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3133407" y="440476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2977150" y="447374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3160575" y="440125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3623061" y="35571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3404074" y="37458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3778079" y="391785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3690342" y="38483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3580071" y="37380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3438550" y="36637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3531091" y="40000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2794610" y="425337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2434351" y="409151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2897580" y="305133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3055424" y="31547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3365940" y="42388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2849592" y="419169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3932315" y="406623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3166985" y="395944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3230472" y="430188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3671954" y="39249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3101633" y="36101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3253197" y="37127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3197600" y="364734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3302497" y="37262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3163219" y="376371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3641310" y="391288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3694101" y="393195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3825379" y="396045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3692429" y="39544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3866413" y="39981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3721191" y="395462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3360236" y="35942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3613101" y="38352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3548127" y="37650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2817880" y="402969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3267741" y="496589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3212064" y="499144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3015248" y="482596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3691107" y="39146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3470936" y="378765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2702078" y="337415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2402704" y="320012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3283093" y="40119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2831468" y="437587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3631651" y="39891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2917369" y="434748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2695323" y="471199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3442250" y="37770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3550685" y="398423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3703634" y="39644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3315263" y="37663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3686346" y="39787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3203838" y="375844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3642875" y="39485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3374818" y="38338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3364701" y="386253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3498374" y="38759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3496049" y="38734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2882489" y="493599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3131265" y="361792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3614235" y="37675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3475752" y="37632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3769826" y="37148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3488083" y="35573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2949576" y="330915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2857617" y="334146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2509337" y="309821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3071487" y="352474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3082024" y="344489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3742884" y="375265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3404443" y="38755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3601786" y="39449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3415727" y="384400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3367233" y="37377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3274191" y="40789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3596807" y="40625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3573120" y="39239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3672232" y="38887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3590761" y="38684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3537138" y="374131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3582894" y="37601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3549381" y="38037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2602000" y="396498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2688423" y="419097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3831158" y="38123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3532762" y="35396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4231867" y="38993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3880680" y="37745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3994130" y="39153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3145095" y="423287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3030214" y="363828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3838650" y="41061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3417384" y="42273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3510119" y="43026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3616287" y="42100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3658246" y="43686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3312928" y="37585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3309155" y="369264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3032727" y="35193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3616198" y="36890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3343076" y="350524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3008964" y="332974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2982320" y="348033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3787075" y="385291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3842764" y="390147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2870701" y="35393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2933096" y="35725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3251144" y="363199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3432600" y="382121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3387760" y="37690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3607817" y="384153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2969637" y="341416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2867324" y="34140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3178768" y="358737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2796522" y="337313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3284733" y="363478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3102346" y="354398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3141704" y="35065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3231305" y="351221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3512487" y="37207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3134349" y="361064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3313656" y="354897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3326725" y="37387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3606666" y="38375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3710201" y="39900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3689741" y="36311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3692110" y="409845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2888989" y="36061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2757972" y="458146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3465296" y="499106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3973336" y="40632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3182568" y="348454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2940179" y="472898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3100972" y="345248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2855234" y="339771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3192723" y="348638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3346751" y="359002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3504696" y="38740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3175192" y="358667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3533700" y="38398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3676137" y="39019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3566319" y="38456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3401255" y="37471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3454356" y="37556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3321555" y="36897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3463201" y="37588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3393922" y="36750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3551106" y="34495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3774413" y="38588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3422283" y="351676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3845976" y="39085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3767213" y="38299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3134478" y="405897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2944806" y="350884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2672471" y="333830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2809189" y="483345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3508513" y="38821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3509625" y="39038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2622416" y="446031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2674696" y="427992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2250102" y="412908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3465476" y="366056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3020702" y="422875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3586366" y="371632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2942934" y="434470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3658738" y="42096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2941917" y="401543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2421870" y="375793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3129053" y="410181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3176037" y="415558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2592457" y="388347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2832665" y="401966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2701853" y="392834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3062375" y="412715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2890689" y="420895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2869940" y="447715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3138001" y="460089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3343708" y="37655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2673726" y="35718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2849861" y="368155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3169389" y="389272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2547467" y="35901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3588138" y="377048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3459398" y="371767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3325176" y="363175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3122385" y="379464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2837516" y="344963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2922565" y="353130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3814377" y="38727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3564064" y="37939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3641931" y="37529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3271056" y="370368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3500721" y="39155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3289015" y="355603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3504898" y="36832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3630612" y="37515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3635414" y="37208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3264913" y="351137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3495443" y="36370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3881573" y="385171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3686921" y="37460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3415754" y="36017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3561427" y="36867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3597222" y="36425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4166722" y="411251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3444649" y="372243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3718370" y="39504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3625958" y="38741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2895231" y="414463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3102059" y="411520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2965896" y="396217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2771678" y="355317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2877230" y="356962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2882486" y="358856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2817932" y="357189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3523593" y="37772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3731383" y="38687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3350479" y="37092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2306943" y="419448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3328235" y="341398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3514089" y="35579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3032447" y="456042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3767360" y="413062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3373050" y="38938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3610025" y="39653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3909676" y="413330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3823061" y="411676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3344024" y="387736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3743756" y="407100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3690264" y="404905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3651392" y="39628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3599941" y="399787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3514413" y="393168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3574450" y="40314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3586800" y="39955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3865011" y="41135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3520780" y="39143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3584590" y="397326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3610570" y="39986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3511502" y="39607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3401844" y="42725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3414875" y="43044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3808139" y="42187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3305998" y="39767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3616886" y="41605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3140322" y="374454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3338355" y="38075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3290028" y="35515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2842160" y="33453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3415483" y="36433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3750102" y="39940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4084452" y="425121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3682549" y="39320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3603132" y="39129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3725766" y="403313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3562629" y="40117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3434312" y="36449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3321180" y="386004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3082154" y="35374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2761891" y="485035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3517792" y="36433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3794853" y="37662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4112616" y="428604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3664525" y="40343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4064042" y="426970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3486259" y="39073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2681311" y="351989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3219629" y="379876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3054893" y="372875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3241243" y="375865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3318131" y="344779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2618270" y="434785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3445867" y="38776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3165544" y="373446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3445977" y="388030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3648059" y="396817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3380931" y="37462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3490751" y="39505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3549777" y="38751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3500390" y="38939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3551105" y="38527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3747702" y="393891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4002032" y="407785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3424435" y="37573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3324913" y="375153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3573042" y="391784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3639085" y="38799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3351503" y="378576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3676608" y="390724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3480896" y="378187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3514771" y="38822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3818785" y="393200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3943990" y="37868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2923883" y="453786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3483325" y="38333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3695508" y="37510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3600874" y="370055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3476885" y="37272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3244106" y="380786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3775081" y="407288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3420641" y="38669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2270425" y="425980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2729672" y="447413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3827836" y="39414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3684754" y="38980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3831899" y="39933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3945097" y="405099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3803653" y="40106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3244531" y="349432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3525578" y="362545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3111959" y="353070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3098486" y="434650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3170877" y="446849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3074089" y="423215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2936192" y="419826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3194345" y="423658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2854460" y="407557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3083231" y="368044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3232696" y="37129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3226950" y="379697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2914397" y="413383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3151744" y="430641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3101392" y="38214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3039995" y="374956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2984027" y="381376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2616078" y="356460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3509799" y="366213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3316238" y="350007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3800554" y="384812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3724551" y="372369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3790263" y="37114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4125419" y="39051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3432109" y="36658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3272272" y="356387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3459405" y="36453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3337168" y="361203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3546906" y="404328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3082696" y="393250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3752494" y="376839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3220843" y="378730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3180235" y="370216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3247892" y="408691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3196198" y="397479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3230594" y="409903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3269950" y="425864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3061835" y="412048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3262470" y="413767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3157221" y="405631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2812365" y="390718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3471728" y="429648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3098353" y="39659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3567043" y="42446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3405307" y="40539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3005068" y="402012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3617912" y="43030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3993822" y="44635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3148820" y="408112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3364637" y="409836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3166098" y="414166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3190657" y="417487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2999882" y="412143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3415469" y="41049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3263173" y="414934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3318227" y="403669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3188824" y="403857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3799281" y="37886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3409672" y="371395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3603217" y="414501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2518743" y="38206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2718594" y="386982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2583997" y="37252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2682927" y="392587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2355077" y="382867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2496885" y="371934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2611213" y="437010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2803612" y="38451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2685715" y="383427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2506668" y="384169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3690389" y="379649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3602865" y="37446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2620505" y="306340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4024556" y="38851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3684133" y="373092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2714596" y="312054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3638539" y="444345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3079037" y="417659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3011977" y="408091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3221531" y="417687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3273909" y="430043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3170746" y="418278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3038111" y="417634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3176775" y="417577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3184098" y="421189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3196435" y="419316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2862634" y="400689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2901934" y="407685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3204193" y="406250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3262328" y="402383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3132506" y="390200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2930577" y="382313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3301087" y="413407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3957462" y="435369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3107325" y="400267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3099945" y="394675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3110923" y="3994784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3165737" y="399669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3042657" y="408929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3193727" y="397348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3251999" y="433884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3228619" y="405942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2947944" y="387240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3227910" y="412452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2620336" y="363096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2904167" y="38321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3578064" y="415348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2416278" y="356076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2404782" y="358404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2801463" y="384004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3885418" y="443231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3279279" y="402955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3210857" y="39595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2742452" y="378341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3446289" y="414124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3982348" y="443586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3141625" y="393347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2915439" y="387963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3115933" y="398897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2623442" y="366888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2619530" y="369190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3429425" y="42263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3652426" y="426375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3107060" y="403245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2799722" y="383058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3034345" y="386340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3113785" y="402245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3396389" y="39856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3071066" y="393867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2529492" y="377887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3417901" y="38281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3172774" y="373662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3131955" y="361630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2995761" y="360897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3080626" y="377536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3138348" y="372067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2915862" y="411602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3359214" y="442960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3062917" y="418364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3002259" y="414773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3713692" y="39153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3401160" y="37755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3667215" y="39139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3456286" y="38558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3446309" y="366043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3573749" y="396191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3141324" y="377438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3181975" y="381191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2938572" y="36362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2945560" y="369045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2768746" y="359322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2894906" y="364251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2950485" y="368226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2177357" y="374501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3340861" y="439906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2410059" y="351802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3444738" y="34371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3300483" y="340023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3569781" y="401505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3778032" y="43544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3287791" y="367525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3231938" y="361691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3116043" y="3367266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3784357" y="401545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3249398" y="441821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2788622" y="418981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2788095" y="420182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2765450" y="420748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2846430" y="4243105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2695245" y="413835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2845968" y="4192121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2957493" y="4328807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2743001" y="4222372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2546219" y="406611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2561004" y="4084290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3631735" y="38754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3364630" y="384363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3558898" y="396802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3644182" y="400420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3636554" y="395025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3270168" y="374299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3484712" y="389504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3222171" y="352323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3315667" y="354885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3230589" y="351014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3265520" y="3563531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3410062" y="381197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4094118" y="408380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3181998" y="365157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3076621" y="364806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3254901" y="370381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2978237" y="349461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3200793" y="353809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4030396" y="398295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3413014" y="36785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2988201" y="3583362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3104180" y="356288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3045973" y="359064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3334162" y="38613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3608851" y="398091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3229200" y="3523843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2995033" y="376241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3648446" y="394882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4066994" y="403512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3950071" y="39161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3645358" y="367873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3517461" y="405852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3270203" y="391826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3784348" y="404656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3350783" y="391400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3500679" y="403007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3360267" y="390915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3404608" y="387827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3123080" y="3778260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3561623" y="410253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3288227" y="386877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3617400" y="406048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3608266" y="416667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3684883" y="410763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3466191" y="395374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3485724" y="400952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3256201" y="3859941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3337726" y="387066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3149295" y="367786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3399348" y="379087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3350758" y="3889132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3476918" y="387587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3597183" y="399421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2738779" y="406194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2782366" y="4027373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3369831" y="4359569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2814673" y="405733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3616453" y="367728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3514543" y="359710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3755992" y="376345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3327508" y="4377056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3049444" y="357552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3351155" y="4196103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3869865" y="43737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2755068" y="352388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3213006" y="374876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3557915" y="3623397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3923873" y="38412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4086243" y="3936855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3843799" y="377629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3862654" y="383785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4136878" y="390815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3329807" y="3550769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4070497" y="3911964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2884751" y="3384165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3452927" y="3653936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4206830" y="3993938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3393555" y="3620249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3200935" y="3483808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3157133" y="3498527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2864851" y="4249247"/>
              <a:ext cx="151706" cy="151706"/>
            </a:xfrm>
            <a:prstGeom prst="ellipse">
              <a:avLst/>
            </a:prstGeom>
            <a:solidFill>
              <a:srgbClr val="F05A5A">
                <a:alpha val="100000"/>
              </a:srgbClr>
            </a:solidFill>
            <a:ln w="16200" cap="rnd">
              <a:solidFill>
                <a:srgbClr val="F0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2945903" y="3580407"/>
              <a:ext cx="151706" cy="151706"/>
            </a:xfrm>
            <a:prstGeom prst="ellipse">
              <a:avLst/>
            </a:prstGeom>
            <a:solidFill>
              <a:srgbClr val="19B51E">
                <a:alpha val="100000"/>
              </a:srgbClr>
            </a:solidFill>
            <a:ln w="16200" cap="rnd">
              <a:solidFill>
                <a:srgbClr val="19B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3521320" y="3851119"/>
              <a:ext cx="151706" cy="151706"/>
            </a:xfrm>
            <a:prstGeom prst="ellipse">
              <a:avLst/>
            </a:prstGeom>
            <a:solidFill>
              <a:srgbClr val="4E79FF">
                <a:alpha val="100000"/>
              </a:srgbClr>
            </a:solidFill>
            <a:ln w="16200" cap="rnd">
              <a:solidFill>
                <a:srgbClr val="4E7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tx2859"/>
            <p:cNvSpPr/>
            <p:nvPr/>
          </p:nvSpPr>
          <p:spPr>
            <a:xfrm>
              <a:off x="2800151" y="4230915"/>
              <a:ext cx="281104" cy="109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05A5A">
                      <a:alpha val="100000"/>
                    </a:srgbClr>
                  </a:solidFill>
                  <a:latin typeface="Helvetica"/>
                  <a:cs typeface="Helvetica"/>
                </a:rPr>
                <a:t>FG1</a:t>
              </a:r>
            </a:p>
          </p:txBody>
        </p:sp>
        <p:sp>
          <p:nvSpPr>
            <p:cNvPr id="2860" name="tx2860"/>
            <p:cNvSpPr/>
            <p:nvPr/>
          </p:nvSpPr>
          <p:spPr>
            <a:xfrm>
              <a:off x="2881203" y="3562075"/>
              <a:ext cx="281104" cy="109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19B51E">
                      <a:alpha val="100000"/>
                    </a:srgbClr>
                  </a:solidFill>
                  <a:latin typeface="Helvetica"/>
                  <a:cs typeface="Helvetica"/>
                </a:rPr>
                <a:t>FG2</a:t>
              </a:r>
            </a:p>
          </p:txBody>
        </p:sp>
        <p:sp>
          <p:nvSpPr>
            <p:cNvPr id="2861" name="tx2861"/>
            <p:cNvSpPr/>
            <p:nvPr/>
          </p:nvSpPr>
          <p:spPr>
            <a:xfrm>
              <a:off x="3456620" y="3832787"/>
              <a:ext cx="281104" cy="109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4E79FF">
                      <a:alpha val="100000"/>
                    </a:srgbClr>
                  </a:solidFill>
                  <a:latin typeface="Helvetica"/>
                  <a:cs typeface="Helvetica"/>
                </a:rPr>
                <a:t>FG3</a:t>
              </a:r>
            </a:p>
          </p:txBody>
        </p:sp>
        <p:sp>
          <p:nvSpPr>
            <p:cNvPr id="2862" name="pl2862"/>
            <p:cNvSpPr/>
            <p:nvPr/>
          </p:nvSpPr>
          <p:spPr>
            <a:xfrm>
              <a:off x="2963041" y="3793821"/>
              <a:ext cx="330986" cy="136648"/>
            </a:xfrm>
            <a:custGeom>
              <a:avLst/>
              <a:pathLst>
                <a:path w="330986" h="136648">
                  <a:moveTo>
                    <a:pt x="330986" y="136648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2963041" y="3783392"/>
              <a:ext cx="78510" cy="73206"/>
            </a:xfrm>
            <a:custGeom>
              <a:avLst/>
              <a:pathLst>
                <a:path w="78510" h="73206">
                  <a:moveTo>
                    <a:pt x="78510" y="0"/>
                  </a:moveTo>
                  <a:lnTo>
                    <a:pt x="0" y="10429"/>
                  </a:lnTo>
                  <a:lnTo>
                    <a:pt x="48286" y="73206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3028692" y="3791040"/>
              <a:ext cx="265335" cy="139429"/>
            </a:xfrm>
            <a:custGeom>
              <a:avLst/>
              <a:pathLst>
                <a:path w="265335" h="139429">
                  <a:moveTo>
                    <a:pt x="265335" y="139429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3028692" y="3787891"/>
              <a:ext cx="79137" cy="70109"/>
            </a:xfrm>
            <a:custGeom>
              <a:avLst/>
              <a:pathLst>
                <a:path w="79137" h="70109">
                  <a:moveTo>
                    <a:pt x="79137" y="0"/>
                  </a:moveTo>
                  <a:lnTo>
                    <a:pt x="0" y="3149"/>
                  </a:lnTo>
                  <a:lnTo>
                    <a:pt x="42295" y="70109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2940039" y="3734066"/>
              <a:ext cx="353988" cy="196403"/>
            </a:xfrm>
            <a:custGeom>
              <a:avLst/>
              <a:pathLst>
                <a:path w="353988" h="196403">
                  <a:moveTo>
                    <a:pt x="353988" y="196403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2940039" y="3732715"/>
              <a:ext cx="79188" cy="69254"/>
            </a:xfrm>
            <a:custGeom>
              <a:avLst/>
              <a:pathLst>
                <a:path w="79188" h="69254">
                  <a:moveTo>
                    <a:pt x="79188" y="0"/>
                  </a:moveTo>
                  <a:lnTo>
                    <a:pt x="0" y="1350"/>
                  </a:lnTo>
                  <a:lnTo>
                    <a:pt x="40763" y="69254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3049004" y="3930469"/>
              <a:ext cx="245022" cy="139324"/>
            </a:xfrm>
            <a:custGeom>
              <a:avLst/>
              <a:pathLst>
                <a:path w="245022" h="139324">
                  <a:moveTo>
                    <a:pt x="245022" y="0"/>
                  </a:moveTo>
                  <a:lnTo>
                    <a:pt x="0" y="139324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3049004" y="4001466"/>
              <a:ext cx="79198" cy="68848"/>
            </a:xfrm>
            <a:custGeom>
              <a:avLst/>
              <a:pathLst>
                <a:path w="79198" h="68848">
                  <a:moveTo>
                    <a:pt x="40050" y="0"/>
                  </a:moveTo>
                  <a:lnTo>
                    <a:pt x="0" y="68327"/>
                  </a:lnTo>
                  <a:lnTo>
                    <a:pt x="79198" y="68848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3092005" y="3930469"/>
              <a:ext cx="202022" cy="431781"/>
            </a:xfrm>
            <a:custGeom>
              <a:avLst/>
              <a:pathLst>
                <a:path w="202022" h="431781">
                  <a:moveTo>
                    <a:pt x="202022" y="0"/>
                  </a:moveTo>
                  <a:lnTo>
                    <a:pt x="0" y="431781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3085204" y="4283343"/>
              <a:ext cx="71736" cy="78907"/>
            </a:xfrm>
            <a:custGeom>
              <a:avLst/>
              <a:pathLst>
                <a:path w="71736" h="78907">
                  <a:moveTo>
                    <a:pt x="0" y="0"/>
                  </a:moveTo>
                  <a:lnTo>
                    <a:pt x="6800" y="78907"/>
                  </a:lnTo>
                  <a:lnTo>
                    <a:pt x="71736" y="33564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3078782" y="3687938"/>
              <a:ext cx="215245" cy="242531"/>
            </a:xfrm>
            <a:custGeom>
              <a:avLst/>
              <a:pathLst>
                <a:path w="215245" h="242531">
                  <a:moveTo>
                    <a:pt x="215245" y="242531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3078782" y="3687938"/>
              <a:ext cx="75146" cy="77585"/>
            </a:xfrm>
            <a:custGeom>
              <a:avLst/>
              <a:pathLst>
                <a:path w="75146" h="77585">
                  <a:moveTo>
                    <a:pt x="75146" y="25013"/>
                  </a:moveTo>
                  <a:lnTo>
                    <a:pt x="0" y="0"/>
                  </a:lnTo>
                  <a:lnTo>
                    <a:pt x="15910" y="77585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3084308" y="3930469"/>
              <a:ext cx="209719" cy="393787"/>
            </a:xfrm>
            <a:custGeom>
              <a:avLst/>
              <a:pathLst>
                <a:path w="209719" h="393787">
                  <a:moveTo>
                    <a:pt x="209719" y="0"/>
                  </a:moveTo>
                  <a:lnTo>
                    <a:pt x="0" y="393787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3081597" y="4245103"/>
              <a:ext cx="69904" cy="79153"/>
            </a:xfrm>
            <a:custGeom>
              <a:avLst/>
              <a:pathLst>
                <a:path w="69904" h="79153">
                  <a:moveTo>
                    <a:pt x="0" y="0"/>
                  </a:moveTo>
                  <a:lnTo>
                    <a:pt x="2710" y="79153"/>
                  </a:lnTo>
                  <a:lnTo>
                    <a:pt x="69904" y="37229"/>
                  </a:lnTo>
                </a:path>
              </a:pathLst>
            </a:custGeom>
            <a:ln w="230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2929728" y="3828488"/>
              <a:ext cx="20591" cy="56109"/>
            </a:xfrm>
            <a:custGeom>
              <a:avLst/>
              <a:pathLst>
                <a:path w="20591" h="56109">
                  <a:moveTo>
                    <a:pt x="0" y="56109"/>
                  </a:moveTo>
                  <a:lnTo>
                    <a:pt x="20591" y="0"/>
                  </a:lnTo>
                </a:path>
              </a:pathLst>
            </a:custGeom>
            <a:ln w="1084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3054689" y="3817266"/>
              <a:ext cx="30681" cy="30951"/>
            </a:xfrm>
            <a:custGeom>
              <a:avLst/>
              <a:pathLst>
                <a:path w="30681" h="30951">
                  <a:moveTo>
                    <a:pt x="30681" y="30951"/>
                  </a:moveTo>
                  <a:lnTo>
                    <a:pt x="0" y="0"/>
                  </a:lnTo>
                </a:path>
              </a:pathLst>
            </a:custGeom>
            <a:ln w="1084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2883860" y="3649438"/>
              <a:ext cx="35755" cy="53861"/>
            </a:xfrm>
            <a:custGeom>
              <a:avLst/>
              <a:pathLst>
                <a:path w="35755" h="53861">
                  <a:moveTo>
                    <a:pt x="0" y="0"/>
                  </a:moveTo>
                  <a:lnTo>
                    <a:pt x="35755" y="53861"/>
                  </a:lnTo>
                </a:path>
              </a:pathLst>
            </a:custGeom>
            <a:ln w="1084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3078234" y="4092361"/>
              <a:ext cx="29357" cy="22665"/>
            </a:xfrm>
            <a:custGeom>
              <a:avLst/>
              <a:pathLst>
                <a:path w="29357" h="22665">
                  <a:moveTo>
                    <a:pt x="29357" y="22665"/>
                  </a:moveTo>
                  <a:lnTo>
                    <a:pt x="0" y="0"/>
                  </a:lnTo>
                </a:path>
              </a:pathLst>
            </a:custGeom>
            <a:ln w="1084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3116776" y="4389637"/>
              <a:ext cx="27148" cy="30014"/>
            </a:xfrm>
            <a:custGeom>
              <a:avLst/>
              <a:pathLst>
                <a:path w="27148" h="30014">
                  <a:moveTo>
                    <a:pt x="27148" y="30014"/>
                  </a:moveTo>
                  <a:lnTo>
                    <a:pt x="0" y="0"/>
                  </a:lnTo>
                </a:path>
              </a:pathLst>
            </a:custGeom>
            <a:ln w="1084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3104446" y="3630826"/>
              <a:ext cx="29538" cy="30560"/>
            </a:xfrm>
            <a:custGeom>
              <a:avLst/>
              <a:pathLst>
                <a:path w="29538" h="30560">
                  <a:moveTo>
                    <a:pt x="29538" y="0"/>
                  </a:moveTo>
                  <a:lnTo>
                    <a:pt x="0" y="30560"/>
                  </a:lnTo>
                </a:path>
              </a:pathLst>
            </a:custGeom>
            <a:ln w="1084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3026163" y="4269662"/>
              <a:ext cx="31224" cy="29317"/>
            </a:xfrm>
            <a:custGeom>
              <a:avLst/>
              <a:pathLst>
                <a:path w="31224" h="29317">
                  <a:moveTo>
                    <a:pt x="0" y="0"/>
                  </a:moveTo>
                  <a:lnTo>
                    <a:pt x="31224" y="29317"/>
                  </a:lnTo>
                </a:path>
              </a:pathLst>
            </a:custGeom>
            <a:ln w="1084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tx2883"/>
            <p:cNvSpPr/>
            <p:nvPr/>
          </p:nvSpPr>
          <p:spPr>
            <a:xfrm>
              <a:off x="2302792" y="3847977"/>
              <a:ext cx="604075" cy="108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Range size</a:t>
              </a:r>
            </a:p>
          </p:txBody>
        </p:sp>
        <p:sp>
          <p:nvSpPr>
            <p:cNvPr id="2884" name="tx2884"/>
            <p:cNvSpPr/>
            <p:nvPr/>
          </p:nvSpPr>
          <p:spPr>
            <a:xfrm>
              <a:off x="3034553" y="3868537"/>
              <a:ext cx="848043" cy="857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Habitat breadth</a:t>
              </a:r>
            </a:p>
          </p:txBody>
        </p:sp>
        <p:sp>
          <p:nvSpPr>
            <p:cNvPr id="2885" name="tx2885"/>
            <p:cNvSpPr/>
            <p:nvPr/>
          </p:nvSpPr>
          <p:spPr>
            <a:xfrm>
              <a:off x="2064167" y="3555992"/>
              <a:ext cx="796833" cy="1084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Thermal range</a:t>
              </a:r>
            </a:p>
          </p:txBody>
        </p:sp>
        <p:sp>
          <p:nvSpPr>
            <p:cNvPr id="2886" name="tx2886"/>
            <p:cNvSpPr/>
            <p:nvPr/>
          </p:nvSpPr>
          <p:spPr>
            <a:xfrm>
              <a:off x="3130451" y="4069261"/>
              <a:ext cx="1220798" cy="109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Dispersal ability (HWI)</a:t>
              </a:r>
            </a:p>
          </p:txBody>
        </p:sp>
        <p:sp>
          <p:nvSpPr>
            <p:cNvPr id="2887" name="tx2887"/>
            <p:cNvSpPr/>
            <p:nvPr/>
          </p:nvSpPr>
          <p:spPr>
            <a:xfrm>
              <a:off x="2719078" y="4415184"/>
              <a:ext cx="989365" cy="1105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Generation length</a:t>
              </a:r>
            </a:p>
          </p:txBody>
        </p:sp>
        <p:sp>
          <p:nvSpPr>
            <p:cNvPr id="2888" name="tx2888"/>
            <p:cNvSpPr/>
            <p:nvPr/>
          </p:nvSpPr>
          <p:spPr>
            <a:xfrm>
              <a:off x="2988887" y="3520846"/>
              <a:ext cx="610399" cy="871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Clutch size</a:t>
              </a:r>
            </a:p>
          </p:txBody>
        </p:sp>
        <p:sp>
          <p:nvSpPr>
            <p:cNvPr id="2889" name="tx2889"/>
            <p:cNvSpPr/>
            <p:nvPr/>
          </p:nvSpPr>
          <p:spPr>
            <a:xfrm>
              <a:off x="2386354" y="4177943"/>
              <a:ext cx="616948" cy="1081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Body mass</a:t>
              </a:r>
            </a:p>
          </p:txBody>
        </p:sp>
        <p:sp>
          <p:nvSpPr>
            <p:cNvPr id="2890" name="pl2890"/>
            <p:cNvSpPr/>
            <p:nvPr/>
          </p:nvSpPr>
          <p:spPr>
            <a:xfrm>
              <a:off x="1780617" y="2417059"/>
              <a:ext cx="0" cy="3026820"/>
            </a:xfrm>
            <a:custGeom>
              <a:avLst/>
              <a:pathLst>
                <a:path w="0" h="3026820">
                  <a:moveTo>
                    <a:pt x="0" y="3026820"/>
                  </a:moveTo>
                  <a:lnTo>
                    <a:pt x="0" y="0"/>
                  </a:lnTo>
                </a:path>
              </a:pathLst>
            </a:custGeom>
            <a:ln w="1601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tx2891"/>
            <p:cNvSpPr/>
            <p:nvPr/>
          </p:nvSpPr>
          <p:spPr>
            <a:xfrm>
              <a:off x="1589159" y="5352151"/>
              <a:ext cx="117440" cy="951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-6</a:t>
              </a:r>
            </a:p>
          </p:txBody>
        </p:sp>
        <p:sp>
          <p:nvSpPr>
            <p:cNvPr id="2892" name="tx2892"/>
            <p:cNvSpPr/>
            <p:nvPr/>
          </p:nvSpPr>
          <p:spPr>
            <a:xfrm>
              <a:off x="1589159" y="4617561"/>
              <a:ext cx="117440" cy="949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2893" name="tx2893"/>
            <p:cNvSpPr/>
            <p:nvPr/>
          </p:nvSpPr>
          <p:spPr>
            <a:xfrm>
              <a:off x="1633143" y="3882971"/>
              <a:ext cx="73456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94" name="tx2894"/>
            <p:cNvSpPr/>
            <p:nvPr/>
          </p:nvSpPr>
          <p:spPr>
            <a:xfrm>
              <a:off x="1633143" y="3148122"/>
              <a:ext cx="73456" cy="949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895" name="tx2895"/>
            <p:cNvSpPr/>
            <p:nvPr/>
          </p:nvSpPr>
          <p:spPr>
            <a:xfrm>
              <a:off x="1633143" y="2413274"/>
              <a:ext cx="73456" cy="951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2896" name="pl2896"/>
            <p:cNvSpPr/>
            <p:nvPr/>
          </p:nvSpPr>
          <p:spPr>
            <a:xfrm>
              <a:off x="1739496" y="5399907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1739496" y="4665188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1739496" y="3930469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1739496" y="3195750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1739496" y="2461031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1780617" y="5443879"/>
              <a:ext cx="3026820" cy="0"/>
            </a:xfrm>
            <a:custGeom>
              <a:avLst/>
              <a:pathLst>
                <a:path w="3026820" h="0">
                  <a:moveTo>
                    <a:pt x="0" y="0"/>
                  </a:moveTo>
                  <a:lnTo>
                    <a:pt x="3026820" y="0"/>
                  </a:lnTo>
                </a:path>
              </a:pathLst>
            </a:custGeom>
            <a:ln w="1601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1824589" y="5443879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2559308" y="5443879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3294027" y="5443879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4028746" y="5443879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4763466" y="5443879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tx2907"/>
            <p:cNvSpPr/>
            <p:nvPr/>
          </p:nvSpPr>
          <p:spPr>
            <a:xfrm>
              <a:off x="1765869" y="5517510"/>
              <a:ext cx="117440" cy="951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-6</a:t>
              </a:r>
            </a:p>
          </p:txBody>
        </p:sp>
        <p:sp>
          <p:nvSpPr>
            <p:cNvPr id="2908" name="tx2908"/>
            <p:cNvSpPr/>
            <p:nvPr/>
          </p:nvSpPr>
          <p:spPr>
            <a:xfrm>
              <a:off x="2500588" y="5517639"/>
              <a:ext cx="117440" cy="949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2909" name="tx2909"/>
            <p:cNvSpPr/>
            <p:nvPr/>
          </p:nvSpPr>
          <p:spPr>
            <a:xfrm>
              <a:off x="3257299" y="5517768"/>
              <a:ext cx="73456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10" name="tx2910"/>
            <p:cNvSpPr/>
            <p:nvPr/>
          </p:nvSpPr>
          <p:spPr>
            <a:xfrm>
              <a:off x="3992018" y="5517639"/>
              <a:ext cx="73456" cy="949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911" name="tx2911"/>
            <p:cNvSpPr/>
            <p:nvPr/>
          </p:nvSpPr>
          <p:spPr>
            <a:xfrm>
              <a:off x="4726737" y="5517510"/>
              <a:ext cx="73456" cy="951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2912" name="tx2912"/>
            <p:cNvSpPr/>
            <p:nvPr/>
          </p:nvSpPr>
          <p:spPr>
            <a:xfrm>
              <a:off x="2821461" y="5707520"/>
              <a:ext cx="945133" cy="1543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913" name="tx2913"/>
            <p:cNvSpPr/>
            <p:nvPr/>
          </p:nvSpPr>
          <p:spPr>
            <a:xfrm rot="-5400000">
              <a:off x="901665" y="3853280"/>
              <a:ext cx="945133" cy="1543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(23.1%)</a:t>
              </a:r>
            </a:p>
          </p:txBody>
        </p:sp>
        <p:sp>
          <p:nvSpPr>
            <p:cNvPr id="2914" name="rc2914"/>
            <p:cNvSpPr/>
            <p:nvPr/>
          </p:nvSpPr>
          <p:spPr>
            <a:xfrm>
              <a:off x="4971920" y="3400250"/>
              <a:ext cx="2712959" cy="10604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5" name="tx2915"/>
            <p:cNvSpPr/>
            <p:nvPr/>
          </p:nvSpPr>
          <p:spPr>
            <a:xfrm>
              <a:off x="5054162" y="3464071"/>
              <a:ext cx="2036340" cy="1555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Functional strategy group</a:t>
              </a:r>
            </a:p>
          </p:txBody>
        </p:sp>
        <p:sp>
          <p:nvSpPr>
            <p:cNvPr id="2916" name="rc2916"/>
            <p:cNvSpPr/>
            <p:nvPr/>
          </p:nvSpPr>
          <p:spPr>
            <a:xfrm>
              <a:off x="5054162" y="372007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5076108" y="3829807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9811" cap="flat">
              <a:solidFill>
                <a:srgbClr val="F0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5139601" y="3805518"/>
              <a:ext cx="48578" cy="48578"/>
            </a:xfrm>
            <a:prstGeom prst="ellipse">
              <a:avLst/>
            </a:prstGeom>
            <a:solidFill>
              <a:srgbClr val="F05A5A">
                <a:alpha val="25098"/>
              </a:srgbClr>
            </a:solidFill>
            <a:ln w="10636" cap="rnd">
              <a:solidFill>
                <a:srgbClr val="F05A5A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5088037" y="3753954"/>
              <a:ext cx="151706" cy="151706"/>
            </a:xfrm>
            <a:prstGeom prst="ellipse">
              <a:avLst/>
            </a:prstGeom>
            <a:solidFill>
              <a:srgbClr val="F05A5A">
                <a:alpha val="100000"/>
              </a:srgbClr>
            </a:solidFill>
            <a:ln w="16200" cap="rnd">
              <a:solidFill>
                <a:srgbClr val="F0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rc2920"/>
            <p:cNvSpPr/>
            <p:nvPr/>
          </p:nvSpPr>
          <p:spPr>
            <a:xfrm>
              <a:off x="5054162" y="393953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5076108" y="404926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9811" cap="flat">
              <a:solidFill>
                <a:srgbClr val="19B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5139601" y="4024974"/>
              <a:ext cx="48578" cy="48578"/>
            </a:xfrm>
            <a:prstGeom prst="ellipse">
              <a:avLst/>
            </a:prstGeom>
            <a:solidFill>
              <a:srgbClr val="19B51E">
                <a:alpha val="25098"/>
              </a:srgbClr>
            </a:solidFill>
            <a:ln w="10636" cap="rnd">
              <a:solidFill>
                <a:srgbClr val="19B51E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5088037" y="3973410"/>
              <a:ext cx="151706" cy="151706"/>
            </a:xfrm>
            <a:prstGeom prst="ellipse">
              <a:avLst/>
            </a:prstGeom>
            <a:solidFill>
              <a:srgbClr val="19B51E">
                <a:alpha val="100000"/>
              </a:srgbClr>
            </a:solidFill>
            <a:ln w="16200" cap="rnd">
              <a:solidFill>
                <a:srgbClr val="19B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rc2924"/>
            <p:cNvSpPr/>
            <p:nvPr/>
          </p:nvSpPr>
          <p:spPr>
            <a:xfrm>
              <a:off x="5054162" y="415899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5076108" y="426871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9811" cap="flat">
              <a:solidFill>
                <a:srgbClr val="4E7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5139601" y="4244430"/>
              <a:ext cx="48578" cy="48578"/>
            </a:xfrm>
            <a:prstGeom prst="ellipse">
              <a:avLst/>
            </a:prstGeom>
            <a:solidFill>
              <a:srgbClr val="4E79FF">
                <a:alpha val="25098"/>
              </a:srgbClr>
            </a:solidFill>
            <a:ln w="10636" cap="rnd">
              <a:solidFill>
                <a:srgbClr val="4E79F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5088037" y="4192866"/>
              <a:ext cx="151706" cy="151706"/>
            </a:xfrm>
            <a:prstGeom prst="ellipse">
              <a:avLst/>
            </a:prstGeom>
            <a:solidFill>
              <a:srgbClr val="4E79FF">
                <a:alpha val="100000"/>
              </a:srgbClr>
            </a:solidFill>
            <a:ln w="16200" cap="rnd">
              <a:solidFill>
                <a:srgbClr val="4E7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tx2928"/>
            <p:cNvSpPr/>
            <p:nvPr/>
          </p:nvSpPr>
          <p:spPr>
            <a:xfrm>
              <a:off x="5355860" y="3750642"/>
              <a:ext cx="2055559" cy="1265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FG1: slow-history and large-bodied</a:t>
              </a:r>
            </a:p>
          </p:txBody>
        </p:sp>
        <p:sp>
          <p:nvSpPr>
            <p:cNvPr id="2929" name="tx2929"/>
            <p:cNvSpPr/>
            <p:nvPr/>
          </p:nvSpPr>
          <p:spPr>
            <a:xfrm>
              <a:off x="5355860" y="3970098"/>
              <a:ext cx="2246778" cy="1265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FG2: broad niche and higher fecundity</a:t>
              </a:r>
            </a:p>
          </p:txBody>
        </p:sp>
        <p:sp>
          <p:nvSpPr>
            <p:cNvPr id="2930" name="tx2930"/>
            <p:cNvSpPr/>
            <p:nvPr/>
          </p:nvSpPr>
          <p:spPr>
            <a:xfrm>
              <a:off x="5355860" y="4191231"/>
              <a:ext cx="1937925" cy="1248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FG3: restricted and low-dispersal</a:t>
              </a:r>
            </a:p>
          </p:txBody>
        </p:sp>
        <p:sp>
          <p:nvSpPr>
            <p:cNvPr id="2931" name="tx2931"/>
            <p:cNvSpPr/>
            <p:nvPr/>
          </p:nvSpPr>
          <p:spPr>
            <a:xfrm>
              <a:off x="1780617" y="1961824"/>
              <a:ext cx="6818597" cy="1581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Clustering: Kmeans, K=3 (avg silhouette=0.245). Robust PCA on transformed and winsorised</a:t>
              </a:r>
            </a:p>
          </p:txBody>
        </p:sp>
        <p:sp>
          <p:nvSpPr>
            <p:cNvPr id="2932" name="tx2932"/>
            <p:cNvSpPr/>
            <p:nvPr/>
          </p:nvSpPr>
          <p:spPr>
            <a:xfrm>
              <a:off x="1780617" y="2152143"/>
              <a:ext cx="2358559" cy="146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traits; PC1=36.5%; PC2=23.1%.</a:t>
              </a:r>
            </a:p>
          </p:txBody>
        </p:sp>
        <p:sp>
          <p:nvSpPr>
            <p:cNvPr id="2933" name="tx2933"/>
            <p:cNvSpPr/>
            <p:nvPr/>
          </p:nvSpPr>
          <p:spPr>
            <a:xfrm>
              <a:off x="1780617" y="1710011"/>
              <a:ext cx="5808798" cy="1699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Functional strategy space (PCA) and functional strategy groups (FG)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2026-03-26T19:10:35Z</dcterms:modified>
  <cp:category/>
</cp:coreProperties>
</file>