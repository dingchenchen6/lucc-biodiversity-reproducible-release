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35003" y="0"/>
              <a:ext cx="7073993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05168" y="747270"/>
              <a:ext cx="5634050" cy="56340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05168" y="3564295"/>
              <a:ext cx="5634050" cy="0"/>
            </a:xfrm>
            <a:custGeom>
              <a:avLst/>
              <a:pathLst>
                <a:path w="5634050" h="0">
                  <a:moveTo>
                    <a:pt x="0" y="0"/>
                  </a:moveTo>
                  <a:lnTo>
                    <a:pt x="5634050" y="0"/>
                  </a:lnTo>
                </a:path>
              </a:pathLst>
            </a:custGeom>
            <a:ln w="12195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322193" y="747270"/>
              <a:ext cx="0" cy="5634050"/>
            </a:xfrm>
            <a:custGeom>
              <a:avLst/>
              <a:pathLst>
                <a:path w="0" h="5634050">
                  <a:moveTo>
                    <a:pt x="0" y="5634050"/>
                  </a:moveTo>
                  <a:lnTo>
                    <a:pt x="0" y="0"/>
                  </a:lnTo>
                </a:path>
              </a:pathLst>
            </a:custGeom>
            <a:ln w="12195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13932" y="2228687"/>
              <a:ext cx="2405206" cy="1649505"/>
            </a:xfrm>
            <a:custGeom>
              <a:avLst/>
              <a:pathLst>
                <a:path w="2405206" h="1649505">
                  <a:moveTo>
                    <a:pt x="2405206" y="861460"/>
                  </a:moveTo>
                  <a:lnTo>
                    <a:pt x="2396083" y="759867"/>
                  </a:lnTo>
                  <a:lnTo>
                    <a:pt x="2368850" y="659264"/>
                  </a:lnTo>
                  <a:lnTo>
                    <a:pt x="2323920" y="561176"/>
                  </a:lnTo>
                  <a:lnTo>
                    <a:pt x="2261975" y="467091"/>
                  </a:lnTo>
                  <a:lnTo>
                    <a:pt x="2183954" y="378435"/>
                  </a:lnTo>
                  <a:lnTo>
                    <a:pt x="2091040" y="296551"/>
                  </a:lnTo>
                  <a:lnTo>
                    <a:pt x="1984640" y="222681"/>
                  </a:lnTo>
                  <a:lnTo>
                    <a:pt x="1866368" y="157944"/>
                  </a:lnTo>
                  <a:lnTo>
                    <a:pt x="1738017" y="103322"/>
                  </a:lnTo>
                  <a:lnTo>
                    <a:pt x="1601532" y="59644"/>
                  </a:lnTo>
                  <a:lnTo>
                    <a:pt x="1458982" y="27570"/>
                  </a:lnTo>
                  <a:lnTo>
                    <a:pt x="1312529" y="7588"/>
                  </a:lnTo>
                  <a:lnTo>
                    <a:pt x="1164392" y="0"/>
                  </a:lnTo>
                  <a:lnTo>
                    <a:pt x="1016817" y="4920"/>
                  </a:lnTo>
                  <a:lnTo>
                    <a:pt x="872041" y="22276"/>
                  </a:lnTo>
                  <a:lnTo>
                    <a:pt x="732259" y="51803"/>
                  </a:lnTo>
                  <a:lnTo>
                    <a:pt x="599589" y="93054"/>
                  </a:lnTo>
                  <a:lnTo>
                    <a:pt x="476043" y="145404"/>
                  </a:lnTo>
                  <a:lnTo>
                    <a:pt x="363494" y="208059"/>
                  </a:lnTo>
                  <a:lnTo>
                    <a:pt x="263647" y="280068"/>
                  </a:lnTo>
                  <a:lnTo>
                    <a:pt x="178017" y="360342"/>
                  </a:lnTo>
                  <a:lnTo>
                    <a:pt x="107901" y="447662"/>
                  </a:lnTo>
                  <a:lnTo>
                    <a:pt x="54362" y="540706"/>
                  </a:lnTo>
                  <a:lnTo>
                    <a:pt x="18212" y="638062"/>
                  </a:lnTo>
                  <a:lnTo>
                    <a:pt x="0" y="738255"/>
                  </a:lnTo>
                  <a:lnTo>
                    <a:pt x="0" y="839766"/>
                  </a:lnTo>
                  <a:lnTo>
                    <a:pt x="18212" y="941056"/>
                  </a:lnTo>
                  <a:lnTo>
                    <a:pt x="54362" y="1040590"/>
                  </a:lnTo>
                  <a:lnTo>
                    <a:pt x="107901" y="1136858"/>
                  </a:lnTo>
                  <a:lnTo>
                    <a:pt x="178017" y="1228403"/>
                  </a:lnTo>
                  <a:lnTo>
                    <a:pt x="263647" y="1313835"/>
                  </a:lnTo>
                  <a:lnTo>
                    <a:pt x="363494" y="1391860"/>
                  </a:lnTo>
                  <a:lnTo>
                    <a:pt x="476043" y="1461295"/>
                  </a:lnTo>
                  <a:lnTo>
                    <a:pt x="599589" y="1521088"/>
                  </a:lnTo>
                  <a:lnTo>
                    <a:pt x="732259" y="1570331"/>
                  </a:lnTo>
                  <a:lnTo>
                    <a:pt x="872041" y="1608279"/>
                  </a:lnTo>
                  <a:lnTo>
                    <a:pt x="1016817" y="1634357"/>
                  </a:lnTo>
                  <a:lnTo>
                    <a:pt x="1164392" y="1648168"/>
                  </a:lnTo>
                  <a:lnTo>
                    <a:pt x="1312529" y="1649505"/>
                  </a:lnTo>
                  <a:lnTo>
                    <a:pt x="1458982" y="1638345"/>
                  </a:lnTo>
                  <a:lnTo>
                    <a:pt x="1601532" y="1614859"/>
                  </a:lnTo>
                  <a:lnTo>
                    <a:pt x="1738017" y="1579403"/>
                  </a:lnTo>
                  <a:lnTo>
                    <a:pt x="1866368" y="1532514"/>
                  </a:lnTo>
                  <a:lnTo>
                    <a:pt x="1984640" y="1474902"/>
                  </a:lnTo>
                  <a:lnTo>
                    <a:pt x="2091040" y="1407442"/>
                  </a:lnTo>
                  <a:lnTo>
                    <a:pt x="2183954" y="1331156"/>
                  </a:lnTo>
                  <a:lnTo>
                    <a:pt x="2261975" y="1247199"/>
                  </a:lnTo>
                  <a:lnTo>
                    <a:pt x="2323920" y="1156846"/>
                  </a:lnTo>
                  <a:lnTo>
                    <a:pt x="2368850" y="1061466"/>
                  </a:lnTo>
                  <a:lnTo>
                    <a:pt x="2396083" y="962503"/>
                  </a:lnTo>
                  <a:lnTo>
                    <a:pt x="2405206" y="861460"/>
                  </a:lnTo>
                </a:path>
              </a:pathLst>
            </a:custGeom>
            <a:ln w="29811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324697" y="3131987"/>
              <a:ext cx="2682203" cy="2335922"/>
            </a:xfrm>
            <a:custGeom>
              <a:avLst/>
              <a:pathLst>
                <a:path w="2682203" h="2335922">
                  <a:moveTo>
                    <a:pt x="2682203" y="1416570"/>
                  </a:moveTo>
                  <a:lnTo>
                    <a:pt x="2672028" y="1274329"/>
                  </a:lnTo>
                  <a:lnTo>
                    <a:pt x="2641659" y="1130459"/>
                  </a:lnTo>
                  <a:lnTo>
                    <a:pt x="2591555" y="987141"/>
                  </a:lnTo>
                  <a:lnTo>
                    <a:pt x="2522477" y="846548"/>
                  </a:lnTo>
                  <a:lnTo>
                    <a:pt x="2435470" y="710810"/>
                  </a:lnTo>
                  <a:lnTo>
                    <a:pt x="2331855" y="581986"/>
                  </a:lnTo>
                  <a:lnTo>
                    <a:pt x="2213202" y="462027"/>
                  </a:lnTo>
                  <a:lnTo>
                    <a:pt x="2081309" y="352754"/>
                  </a:lnTo>
                  <a:lnTo>
                    <a:pt x="1938176" y="255821"/>
                  </a:lnTo>
                  <a:lnTo>
                    <a:pt x="1785973" y="172699"/>
                  </a:lnTo>
                  <a:lnTo>
                    <a:pt x="1627007" y="104648"/>
                  </a:lnTo>
                  <a:lnTo>
                    <a:pt x="1463687" y="52698"/>
                  </a:lnTo>
                  <a:lnTo>
                    <a:pt x="1298490" y="17638"/>
                  </a:lnTo>
                  <a:lnTo>
                    <a:pt x="1133919" y="0"/>
                  </a:lnTo>
                  <a:lnTo>
                    <a:pt x="972470" y="49"/>
                  </a:lnTo>
                  <a:lnTo>
                    <a:pt x="816589" y="17787"/>
                  </a:lnTo>
                  <a:lnTo>
                    <a:pt x="668641" y="52943"/>
                  </a:lnTo>
                  <a:lnTo>
                    <a:pt x="530867" y="104985"/>
                  </a:lnTo>
                  <a:lnTo>
                    <a:pt x="405356" y="173125"/>
                  </a:lnTo>
                  <a:lnTo>
                    <a:pt x="294010" y="256328"/>
                  </a:lnTo>
                  <a:lnTo>
                    <a:pt x="198518" y="353334"/>
                  </a:lnTo>
                  <a:lnTo>
                    <a:pt x="120327" y="462672"/>
                  </a:lnTo>
                  <a:lnTo>
                    <a:pt x="60623" y="582686"/>
                  </a:lnTo>
                  <a:lnTo>
                    <a:pt x="20310" y="711554"/>
                  </a:lnTo>
                  <a:lnTo>
                    <a:pt x="0" y="847325"/>
                  </a:lnTo>
                  <a:lnTo>
                    <a:pt x="0" y="987940"/>
                  </a:lnTo>
                  <a:lnTo>
                    <a:pt x="20310" y="1131267"/>
                  </a:lnTo>
                  <a:lnTo>
                    <a:pt x="60623" y="1275134"/>
                  </a:lnTo>
                  <a:lnTo>
                    <a:pt x="120327" y="1417359"/>
                  </a:lnTo>
                  <a:lnTo>
                    <a:pt x="198518" y="1555787"/>
                  </a:lnTo>
                  <a:lnTo>
                    <a:pt x="294010" y="1688320"/>
                  </a:lnTo>
                  <a:lnTo>
                    <a:pt x="405356" y="1812947"/>
                  </a:lnTo>
                  <a:lnTo>
                    <a:pt x="530867" y="1927781"/>
                  </a:lnTo>
                  <a:lnTo>
                    <a:pt x="668641" y="2031080"/>
                  </a:lnTo>
                  <a:lnTo>
                    <a:pt x="816589" y="2121279"/>
                  </a:lnTo>
                  <a:lnTo>
                    <a:pt x="972470" y="2197009"/>
                  </a:lnTo>
                  <a:lnTo>
                    <a:pt x="1133919" y="2257124"/>
                  </a:lnTo>
                  <a:lnTo>
                    <a:pt x="1298490" y="2300711"/>
                  </a:lnTo>
                  <a:lnTo>
                    <a:pt x="1463687" y="2327110"/>
                  </a:lnTo>
                  <a:lnTo>
                    <a:pt x="1627007" y="2335922"/>
                  </a:lnTo>
                  <a:lnTo>
                    <a:pt x="1785973" y="2327011"/>
                  </a:lnTo>
                  <a:lnTo>
                    <a:pt x="1938176" y="2300514"/>
                  </a:lnTo>
                  <a:lnTo>
                    <a:pt x="2081309" y="2256832"/>
                  </a:lnTo>
                  <a:lnTo>
                    <a:pt x="2213202" y="2196627"/>
                  </a:lnTo>
                  <a:lnTo>
                    <a:pt x="2331855" y="2120812"/>
                  </a:lnTo>
                  <a:lnTo>
                    <a:pt x="2435470" y="2030536"/>
                  </a:lnTo>
                  <a:lnTo>
                    <a:pt x="2522477" y="1927168"/>
                  </a:lnTo>
                  <a:lnTo>
                    <a:pt x="2591555" y="1812274"/>
                  </a:lnTo>
                  <a:lnTo>
                    <a:pt x="2641659" y="1687596"/>
                  </a:lnTo>
                  <a:lnTo>
                    <a:pt x="2672028" y="1555025"/>
                  </a:lnTo>
                  <a:lnTo>
                    <a:pt x="2682203" y="1416570"/>
                  </a:lnTo>
                </a:path>
              </a:pathLst>
            </a:custGeom>
            <a:ln w="29811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944801" y="2654028"/>
              <a:ext cx="1885109" cy="1807283"/>
            </a:xfrm>
            <a:custGeom>
              <a:avLst/>
              <a:pathLst>
                <a:path w="1885109" h="1807283">
                  <a:moveTo>
                    <a:pt x="1885109" y="1066202"/>
                  </a:moveTo>
                  <a:lnTo>
                    <a:pt x="1877959" y="955679"/>
                  </a:lnTo>
                  <a:lnTo>
                    <a:pt x="1856614" y="844368"/>
                  </a:lnTo>
                  <a:lnTo>
                    <a:pt x="1821400" y="733957"/>
                  </a:lnTo>
                  <a:lnTo>
                    <a:pt x="1772850" y="626121"/>
                  </a:lnTo>
                  <a:lnTo>
                    <a:pt x="1711700" y="522493"/>
                  </a:lnTo>
                  <a:lnTo>
                    <a:pt x="1638877" y="424645"/>
                  </a:lnTo>
                  <a:lnTo>
                    <a:pt x="1555485" y="334059"/>
                  </a:lnTo>
                  <a:lnTo>
                    <a:pt x="1462788" y="252110"/>
                  </a:lnTo>
                  <a:lnTo>
                    <a:pt x="1362191" y="180039"/>
                  </a:lnTo>
                  <a:lnTo>
                    <a:pt x="1255220" y="118938"/>
                  </a:lnTo>
                  <a:lnTo>
                    <a:pt x="1143495" y="69735"/>
                  </a:lnTo>
                  <a:lnTo>
                    <a:pt x="1028710" y="33175"/>
                  </a:lnTo>
                  <a:lnTo>
                    <a:pt x="912606" y="9811"/>
                  </a:lnTo>
                  <a:lnTo>
                    <a:pt x="796942" y="0"/>
                  </a:lnTo>
                  <a:lnTo>
                    <a:pt x="683472" y="3888"/>
                  </a:lnTo>
                  <a:lnTo>
                    <a:pt x="573916" y="21417"/>
                  </a:lnTo>
                  <a:lnTo>
                    <a:pt x="469935" y="52321"/>
                  </a:lnTo>
                  <a:lnTo>
                    <a:pt x="373104" y="96133"/>
                  </a:lnTo>
                  <a:lnTo>
                    <a:pt x="284892" y="152187"/>
                  </a:lnTo>
                  <a:lnTo>
                    <a:pt x="206636" y="219634"/>
                  </a:lnTo>
                  <a:lnTo>
                    <a:pt x="139523" y="297452"/>
                  </a:lnTo>
                  <a:lnTo>
                    <a:pt x="84568" y="384461"/>
                  </a:lnTo>
                  <a:lnTo>
                    <a:pt x="42607" y="479342"/>
                  </a:lnTo>
                  <a:lnTo>
                    <a:pt x="14274" y="580656"/>
                  </a:lnTo>
                  <a:lnTo>
                    <a:pt x="0" y="686869"/>
                  </a:lnTo>
                  <a:lnTo>
                    <a:pt x="0" y="796369"/>
                  </a:lnTo>
                  <a:lnTo>
                    <a:pt x="14274" y="907497"/>
                  </a:lnTo>
                  <a:lnTo>
                    <a:pt x="42607" y="1018568"/>
                  </a:lnTo>
                  <a:lnTo>
                    <a:pt x="84568" y="1127899"/>
                  </a:lnTo>
                  <a:lnTo>
                    <a:pt x="139523" y="1233832"/>
                  </a:lnTo>
                  <a:lnTo>
                    <a:pt x="206636" y="1334762"/>
                  </a:lnTo>
                  <a:lnTo>
                    <a:pt x="284892" y="1429158"/>
                  </a:lnTo>
                  <a:lnTo>
                    <a:pt x="373104" y="1515589"/>
                  </a:lnTo>
                  <a:lnTo>
                    <a:pt x="469935" y="1592746"/>
                  </a:lnTo>
                  <a:lnTo>
                    <a:pt x="573916" y="1659458"/>
                  </a:lnTo>
                  <a:lnTo>
                    <a:pt x="683472" y="1714715"/>
                  </a:lnTo>
                  <a:lnTo>
                    <a:pt x="796942" y="1757678"/>
                  </a:lnTo>
                  <a:lnTo>
                    <a:pt x="912606" y="1787697"/>
                  </a:lnTo>
                  <a:lnTo>
                    <a:pt x="1028710" y="1804316"/>
                  </a:lnTo>
                  <a:lnTo>
                    <a:pt x="1143495" y="1807283"/>
                  </a:lnTo>
                  <a:lnTo>
                    <a:pt x="1255220" y="1796554"/>
                  </a:lnTo>
                  <a:lnTo>
                    <a:pt x="1362191" y="1772291"/>
                  </a:lnTo>
                  <a:lnTo>
                    <a:pt x="1462788" y="1734862"/>
                  </a:lnTo>
                  <a:lnTo>
                    <a:pt x="1555485" y="1684835"/>
                  </a:lnTo>
                  <a:lnTo>
                    <a:pt x="1638877" y="1622966"/>
                  </a:lnTo>
                  <a:lnTo>
                    <a:pt x="1711700" y="1550196"/>
                  </a:lnTo>
                  <a:lnTo>
                    <a:pt x="1772850" y="1467626"/>
                  </a:lnTo>
                  <a:lnTo>
                    <a:pt x="1821400" y="1376508"/>
                  </a:lnTo>
                  <a:lnTo>
                    <a:pt x="1856614" y="1278224"/>
                  </a:lnTo>
                  <a:lnTo>
                    <a:pt x="1877959" y="1174264"/>
                  </a:lnTo>
                  <a:lnTo>
                    <a:pt x="1885109" y="1066202"/>
                  </a:lnTo>
                </a:path>
              </a:pathLst>
            </a:custGeom>
            <a:ln w="29811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1"/>
            <p:cNvSpPr/>
            <p:nvPr/>
          </p:nvSpPr>
          <p:spPr>
            <a:xfrm>
              <a:off x="4735008" y="27172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4738303" y="28310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4122017" y="38167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4472740" y="32297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4178352" y="30971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4354083" y="31753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506440" y="31604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374997" y="31393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101671" y="35347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552910" y="395020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589467" y="39526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121162" y="379236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56987" y="40512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340018" y="418640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929828" y="393043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217628" y="36291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289018" y="422967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70598" y="41420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934834" y="39406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624848" y="34066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70102" y="42279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771122" y="47908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475274" y="386216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445090" y="31831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4939" y="39674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40278" y="43877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934000" y="41504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597642" y="37392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153967" y="38046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127875" y="332065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61920" y="32606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102749" y="331061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54830" y="30651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042115" y="26506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830651" y="27100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776602" y="27552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530785" y="30781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757573" y="28554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79091" y="248741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551160" y="27001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667309" y="322712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098780" y="32312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606552" y="34263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695111" y="29036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662122" y="19090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060581" y="26594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694670" y="29407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954415" y="32150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394641" y="30007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335308" y="36235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181994" y="38450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874393" y="35209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344756" y="37657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813038" y="41978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589868" y="39084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669234" y="35632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161838" y="27762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306252" y="33166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93263" y="30371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178137" y="28927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373732" y="36570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53467" y="35003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148508" y="35738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088446" y="32897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02667" y="33655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149781" y="37379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099943" y="48056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906353" y="32335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762945" y="369918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624897" y="26408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841698" y="24809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902107" y="37259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172753" y="31819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748643" y="30122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24680" y="325594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262251" y="34229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423360" y="29090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5434093" y="34598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718513" y="31113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194745" y="30981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776200" y="33534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16420" y="45885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277145" y="46375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989273" y="40215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278516" y="35069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682838" y="30935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108207" y="34392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08573" y="32240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975805" y="40338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215955" y="27879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83424" y="27938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920634" y="32691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805115" y="33627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593000" y="32735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276254" y="31081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593510" y="45430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690279" y="443459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527607" y="449691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167274" y="487119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682161" y="45851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319415" y="50186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465551" y="45910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630709" y="46104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171630" y="49073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158364" y="477937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321989" y="483794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12538" y="383612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786258" y="36291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023293" y="28499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963843" y="29734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955648" y="34701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030429" y="35129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456435" y="27801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584456" y="32273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405426" y="36284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168015" y="37192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204342" y="31652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005168" y="36826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256308" y="384004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1994792" y="33322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949323" y="37974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940986" y="37740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673730" y="46546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988333" y="48570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537101" y="46365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694821" y="32956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658701" y="41946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111228" y="433042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32652" y="35131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461896" y="38317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844161" y="35365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480287" y="471308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560738" y="43864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545802" y="44496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691921" y="36780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474829" y="26877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737063" y="43464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724435" y="46252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5163515" y="50397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746755" y="35616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064750" y="33035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162010" y="33311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198165" y="37965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630862" y="35824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481375" y="34795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5046084" y="36692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129453" y="35166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040051" y="36729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31243" y="27292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52556" y="26417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876969" y="29600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395398" y="32016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07098" y="26645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765536" y="34067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960384" y="32813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595723" y="26608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11468" y="273367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26577" y="28403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954130" y="28676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048246" y="38036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088930" y="29763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311856" y="25835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228497" y="311767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865924" y="31172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042124" y="33852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007718" y="32632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051762" y="32639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891854" y="31696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299352" y="33104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548232" y="30030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620835" y="38457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31618" y="408394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680425" y="30929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663374" y="36885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813956" y="39237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775117" y="37434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301368" y="35216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720759" y="40403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982088" y="39835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424092" y="37134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616778" y="44632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493798" y="428477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680509" y="439188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392918" y="42427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076600" y="42033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209215" y="53257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000223" y="565615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35103" y="508976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73386" y="508005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195806" y="51274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547479" y="489575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372135" y="488137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685311" y="50131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681167" y="47581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229723" y="38163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034029" y="36137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960154" y="34616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022829" y="36830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395928" y="30454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433807" y="33307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009897" y="36612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553683" y="35954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352993" y="36253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565593" y="371941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212060" y="45146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180841" y="386226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213381" y="45006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942133" y="33360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900972" y="40920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905716" y="37843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281452" y="458883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042244" y="44259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2781386" y="419521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902251" y="49751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189402" y="36331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13673" y="375322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360382" y="425854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476602" y="543576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340311" y="529563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717230" y="43659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085794" y="34629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124670" y="32500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682480" y="31953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338358" y="36429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4854812" y="33753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703100" y="33276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737553" y="35254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804900" y="33172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729328" y="39649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33597" y="33324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438349" y="33303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613045" y="30098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635545" y="35658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137425" y="32814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323138" y="29420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096829" y="29478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788451" y="33238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121910" y="29946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209580" y="321136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623993" y="36634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033557" y="33312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092628" y="34214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268968" y="35263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880860" y="31296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691063" y="31831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169767" y="34440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282211" y="29270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498117" y="40626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500101" y="40746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882207" y="36810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425390" y="33958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689572" y="33852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568676" y="33880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660547" y="33743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519655" y="400088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309871" y="45024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895014" y="436747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2511189" y="365985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756545" y="38490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2117992" y="34756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2716565" y="385239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131148" y="27796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651532" y="33785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100441" y="319737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93619" y="365672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496742" y="371004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417257" y="34883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749893" y="36268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713436" y="31187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813771" y="32259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880665" y="36967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703934" y="30119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152093" y="33363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021247" y="39571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08866" y="37953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400712" y="31550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495799" y="33321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786235" y="34659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031372" y="36055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493133" y="33724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078282" y="35720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191169" y="46027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746768" y="43169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386591" y="35889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795530" y="37765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782038" y="36474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780693" y="40226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626121" y="30488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191893" y="33446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842362" y="473982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196915" y="440631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007242" y="36906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312841" y="35613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655239" y="31068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550011" y="297235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008442" y="30774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046003" y="32004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225743" y="419940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858770" y="35066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374744" y="37906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009947" y="34972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943362" y="35033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458626" y="37617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340925" y="33029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294681" y="450730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438129" y="44599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606919" y="485533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50996" y="43495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777292" y="501084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414647" y="48734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863201" y="471684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2410465" y="41312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045048" y="38214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338980" y="39457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465194" y="32758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769696" y="359922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604654" y="53568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141447" y="561818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539528" y="52688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346858" y="50256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884335" y="49084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289055" y="448706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695539" y="478886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2804281" y="42757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578109" y="45407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533018" y="404653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331690" y="453069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543326" y="46330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147814" y="477249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547888" y="442140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260998" y="39371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178362" y="44277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2674220" y="410428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869433" y="425886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753343" y="41775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3470355" y="42503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460234" y="435788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957015" y="477958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455627" y="436450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095048" y="44114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194320" y="395812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777175" y="483142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4865983" y="55638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064319" y="44664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547850" y="44255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787329" y="462223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875505" y="45907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032598" y="33065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827211" y="529848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524026" y="489731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4182302" y="52953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4026183" y="513018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849665" y="523967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71758" y="518962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621570" y="48058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419750" y="469152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133752" y="36828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4613894" y="35327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448981" y="38122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528821" y="35178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903273" y="39015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3759897" y="31005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866977" y="325500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196538" y="36717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944528" y="40200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5073098" y="32076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757732" y="29253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821195" y="32208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461333" y="25524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17744" y="255080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624833" y="269681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264230" y="33001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229190" y="35481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156224" y="36432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046528" y="32106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166058" y="33211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776855" y="38591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573493" y="30220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666023" y="48605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872135" y="37803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387478" y="33192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894644" y="37448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1286" y="53365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702727" y="24252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5035835" y="31672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845971" y="30673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361263" y="35050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4840237" y="37266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362988" y="34572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4644148" y="36251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768127" y="41268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408215" y="39982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41659" y="40009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452044" y="40689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954584" y="37675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754265" y="40623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519419" y="40106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486233" y="41182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173948" y="33747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418739" y="33660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189298" y="38093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963579" y="36756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435363" y="34302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947898" y="39044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707613" y="29758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085732" y="27536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640578" y="36237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244128" y="34149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901787" y="35308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068821" y="36164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4352062" y="32481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4628529" y="31262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443673" y="33986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766916" y="31449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337210" y="39975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276542" y="45102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407945" y="366514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066011" y="40230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044438" y="34090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304288" y="39203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929998" y="37793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4085517" y="399646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919098" y="39264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694603" y="29689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256737" y="45381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992301" y="32028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2828858" y="24348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456752" y="31976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250350" y="43391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4479731" y="32455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199509" y="26506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4626233" y="32073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4507927" y="32122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674049" y="34119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4475396" y="32667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589472" y="41407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5268270" y="37438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726559" y="34759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007748" y="35804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408978" y="30104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625238" y="47818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4203701" y="27256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734327" y="30507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2898485" y="43773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704241" y="46969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4665400" y="34135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4952117" y="36420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4852847" y="35337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4864242" y="35571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971866" y="31689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783561" y="38674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805090" y="30225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680293" y="298295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685633" y="30188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4203970" y="258157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648539" y="38780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633518" y="38149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126924" y="36171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420618" y="37419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4165561" y="36833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558167" y="37704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741077" y="39831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316350" y="36265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205953" y="34654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5378783" y="38901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718224" y="40319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4774317" y="36096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4927797" y="36864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296104" y="33499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343995" y="35074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4068338" y="32637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957147" y="33668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793767" y="30960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881233" y="36987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988905" y="37300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279248" y="506285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595634" y="36871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4469651" y="36973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4782349" y="35605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4503054" y="29576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918480" y="24856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169936" y="25086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802551" y="24157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250715" y="26300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897715" y="28662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927702" y="25620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4419560" y="33489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961977" y="28513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00477" y="37853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5198003" y="34681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884079" y="35262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830558" y="35186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450581" y="33124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208624" y="37723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468503" y="32720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831494" y="379520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84843" y="42085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4732582" y="35993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715303" y="36727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5278353" y="41981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4731870" y="34396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2797263" y="29546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3217783" y="34132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4697536" y="37010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4475886" y="33276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161640" y="36043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4871940" y="35952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185574" y="35064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373094" y="35469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436923" y="41052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640584" y="43008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2840583" y="39236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2806489" y="377830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888027" y="37471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231453" y="27833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987678" y="31945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687766" y="26599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183564" y="308595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502765" y="36987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4590206" y="32021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5247583" y="35854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714102" y="32971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476894" y="32837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5398101" y="37450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4549508" y="31936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4090515" y="32015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4966133" y="35263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4421174" y="33340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5939250" y="39830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4754660" y="36145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5099719" y="34442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767809" y="33311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5942590" y="38625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5646504" y="36760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5087371" y="36867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049549" y="31975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816749" y="29609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785796" y="41256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076754" y="34430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533393" y="304974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930314" y="33470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70266" y="31836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177265" y="34013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412574" y="41097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788142" y="39663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070089" y="32196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921438" y="36110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722514" y="35110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250286" y="28295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587291" y="34663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318881" y="33822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355994" y="425636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832649" y="447530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730585" y="43063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047215" y="36572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5162886" y="41398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873712" y="49810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2327397" y="45174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182234" y="51610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554242" y="478853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889541" y="32338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993765" y="30388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155592" y="29554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702608" y="35759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855682" y="32548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332586" y="29332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389997" y="520381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4267388" y="53508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591056" y="52696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2723011" y="388396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489586" y="43143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336636" y="409633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386432" y="35938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006814" y="394397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538119" y="47093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632009" y="428728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034251" y="392711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556187" y="427406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2578061" y="37621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049926" y="34509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637104" y="34463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066819" y="27077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841775" y="31433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508301" y="29123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333014" y="277883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220401" y="28154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4821939" y="31549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607843" y="24012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869773" y="32047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4805454" y="31720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4805157" y="31580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312805" y="30548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4946199" y="31461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920542" y="31890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701949" y="30075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5039501" y="32229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702315" y="35558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757867" y="22406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506411" y="30615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382235" y="32726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721609" y="33215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952522" y="35633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144244" y="36210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561822" y="40298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4132398" y="373205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72060" y="27750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556714" y="279994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3383697" y="32669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746778" y="32778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3851682" y="33058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955870" y="329765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297924" y="35035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743443" y="36118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5103543" y="37515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596663" y="30527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2962498" y="27985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3968133" y="33240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235246" y="33535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363350" y="34838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4125171" y="34792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279679" y="34034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289828" y="337072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4440113" y="34581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298916" y="33130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774076" y="30351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560454" y="29929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016360" y="28838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6782" y="36550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3864963" y="37784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4482155" y="38909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4496423" y="31402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664447" y="29964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4222095" y="44430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249969" y="40618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663008" y="403513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748648" y="399157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575771" y="43860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342643" y="39436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5625157" y="49836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050910" y="36255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043533" y="381176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5401152" y="48236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4055012" y="418268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259433" y="36924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5515528" y="49418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494660" y="461297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4487586" y="45143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4303688" y="35369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4360980" y="33905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3963740" y="32985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4095026" y="33506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4384660" y="35378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4109212" y="33597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5305823" y="33349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237752" y="36429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4806490" y="33388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5266235" y="31728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5120267" y="31678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5059973" y="30327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5397438" y="32052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4841089" y="35497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647097" y="34147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191349" y="29147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675968" y="299494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489024" y="31789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682240" y="37939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4400603" y="32087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4148490" y="30162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038300" y="32523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570543" y="27118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3447729" y="34859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832895" y="376079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175621" y="34042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625477" y="36366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5067700" y="42188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999565" y="36032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4237481" y="37197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988265" y="37753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601745" y="35250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4095027" y="35761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395712" y="38274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4996071" y="39595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16512" y="47787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888411" y="49546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2987945" y="476633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5019991" y="33979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495073" y="42518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2582035" y="36912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2833825" y="368520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450267" y="40805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2607219" y="386647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120106" y="331440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386097" y="413069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597955" y="43343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061802" y="363387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104174" y="43162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2833718" y="376894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2523070" y="35319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790276" y="35920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309277" y="404140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399250" y="40452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380293" y="38818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4335455" y="464663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4484802" y="37033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488952" y="31035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4590855" y="29209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4570516" y="38021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4406283" y="34706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4889420" y="31802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735898" y="31853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4825323" y="35791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738771" y="37240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4186137" y="36910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4205250" y="33874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291468" y="35319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751396" y="34635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149945" y="31014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105473" y="253334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840489" y="29419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390345" y="26415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5347440" y="40764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5408946" y="38671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5079758" y="36844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562567" y="39003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238035" y="37755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360697" y="38646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5485330" y="40270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520858" y="41925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749845" y="37298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3453315" y="34498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127221" y="32973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5231313" y="34695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5110652" y="33521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663430" y="31420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4386180" y="30179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4501630" y="498045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276828" y="49621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001351" y="338900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3116130" y="28020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4579396" y="37097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5329135" y="34713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959934" y="38518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823134" y="33083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955735" y="35295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119860" y="33045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737914" y="44019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115660" y="42674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3908309" y="398779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609246" y="39603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076720" y="41980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3956894" y="403499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719573" y="378692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954807" y="41105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4014500" y="390757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3636758" y="39022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4389041" y="46807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2626324" y="31736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284819" y="35928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906757" y="43547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3146305" y="34638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3351085" y="37563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472735" y="363608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3988148" y="39406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2816629" y="33819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436860" y="36923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168555" y="25796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5366221" y="31717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4252577" y="35087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884411" y="40403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4585706" y="31556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485268" y="31379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5293177" y="34646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2902501" y="21838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533512" y="24531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548565" y="34068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4440932" y="38076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4928766" y="39494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138949" y="35371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145427" y="37696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4757645" y="37483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4288823" y="38230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988695" y="36936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4441345" y="34845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4888590" y="32483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601979" y="43571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4969538" y="40323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547520" y="27464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4098381" y="32801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5160403" y="37957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483030" y="38653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2631935" y="454442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4621446" y="34453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4431747" y="31970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4488336" y="32404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706989" y="33425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711987" y="31916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931340" y="37541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233593" y="27170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407900" y="28551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5152186" y="33570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413274" y="289664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5399523" y="34985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4146944" y="44861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020020" y="439215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840669" y="37582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12348" y="375532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419593" y="39705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3964470" y="39891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971832" y="404158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266219" y="31002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5059614" y="34915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182678" y="31555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711087" y="448026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094521" y="36947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043523" y="27782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4596440" y="35725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4937568" y="39109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175328" y="35486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4644055" y="36987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445817" y="37081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47567" y="37429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864585" y="35954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4793642" y="39851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832025" y="35238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350383" y="34588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4445383" y="34954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4550789" y="34103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900393" y="37691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4367506" y="37227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726567" y="32971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79888" y="32856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3820283" y="332974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162510" y="30571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3688789" y="33107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26164" y="359519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893562" y="381608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146317" y="34158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072609" y="34364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624670" y="28573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018904" y="31931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006759" y="34292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4637139" y="36142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471582" y="35814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4538864" y="37199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305216" y="451966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4190407" y="259091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5346521" y="30855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5424803" y="30532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5340412" y="29266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492186" y="27440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5128217" y="29127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4569258" y="26479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4714496" y="27790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5330830" y="30592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053959" y="24686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483000" y="31342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4295394" y="253180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642380" y="32165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5661491" y="32414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5545079" y="30349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709904" y="26791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6036010" y="34496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869115" y="34106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689349" y="27568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4126209" y="29012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986871" y="33949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798382" y="28304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4563040" y="32217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4780625" y="33233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5821369" y="37962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459337" y="26804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528133" y="26461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591889" y="31090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691443" y="27550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4047814" y="33399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3959029" y="29270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4310456" y="30506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5059614" y="32674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985631" y="32450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675802" y="35685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4782378" y="32110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4031069" y="36833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4011820" y="36318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3934504" y="30092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4557310" y="35623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3759257" y="299732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4702470" y="31214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4592765" y="34840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277199" y="393955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328631" y="33951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084764" y="34703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5613105" y="35921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5318358" y="33916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5143686" y="34755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5307683" y="34343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5232777" y="35316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4539690" y="36352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905241" y="40206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118823" y="36125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865212" y="37167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313610" y="34565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4361567" y="35737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866938" y="36733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5100733" y="35085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811245" y="43772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4034106" y="44759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4540918" y="48016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787689" y="47398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453577" y="50596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4734622" y="494869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568968" y="45909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471723" y="45641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3803321" y="33170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659750" y="32922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5407250" y="37331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5235944" y="34616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4523457" y="500589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480597" y="39155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2360957" y="32787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2740884" y="359647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3009320" y="371110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3333481" y="385669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4161522" y="31582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426645" y="33840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4889910" y="35809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5444094" y="38364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4712514" y="34342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4401252" y="32186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4289174" y="31979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5118211" y="35609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444749" y="32572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3357698" y="42683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513574" y="40247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289998" y="387163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005802" y="369339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629491" y="34221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4678780" y="31682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652665" y="306846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105950" y="28621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3945302" y="27973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795326" y="27236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82878" y="308936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3673341" y="282737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4091237" y="27308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4388474" y="31408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853738" y="26858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937466" y="28042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624924" y="27182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3627902" y="27673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706202" y="25925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621832" y="25725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616403" y="26705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427801" y="24942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587201" y="252844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4179381" y="27804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4609533" y="31298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4310925" y="29657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4270519" y="29113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4392259" y="30797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4824598" y="32917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4445163" y="31731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4100655" y="28376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5798369" y="37096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376137" y="29289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5003881" y="33092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3936507" y="27465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3979872" y="26471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4244545" y="30223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4266440" y="28909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4264306" y="32110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751454" y="378928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4502149" y="32676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4188060" y="31339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4148626" y="31685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4316709" y="32814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4182286" y="30176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5120950" y="40237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4031525" y="365731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3272095" y="446105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3805383" y="34222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2975648" y="49848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5050661" y="31614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4572612" y="28616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4851308" y="31310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6298925" y="35818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3124699" y="29327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4692593" y="31813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4073523" y="297270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4914712" y="35803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4926223" y="36372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3183624" y="27754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5427283" y="32231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5024973" y="31146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4360200" y="34450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4130721" y="257923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4473936" y="280974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4569635" y="28191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4459414" y="28564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4693943" y="40119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843999" y="46625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4113435" y="481685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855591" y="381144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4308967" y="36157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5355730" y="33188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5574987" y="39893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4826765" y="33453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3437882" y="30091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4582801" y="30663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4084440" y="27787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4458282" y="30278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5063096" y="33255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4641845" y="30622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5605869" y="35532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4250351" y="28973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5026889" y="33450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4972170" y="32847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4587288" y="30408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4912628" y="32792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4822161" y="32347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4541628" y="30718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5126532" y="33697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4354018" y="30316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4417554" y="29467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4366108" y="30334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491324" y="31055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4242100" y="29928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5512370" y="36419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4505152" y="31465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4455338" y="31589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4481569" y="30854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4948714" y="31882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4457403" y="30125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5374548" y="35169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4410069" y="32703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4845296" y="34351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4369664" y="35736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4089485" y="418986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5530840" y="39583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4903871" y="37539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4855317" y="36404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4316900" y="397922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128258" y="350526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4083782" y="39446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053100" y="33850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4583108" y="28176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3363633" y="37053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3485678" y="41486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3065040" y="39283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3421143" y="38065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2858811" y="340009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3903065" y="42103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4194283" y="44735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3259192" y="388754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3777620" y="42438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3534307" y="40477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248110" y="401533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4148830" y="418859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003764" y="34670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4055156" y="401154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2048691" y="34992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3737983" y="397023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2725614" y="318361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2910141" y="37060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2580793" y="32270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3165787" y="36011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4193854" y="421249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4798923" y="34787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579839" y="257639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852362" y="27599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5672222" y="36293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5223433" y="34425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4316385" y="29380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3551606" y="270506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3611611" y="26280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3923763" y="286097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3668513" y="25564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5382520" y="35663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4436776" y="30247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4207401" y="29453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4930602" y="31505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4156065" y="27378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4417907" y="30729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3856986" y="271771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4463308" y="35137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4184824" y="33764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4718217" y="31186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4519044" y="33026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4583226" y="33261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5435061" y="36356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5054031" y="34785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4453002" y="34259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3842818" y="297889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5805819" y="37708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4802985" y="31982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5184916" y="34532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3556549" y="31979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4018483" y="35185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4599846" y="35557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5230899" y="38362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257409" y="29617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2857845" y="364873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1858922" y="31987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3254691" y="395770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4614218" y="32897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4045154" y="330871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4231337" y="32799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4697834" y="39362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4938848" y="39510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4429228" y="37731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4456155" y="37108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4911436" y="412053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3056372" y="26199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4356684" y="33374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4637321" y="34389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4106658" y="30886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4821194" y="45923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4686159" y="44251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182533" y="333190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3107301" y="34565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2757671" y="30617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3768958" y="36360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3872518" y="36565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591107" y="41533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870116" y="366916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2149106" y="296037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5250611" y="43720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4369854" y="38270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4301169" y="38473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473889" y="35543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4112664" y="39461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4454140" y="32185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4644781" y="34224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4320037" y="32458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089410" y="34076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4111874" y="375912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4511617" y="36457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4969813" y="34650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4180922" y="39930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442429" y="34673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4343315" y="36501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4231093" y="34179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4576674" y="35411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4510779" y="42205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4332999" y="32502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4162643" y="30463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4943613" y="32779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183304" y="36171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3922588" y="27650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098917" y="374634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3761822" y="41273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029053" y="50436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071129" y="35143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4436559" y="32640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4830959" y="33569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736482" y="33518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491875" y="32710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4901824" y="34914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4818924" y="34146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3862604" y="303706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092917" y="31369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883608" y="33345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4561339" y="34578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4548647" y="35079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4181813" y="31276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5165155" y="37948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4018297" y="33012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4173892" y="34203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4975349" y="36575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4185903" y="33290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4494311" y="31304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4104667" y="33952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4024912" y="420504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595248" y="45650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5340813" y="42343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3934184" y="36332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5694249" y="36256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4624870" y="35258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222543" y="34594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5288469" y="35232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727693" y="35554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4941613" y="34973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5373445" y="33929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725428" y="32282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965018" y="32127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2667470" y="480772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3503054" y="30405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116685" y="35868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4249329" y="38854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4233728" y="39504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4412476" y="36124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5214247" y="37313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5170774" y="36938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3205351" y="43669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2914849" y="529780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3374450" y="555433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3606886" y="562916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3289936" y="54548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4867091" y="34837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4971994" y="39380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073308" y="31330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4556295" y="35001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3921623" y="30770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3782838" y="30623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3741265" y="29616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4159055" y="32952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336159" y="28832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832020" y="30980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609566" y="34726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2903298" y="25518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301741" y="519587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2929046" y="505746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3209381" y="45349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3269182" y="470446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3538695" y="461654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4582251" y="43387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465117" y="43045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385576" y="40642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3733023" y="38431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4307082" y="411413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4548505" y="43374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4007440" y="416857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4046924" y="416899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5624971" y="38963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5063713" y="37054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4458348" y="444619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4906458" y="32864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105512" y="38085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4892520" y="37057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4409563" y="34716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4256319" y="332077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4207279" y="33744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4242571" y="33482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4645283" y="35378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4299283" y="30188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4777634" y="35575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160378" y="37446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4434208" y="475378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4692699" y="44849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3983290" y="42437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4423142" y="43805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4504761" y="469961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5180906" y="31804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4452007" y="27374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4383561" y="302720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4973095" y="32808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5239091" y="32253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5741472" y="34274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4995562" y="30497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5241921" y="32323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5283374" y="33025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5235815" y="32003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5235214" y="31611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4670288" y="33072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4477946" y="31693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4152897" y="457883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4351811" y="40519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033124" y="31277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4058362" y="473234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4934001" y="33649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5223476" y="35358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5049556" y="32314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5519169" y="36461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5012990" y="36034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4651479" y="28940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4536579" y="35263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4410630" y="35626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3225167" y="51046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2948623" y="49194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3431873" y="530923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2150499" y="32955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5024172" y="38270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3866353" y="28981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4157290" y="28781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3099541" y="392776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3814712" y="31744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3888912" y="31413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2994275" y="26583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3016703" y="27007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4862011" y="35415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4550868" y="28725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5865934" y="38675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4844660" y="37906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4994534" y="33832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4732186" y="30960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4513375" y="31927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4033291" y="32674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4958354" y="32091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5334578" y="34929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4665374" y="32374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5074317" y="35172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4997824" y="34777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5197191" y="35136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4804466" y="27404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4442867" y="32108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207047" y="35450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157043" y="33958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5140409" y="35844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3698363" y="26314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3640140" y="28303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5633993" y="37765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3689654" y="452555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3916314" y="29047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4411060" y="35434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4551386" y="36920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4244735" y="32857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3438949" y="29950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4574691" y="35401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533581" y="36238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4524920" y="36305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4519239" y="34912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4382342" y="35131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4829424" y="37345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4426173" y="34642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4356164" y="34084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3759392" y="30932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4378938" y="35715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3456624" y="523887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3768392" y="42635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050601" y="37515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4751971" y="35788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242467" y="38002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4586243" y="34752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4386432" y="35153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3768019" y="34120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4489131" y="35315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3729771" y="32750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4288411" y="37521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4881485" y="33376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4274520" y="35313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3821881" y="36525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3534985" y="31688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3566744" y="31390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2544130" y="27167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4774460" y="34493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198453" y="36684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4086848" y="37281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4069520" y="347815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4384257" y="36146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3756101" y="26988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2904013" y="22937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5212151" y="38186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3772382" y="41655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4176957" y="454280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3692548" y="42223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4633350" y="33915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5278380" y="35485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4477328" y="37924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4630621" y="34866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4763866" y="29704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4752533" y="25405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4272406" y="27997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4083876" y="351036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2933003" y="31816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4777833" y="35208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4669836" y="36280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4704157" y="34196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4587230" y="34236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4094625" y="32339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5287425" y="38629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4837833" y="36546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4637506" y="34226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3986149" y="33438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4536075" y="34833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4313390" y="35015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4160094" y="36013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3974561" y="32973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4162117" y="32179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4591681" y="35680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5028040" y="29840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4948590" y="35549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4810211" y="35421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4818804" y="35543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4813813" y="33724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4604619" y="31818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4454109" y="33665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3801897" y="29005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3720730" y="29270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3403459" y="27531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3287326" y="26619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4368828" y="33501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2648070" y="249496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3487747" y="272623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4210476" y="33431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3392909" y="29009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3310032" y="26468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3619722" y="29115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3800527" y="29009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3734552" y="29069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3696583" y="27774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2620092" y="452267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2482844" y="427846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2157063" y="384676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2873729" y="434242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4745321" y="33269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4760854" y="32329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4406885" y="30297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5563512" y="34068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4198399" y="31345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4026835" y="31508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4206078" y="32466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4522930" y="34724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4747267" y="33989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4163947" y="31048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4959544" y="36127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4708595" y="35589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4570731" y="34271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4967471" y="33540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5330623" y="35174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5482945" y="37630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4625892" y="30678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4633881" y="30835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4532140" y="30509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5418502" y="35070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4917148" y="32597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4682716" y="32829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4213620" y="403727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4658697" y="39952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4590783" y="38460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4246380" y="37705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4014174" y="35713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4633060" y="34381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4240886" y="33293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3787204" y="30009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3961362" y="29331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4052493" y="330845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3361235" y="42120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2822169" y="38879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4880380" y="35029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5443387" y="40177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4511824" y="33398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3610004" y="486849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4840729" y="32543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3639215" y="25540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3799678" y="27660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4320118" y="26228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4350426" y="27759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5095212" y="29810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4761743" y="28643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5015286" y="29846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4827306" y="29722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4288733" y="266613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4928751" y="30055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3838470" y="24361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4200826" y="26083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4891943" y="29558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3355446" y="51809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3975058" y="26636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4349823" y="29885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3664484" y="38821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5258743" y="37713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4834794" y="35551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4783748" y="35548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4018265" y="49635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5006461" y="31640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5031146" y="31733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5199303" y="30802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3754633" y="542491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4531480" y="42073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3639273" y="35442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3797254" y="37447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5112394" y="39638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4928125" y="38918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4318132" y="365895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4709893" y="37483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4596584" y="37177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3690536" y="312094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4669030" y="470319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4259539" y="447086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3606918" y="29488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3662978" y="28746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4206845" y="423213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3520434" y="28619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3420674" y="27172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4145801" y="388866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3979935" y="380786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4451147" y="39379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2828336" y="364954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5205297" y="32978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5456685" y="37620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4838199" y="34546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3614127" y="45974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4177431" y="29865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4977348" y="36376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4942031" y="36766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4513588" y="33172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4827554" y="34086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4391306" y="34090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4387652" y="33254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4820551" y="43582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4614205" y="42501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5002221" y="45669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5155929" y="31222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5244086" y="31549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5560922" y="32330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5285708" y="32928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4540643" y="31979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4166575" y="32767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5416006" y="36156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5072902" y="35795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5027494" y="35844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5292371" y="37617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6159653" y="41026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4948580" y="35008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4712965" y="33350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4775239" y="34205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4867341" y="34595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4871827" y="34729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4808801" y="33939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4694287" y="34844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4858983" y="35055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4941297" y="36915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4575848" y="348913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5399297" y="38482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5024864" y="38042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4461806" y="36091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5479765" y="38789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4577375" y="27381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3843889" y="36802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3998657" y="38001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4371175" y="36719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5260221" y="42399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5733346" y="37680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4834154" y="33012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5237933" y="34779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4640644" y="45623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5228853" y="32518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4810603" y="31510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5203505" y="32307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5052901" y="31781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3115674" y="30130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3027332" y="31202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4313556" y="31140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4282853" y="38847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4416755" y="35579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3885577" y="35385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3992125" y="32479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4327369" y="410295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3938327" y="397074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4975946" y="44913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5255540" y="36222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5187279" y="36552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4442797" y="32481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3978514" y="35661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4422635" y="35717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3955673" y="36659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3849699" y="34830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5285365" y="40569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4613393" y="380913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4301955" y="35714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5143698" y="32942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4139327" y="34387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3581682" y="30641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4331687" y="33118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4629888" y="39307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3775766" y="473654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4805437" y="38561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5079198" y="39709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4587509" y="37051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4644110" y="36111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3885138" y="33646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4937248" y="36039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3678580" y="29105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3863948" y="27151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3697635" y="26277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3520072" y="26032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4902237" y="32638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4737373" y="40692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3788077" y="33295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2913065" y="32174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3625111" y="337316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4605068" y="39086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3181511" y="332375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4501169" y="379215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2889880" y="284684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3541782" y="33291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3436184" y="31195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3521107" y="31148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3079897" y="32604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3795074" y="34603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3585444" y="32062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5548444" y="33825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3697284" y="45161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5572885" y="40246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4590796" y="34092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3987269" y="364984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4091059" y="426837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4155188" y="44614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3875321" y="41388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3773093" y="431792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5213503" y="29841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2857682" y="396942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3119379" y="414329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3239802" y="40030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5443914" y="35911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4744774" y="30951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4358334" y="31036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4997543" y="34931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4121345" y="39780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3636986" y="420949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4824978" y="36359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4802195" y="34179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4885429" y="35279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3592034" y="444924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2921399" y="43871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2002282" y="401585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3390012" y="48586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4210821" y="35980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3688054" y="32091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4022536" y="33802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4594215" y="32311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5105324" y="40621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4842054" y="40725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4545992" y="31017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4336702" y="29757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5278176" y="35119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5011575" y="32628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4929453" y="33419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4273650" y="32077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4419870" y="31542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4678326" y="33166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4459756" y="31354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4787626" y="32411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5356838" y="36637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4505275" y="48154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3954986" y="47468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3752853" y="28122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4352022" y="38172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3418174" y="30456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3737903" y="31819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3919567" y="367041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4039529" y="33761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4697777" y="34275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3917926" y="31437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4898032" y="34830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4362408" y="33187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4768813" y="35288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4405235" y="33927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4255654" y="31679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5753081" y="42104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4605561" y="34650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3975930" y="310647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4607372" y="34783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3463143" y="28918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5006296" y="35389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2541249" y="23253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4122890" y="33591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3296011" y="28013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3213952" y="27310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2599596" y="23945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4551288" y="35892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4065087" y="32100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4980403" y="41951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4045210" y="39230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4533147" y="28264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3632897" y="24027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4467514" y="29829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3966267" y="270036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4531461" y="28272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3836192" y="26259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3614713" y="25435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4646872" y="37517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5184344" y="38040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5497408" y="41810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4535048" y="36609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4704014" y="36201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4210433" y="34978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3898759" y="33056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4084286" y="35267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3134640" y="44631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3734701" y="49041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4716121" y="33602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4430676" y="32127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4283084" y="31374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4497807" y="31833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5395414" y="38998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4811394" y="36288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3790573" y="30002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3755168" y="30007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4269399" y="33598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4403759" y="33126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4632731" y="35846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3760409" y="30367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3828215" y="30322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3607944" y="32175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4784847" y="30179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4804633" y="31755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178962" y="31662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5176400" y="32782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5485758" y="33982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4524246" y="28732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5823313" y="34823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4896019" y="35427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4799777" y="33862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4139588" y="31791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3952714" y="305632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4688119" y="31066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154684" y="33514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4651015" y="31686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4361422" y="30362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3854780" y="27185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5098666" y="33329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3350257" y="349783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5607678" y="32727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5526903" y="33400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5207315" y="30208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4752259" y="29674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4930546" y="35209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057418" y="32726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4429145" y="311445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4501777" y="31606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3903291" y="283471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5087160" y="34721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4460475" y="32671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4595806" y="33715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4662179" y="34072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5038247" y="35080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218334" y="39421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5162634" y="31499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4562429" y="32177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4765701" y="31613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4795925" y="31486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4749090" y="33873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5038865" y="35038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5232393" y="35465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5356721" y="38567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4650082" y="35752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4320514" y="34108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4583299" y="37376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3202263" y="537821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4804635" y="32924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4899227" y="33693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5063202" y="33998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4593516" y="32445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4430280" y="23887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4627137" y="28207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4628704" y="35759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4741237" y="37972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5142515" y="31807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5187889" y="33070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5313972" y="33983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095102" y="34270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2621250" y="499529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4342128" y="35994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6063633" y="37658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011188" y="33181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2903477" y="357874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5548772" y="31768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5290901" y="30571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4961752" y="35966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4614625" y="32318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4744115" y="29069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4288172" y="34239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4284435" y="29076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4261774" y="28980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4361754" y="26845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4232541" y="27767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3447792" y="37791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3850219" y="385200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4252905" y="37809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4870727" y="39355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3642195" y="34014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3528275" y="535611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4278029" y="54840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3550823" y="546742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3303189" y="388674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4574519" y="31286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4629568" y="35435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4743758" y="36524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4403882" y="32851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4379739" y="42306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3549777" y="377943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3569092" y="371483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3249565" y="36597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3238481" y="437656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2506456" y="413447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3234460" y="41392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2555928" y="386022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3457810" y="32004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3525340" y="38497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3815118" y="441924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3003786" y="41685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2887538" y="402515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3908997" y="371759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4386698" y="37907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3791920" y="34907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3343875" y="40669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4659969" y="34040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4262015" y="32356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4939921" y="31838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4588230" y="34529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4010705" y="452482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4729477" y="46050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4337325" y="446125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3777579" y="397386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4516523" y="35230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4165608" y="34139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4473416" y="37378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5595120" y="41372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4546759" y="36893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3754104" y="35929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3880326" y="284657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2535286" y="23045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4120994" y="31600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5260227" y="31948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4393514" y="36460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3921840" y="34151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4584799" y="32376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4108444" y="400945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4202506" y="29229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4094173" y="395958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600683" y="390668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4187121" y="34797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3587969" y="31056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5907174" y="41148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5415467" y="39177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3752232" y="34333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4099821" y="34033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4585987" y="34907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4494779" y="34765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3274751" y="29830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4003343" y="33508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4818472" y="38201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4155516" y="33659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4909548" y="36831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4143465" y="32948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5295824" y="31850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4556127" y="29473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5173120" y="32694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4045295" y="39616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4612857" y="41369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3577700" y="36825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4473469" y="41462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4590835" y="40733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4435702" y="40198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4942236" y="27874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5185203" y="30051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5465496" y="30690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4305815" y="24436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2928290" y="50225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3781980" y="321002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5485726" y="39757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5897476" y="42819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4884324" y="38342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4952142" y="38325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2926149" y="28003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5590301" y="34095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4703169" y="34816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2418292" y="33193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5127351" y="41288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5171524" y="40027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3794960" y="34667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5117143" y="39763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5297106" y="40614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4526253" y="40618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4293587" y="29784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4872377" y="33017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4455280" y="30063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4620502" y="30731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4738452" y="32877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4546565" y="30897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4268661" y="29708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4065206" y="28879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4151932" y="30042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4965777" y="32796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4588274" y="31184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1912855" y="40619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5267080" y="37956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4243810" y="431231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4872822" y="46995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4376081" y="31005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3584710" y="26531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3854344" y="32679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4459362" y="32012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4566731" y="31452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2781837" y="21382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4161390" y="27924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2520243" y="26680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3753044" y="32490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484103" y="30866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4200844" y="35156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3305250" y="29309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4316572" y="35128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2963214" y="22633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3507921" y="29400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974557" y="30587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4405571" y="31871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4022549" y="293799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4376456" y="43940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3881985" y="431841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3533644" y="42353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4402496" y="460051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4642980" y="472103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4683915" y="45279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3422236" y="411134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4798228" y="46812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3958187" y="44238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4167667" y="44048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4164225" y="450066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4637493" y="472204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4131304" y="436088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3295111" y="40729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3762358" y="36032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5289597" y="33722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4608979" y="30710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4565748" y="41229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5126191" y="40373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4385341" y="37254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4980114" y="38937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4625960" y="36822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4468498" y="38718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4352147" y="36586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5141884" y="37904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4005258" y="30040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3253104" y="31473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4247109" y="28019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4223925" y="28412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4342237" y="26974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707040" y="26218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3962107" y="26740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4170675" y="28924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5048483" y="31333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4096698" y="26870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3430332" y="24568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4196357" y="26962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4405021" y="29574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3784611" y="35856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3039077" y="457046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3209964" y="28752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3712626" y="26371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5954842" y="40201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4439659" y="30449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4858902" y="31729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5436390" y="39340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4003662" y="27294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3886173" y="504577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4671848" y="34965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4571154" y="34776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4736326" y="35419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4514708" y="34711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4389036" y="336481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4520986" y="34688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4780560" y="35470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4451423" y="34910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4415025" y="33943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4342530" y="33692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4517464" y="34167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4636906" y="35421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4880601" y="36128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4994248" y="36845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5514949" y="421255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2227361" y="41891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4609852" y="43565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4684563" y="43466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3705653" y="40369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4108362" y="42180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4217176" y="434576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4407676" y="449072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3960271" y="419193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3019497" y="33548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3948004" y="32401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4304485" y="35483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4536979" y="37125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3738875" y="31794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3881080" y="33254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4558690" y="39690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4200200" y="36568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3776735" y="34435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3765335" y="360332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4839467" y="39281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5310905" y="38063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4861188" y="35886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4413824" y="34456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4775489" y="36481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3617114" y="442858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5078284" y="36874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4823518" y="35671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5412312" y="36449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4451474" y="40313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3810787" y="368510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3732224" y="27177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3987865" y="29347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3515569" y="264137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3117842" y="24001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4910248" y="31012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4369147" y="31333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4375929" y="30840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4856502" y="33905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4785872" y="34556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5261375" y="35072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5197383" y="36800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4899067" y="35124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5337212" y="35389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4868625" y="33789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5301743" y="36544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4726602" y="31828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5092763" y="33322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4887568" y="31104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5266358" y="33564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5078736" y="32552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5022591" y="322805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5032995" y="32859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5353182" y="32735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5312101" y="32709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4853779" y="30764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5551190" y="35089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4252617" y="258585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4219502" y="26965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4066880" y="26754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3258524" y="22887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4376115" y="28492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5329121" y="31415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4667604" y="275227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3183510" y="20915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996899" y="26198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3653738" y="23821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4119563" y="25478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3946911" y="25584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4543029" y="27909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3660175" y="23143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4713024" y="28970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4389405" y="28655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4545233" y="28870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3921192" y="243866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4542415" y="273650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4166480" y="25583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4398653" y="290241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5817222" y="34274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3819184" y="26324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4409584" y="26190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4107016" y="27056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5244448" y="33158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3481482" y="22941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3415035" y="23065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4961502" y="30104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4177773" y="29733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4087292" y="329527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4631356" y="34469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2969223" y="303970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2248055" y="29965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3812389" y="333171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3218312" y="30617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4727214" y="36836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4229587" y="34471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4340116" y="34240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5160759" y="38909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4716407" y="30943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4892862" y="32005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4385187" y="283052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4791571" y="32333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4849507" y="32425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5175036" y="33693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3984861" y="35722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3209996" y="31935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3823481" y="34929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4534714" y="39313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3121828" y="322029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4078200" y="36430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3694335" y="40632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4033098" y="425926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4509493" y="42162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4116466" y="40994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3682654" y="398131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3534093" y="389576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4014720" y="409340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4337033" y="435793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3733169" y="281713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5094908" y="37727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4564865" y="35926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4277184" y="311977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4372411" y="32840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3816255" y="30451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3971085" y="30434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4734633" y="41358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4733374" y="40366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3866677" y="30545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4848823" y="34956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5176160" y="38317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4286975" y="33520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3311551" y="27873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5173053" y="38024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3536450" y="43778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3751502" y="365267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4279340" y="398585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4825073" y="31042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5177243" y="33788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4723041" y="29357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4528203" y="30044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4548629" y="33898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3985911" y="31749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4139927" y="354005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2655571" y="39866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3096209" y="391160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4451003" y="37455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4793091" y="34638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5087968" y="36227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4675247" y="33589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4580861" y="33851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4114073" y="32307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6044268" y="40998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5975743" y="43120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5004994" y="36043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4281703" y="31647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4667279" y="33506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4659885" y="34908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4656318" y="32470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4517358" y="32061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4110895" y="30719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5981186" y="41695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4991718" y="34246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6360400" y="43174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4726139" y="34185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4094640" y="30714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3278792" y="363012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3331926" y="36612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4474657" y="29221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4510687" y="29996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3686257" y="418788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3026528" y="38342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2808406" y="38680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2779509" y="385013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3164958" y="34959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3823237" y="258326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4226110" y="28373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3674626" y="248326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5087674" y="37400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4882198" y="37430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5037366" y="29213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5303075" y="31506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4962464" y="30400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4877241" y="36962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4782755" y="29490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4762143" y="29834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4674143" y="29105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4266709" y="38105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3869768" y="34931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4091823" y="35951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4609266" y="38218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4280150" y="34928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4408185" y="36995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4829581" y="38713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4456109" y="36662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4444106" y="34747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4102669" y="451362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3826263" y="451493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3782491" y="431731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3390596" y="553337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5206012" y="31296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3935821" y="24276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4452163" y="27061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5359875" y="31216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4317364" y="26009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4280368" y="47253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3213547" y="430481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4444262" y="41310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5598699" y="46329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4702995" y="28664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4451828" y="34204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4755381" y="35436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5169549" y="38023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4316098" y="32985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4535925" y="34935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4344521" y="37062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3816713" y="280105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4258118" y="285067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4449071" y="29654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3174504" y="37878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4576201" y="30867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3493374" y="25521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2860505" y="225351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5021802" y="33332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3941398" y="45666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5001450" y="30537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4602574" y="27276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4605868" y="29187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4010148" y="24892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4405666" y="26377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4186116" y="26237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4687205" y="28549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6272240" y="38197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4636034" y="27490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4362086" y="26154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4243900" y="26837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4578254" y="41798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5116131" y="44635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4606687" y="39938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5261758" y="30302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5455263" y="32790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6063926" y="33781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5196069" y="30022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5483011" y="30753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4512093" y="39457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3922686" y="34826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4023358" y="37534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4498094" y="37991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4274067" y="56210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4962654" y="40348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4615392" y="35868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3288228" y="33829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3113545" y="32264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3541765" y="33706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4709511" y="40130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4112085" y="29827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3830915" y="29859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3476536" y="273446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4215557" y="30364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3935254" y="30186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3113481" y="263347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4096058" y="31267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4248319" y="38739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4696742" y="39344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4291279" y="398970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4579514" y="41085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4329909" y="39484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4757546" y="41190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5778485" y="37587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3998821" y="396954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5656123" y="42463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4566284" y="28385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4356434" y="35940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4530697" y="34914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5272656" y="33766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4794558" y="44561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5399862" y="31546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3511647" y="401675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4788784" y="41417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3285711" y="47236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4271321" y="38756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4386433" y="32990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4120635" y="440464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4337239" y="463999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4700959" y="463950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4452639" y="426908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4092955" y="409526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4363995" y="40106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4002583" y="38846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5373713" y="36342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5004504" y="34159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5107547" y="38866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4556192" y="33640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5156491" y="39774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4994106" y="40296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5008486" y="40052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5253157" y="399000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5376901" y="36074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3617908" y="377188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4435081" y="430767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3792222" y="42124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4363269" y="28372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3795194" y="25665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4924505" y="31102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4351746" y="28965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5046182" y="31618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4736165" y="29707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4374062" y="27985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5001462" y="31200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4591592" y="29135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5942676" y="35665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4905914" y="30740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5206065" y="32250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4114424" y="27195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4417876" y="27504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4972940" y="38341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4783229" y="34074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4820919" y="35198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3745139" y="296841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5026101" y="36022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3569535" y="25173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4836511" y="32647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3018061" y="26661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3999886" y="37436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4735922" y="40577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4025824" y="38067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4170407" y="387834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4288623" y="299527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4760144" y="37254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4374845" y="37231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4570687" y="38213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3288967" y="32386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2497180" y="26006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4957690" y="37204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4665345" y="48353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4207975" y="45262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4044141" y="446805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3753287" y="459646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4094710" y="446153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4955572" y="28904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4547954" y="32416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5244117" y="35617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5080807" y="34323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4875550" y="32269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4612126" y="30888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4784380" y="37147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3413512" y="41862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2742935" y="38849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3605179" y="19488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3898986" y="21412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4476972" y="41593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3515854" y="407145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5531209" y="38379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4106643" y="36391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4224816" y="427655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5046580" y="35750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3984997" y="298900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4267115" y="31799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4163629" y="305821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4358882" y="32050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4099633" y="32748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4989540" y="35524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5087803" y="35879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5332161" y="364102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5084692" y="36298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5408540" y="37111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5138228" y="36301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4466355" y="29593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4937031" y="34079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4816091" y="32773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3456826" y="37699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4294187" y="55125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4190552" y="556009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3824202" y="52520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5082231" y="35557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4672409" y="33193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3241276" y="25496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2684028" y="222577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4322763" y="37369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3482119" y="44142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4971561" y="369446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3642013" y="436144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3228702" y="50399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4619014" y="32996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4820852" y="36853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5105548" y="36484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4382644" y="32797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5073368" y="36750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4175240" y="32650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4992453" y="36188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4493497" y="34052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4474666" y="34587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4723482" y="34837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4719154" y="34791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3577088" y="545688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4040153" y="30034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4939143" y="32819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4681373" y="32739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5228756" y="31838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4704326" y="28907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3701962" y="24287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3530792" y="24888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2882511" y="203608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3928884" y="28300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3948498" y="268137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5178606" y="32542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4548641" y="34830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4915970" y="36122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4569645" y="34242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4479378" y="322653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4306192" y="38615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4906703" y="38311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4862612" y="35730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5047096" y="35075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4895448" y="34697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4795636" y="32331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4880805" y="326823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4818424" y="33493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3054992" y="364946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3215858" y="407011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5342917" y="33654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4787491" y="28578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6088788" y="35273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5435097" y="32950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5646269" y="35570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4065897" y="41481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3852059" y="30413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5356862" y="39121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4572730" y="41378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4745344" y="42780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4942963" y="410566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5021064" y="44008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4378296" y="32652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4371274" y="314253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3856738" y="281989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4942797" y="31358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4434413" y="27937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3812506" y="246703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3762910" y="27473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5260862" y="34408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5364521" y="35312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3555146" y="285728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3671286" y="29189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4263294" y="30296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4601052" y="33818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4517588" y="32846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4927196" y="34196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3739304" y="262417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3548860" y="26239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4128574" y="294658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3417071" y="25478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4325816" y="30348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3986324" y="28658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4059585" y="27962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4226366" y="28066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4749751" y="31948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4045893" y="29899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4379652" y="28751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4403979" y="32283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4925054" y="34122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5117771" y="36961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5079687" y="30280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5084096" y="38978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3589187" y="29814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3345315" y="47969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4661912" y="55593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5607564" y="38322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4135647" y="275517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3684470" y="507156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3983767" y="26955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3526357" y="259356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4154550" y="275861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4441253" y="29515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4735250" y="34802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4121919" y="29452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4789237" y="34165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5054365" y="35320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4849954" y="34272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4542706" y="32440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4641547" y="32597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4394355" y="31371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4658011" y="32657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4529057" y="31097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4821636" y="269004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5237294" y="34519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4581848" y="281516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5370500" y="35443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5223892" y="33980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4046134" y="382440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3693084" y="280041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3186165" y="24829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3440649" y="52660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4742353" y="34952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4744424" y="35357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3092994" y="457145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3190306" y="423567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2399978" y="395491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4662246" y="30828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3834354" y="414043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4887268" y="31866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3689599" y="435625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5021980" y="41048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3687706" y="37433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2719703" y="326405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4036036" y="39041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4123491" y="400423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3037230" y="34977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3484347" y="375124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3240857" y="35812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3911924" y="395132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3592351" y="41035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3553730" y="460280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4052692" y="483312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4435589" y="32783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3188502" y="29177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3516356" y="31219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4111117" y="35149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2953486" y="29516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4890566" y="32874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4650933" y="31891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4401095" y="30291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4023625" y="333240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3493376" y="269019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3651685" y="28422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5311681" y="34778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4845756" y="33311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4990695" y="325485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4300356" y="31630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4727850" y="35573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4333786" y="28882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4735625" y="31250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4969627" y="32522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4978564" y="319501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4288923" y="28051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4718026" y="30390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5436760" y="34386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5074439" y="32418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4569695" y="29733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4840847" y="313153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4907475" y="30493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5967528" y="39240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4623480" y="31979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5132977" y="36225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4960963" y="34802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3600806" y="39838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3985791" y="392908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3732341" y="364423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3370828" y="28829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3567300" y="29135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3577083" y="29488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3456923" y="291776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4770424" y="33000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5157200" y="34703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4448193" y="31734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2505780" y="40766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4406790" y="26238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4752732" y="289185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3856216" y="47578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5224166" y="39577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4490207" y="35171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4931306" y="36502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5489069" y="396277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5327845" y="39319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4436178" y="34863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5180229" y="38468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5080662" y="38059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5008306" y="36455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4912536" y="37106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4753336" y="358747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4865088" y="37731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4888075" y="37064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5405931" y="39260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4765189" y="35551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4883962" y="36648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4932321" y="37120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4747918" y="36415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4543802" y="42219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4568059" y="42813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5300070" y="41217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4365398" y="36712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4944077" y="40134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4057012" y="323914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4425627" y="335646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4335671" y="28799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3502021" y="249614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4569191" y="30507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5192042" y="370358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5814394" y="41822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5066301" y="35880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4918476" y="35525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5146743" y="37763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4843084" y="37365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4604237" y="30537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4393657" y="345412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3948740" y="285361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3352610" y="52974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4759626" y="30507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5275340" y="32796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5866816" y="42470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5032750" y="37786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5776403" y="421665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4700931" y="35421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3202621" y="28209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4204633" y="334007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3897997" y="320975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4244864" y="32654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4387983" y="268678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3085276" y="436212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4625746" y="348692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4103961" y="322037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4625951" y="349184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5002102" y="365539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4504876" y="32423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4709293" y="36225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4819162" y="34822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4727234" y="35171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4821633" y="34405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5187575" y="36009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5660978" y="38595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4585854" y="32630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4400605" y="32521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4862467" y="35617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4985398" y="34910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4450099" y="331585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5055242" y="35419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4690949" y="33086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4754003" y="34955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5319888" y="35880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5552941" y="33178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3654137" y="471581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4695471" y="34045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5090421" y="32511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4914272" y="31572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4683482" y="320697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4250193" y="335701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5238537" y="38503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4578792" y="34669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2437808" y="419823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3292637" y="459719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5336734" y="36057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5070405" y="352491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5344297" y="370221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5555002" y="38095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5291721" y="37344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4250985" y="27733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4774119" y="301747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4004217" y="284111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3979140" y="435960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4113887" y="458668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3933728" y="414677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3677050" y="40836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4157570" y="415500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3524916" y="38553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3950744" y="31198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4228955" y="318030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4218259" y="333672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3636480" y="396374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4078274" y="42849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3984549" y="33823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3870267" y="324848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3766088" y="336799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3081197" y="290420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4744749" y="30857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4384457" y="27840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5285952" y="34319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5144481" y="32003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5266797" y="31775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5890648" y="353800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4600137" y="30926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4302620" y="29028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4650946" y="30545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4423416" y="29924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4813818" y="37952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3949749" y="35889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5196494" y="32835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4206892" y="331873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4131305" y="316025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4257241" y="387641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4161018" y="366771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4225043" y="389898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4298300" y="419607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3910919" y="393891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4284376" y="397089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4088467" y="381946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3446562" y="35418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4673884" y="42665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3978893" y="36512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4851300" y="41699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4550249" y="381500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3805254" y="375210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4945987" y="42787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5645696" y="45773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4072831" y="386564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4474546" y="389773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4104991" y="397832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4150705" y="404015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3795601" y="394068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4569164" y="390992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4285684" y="399262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4388161" y="378293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4147293" y="378643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5283583" y="332130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4558373" y="31822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4918634" y="39845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2900020" y="338077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3272018" y="34723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3021481" y="32031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3205627" y="35766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2595377" y="339573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2859334" y="31922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3072142" y="440354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3430269" y="342642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3210817" y="340616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2877543" y="341997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5080894" y="33358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4917979" y="32392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3089437" y="19712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5702905" y="350083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5069249" y="321378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3264576" y="20776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4984382" y="454006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3942938" y="404334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3818115" y="386524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4208173" y="40438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4305667" y="427386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4113644" y="405487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3866759" y="404287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4124865" y="40418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4138495" y="410906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4161459" y="40741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3540131" y="372748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3613282" y="38576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4175900" y="383097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4284112" y="375899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4042463" y="353222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3666597" y="33854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4356256" y="396420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5578017" y="437299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3995593" y="371962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3981855" y="361553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4002289" y="370493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4104320" y="370848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3875222" y="38808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4156419" y="366528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4264884" y="43453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4221367" y="38252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3698925" y="347713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4220046" y="394643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3089123" y="302772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3617438" y="34021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4871814" y="40003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2709294" y="28970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2687896" y="29403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3426268" y="34168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5443916" y="451934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4315663" y="376964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4188304" y="36393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3316427" y="331148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4626532" y="39775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5624339" y="452595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4059437" y="35908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3638420" y="349059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4011616" y="369412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3094904" y="309831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3087623" y="314115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4595142" y="413597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5010230" y="420558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3995099" y="377505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3423028" y="339928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3859750" y="346039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4007616" y="375643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4533650" y="36878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3928101" y="3600496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2920029" y="330304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4573691" y="339472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4117417" y="32244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4041438" y="30004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3787929" y="298680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3945896" y="329651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4053337" y="31947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3639208" y="393059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4464453" y="451429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3912933" y="405647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3800025" y="398963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5124270" y="35570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4542529" y="32969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5037758" y="35544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4645140" y="344629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4626568" y="30825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4863783" y="36437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4058877" y="329468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4134544" y="336454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3681480" y="303765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3694486" y="3138457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3365370" y="29574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3600201" y="30492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3703655" y="31232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2264573" y="324002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4430291" y="4457458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2697719" y="28174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4623645" y="26669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4355133" y="259824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4856397" y="374265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5244030" y="437442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4331508" y="31101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4227543" y="300157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4011819" y="253688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5255803" y="374340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4260043" y="449310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3402367" y="406795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3401386" y="409031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3359235" y="4100856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3509969" y="416714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3228557" y="397217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3509108" y="407225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3716699" y="432667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3317449" y="412855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2951163" y="3837707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2978684" y="3871535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4971717" y="348272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4474534" y="342358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4836140" y="365511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4994885" y="372246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4980686" y="362205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4298704" y="32362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4698052" y="351927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4209365" y="282720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4383395" y="287488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4225033" y="280284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4290054" y="290220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4559100" y="33646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5832384" y="387063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4134588" y="306609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3938441" y="305956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4270288" y="316333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3755310" y="27739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4169571" y="285486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5713774" y="368290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4564594" y="311632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3773859" y="293912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3989738" y="290100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3881392" y="295267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4417821" y="345661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4929122" y="367910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4222447" y="282833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3786575" y="327239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5002822" y="361937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5781898" y="37800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5564259" y="35585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4997074" y="3116648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4759010" y="382358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4298770" y="35624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5255788" y="380131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4448759" y="355456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4727772" y="377062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4466412" y="354554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4548949" y="348806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4024919" y="3301898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4841212" y="390549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4332320" y="34703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4945034" y="382722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4928033" y="402489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5070644" y="391499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4663576" y="362853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4699936" y="373236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4272707" y="345393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4424456" y="347389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4073714" y="311502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4539156" y="332538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4448712" y="35082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4683543" y="348359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4907402" y="3703879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3309590" y="3829951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3390721" y="3765592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4484215" y="4383934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3450858" y="3821369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4943271" y="311394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4753579" y="296470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5203005" y="32743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4405435" y="4416483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3887854" y="2924541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4449451" y="407966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5414966" y="441041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3339910" y="2828415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4192305" y="324700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4834310" y="301364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5515496" y="3419145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5817727" y="3597104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5366447" y="3298240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5401543" y="341283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5911978" y="3543681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4409715" y="2878453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5788417" y="3550773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3581298" y="2568339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4638888" y="307048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6042184" y="3703357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4528375" y="3007782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4169836" y="2753812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4088303" y="2781210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3739541" y="2978035"/>
              <a:ext cx="151706" cy="151706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16200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3588672" y="4222999"/>
              <a:ext cx="151706" cy="151706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16200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4810608" y="3481932"/>
              <a:ext cx="151706" cy="151706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16200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tx2859"/>
            <p:cNvSpPr/>
            <p:nvPr/>
          </p:nvSpPr>
          <p:spPr>
            <a:xfrm>
              <a:off x="3674842" y="2928060"/>
              <a:ext cx="281104" cy="109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19B51E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2860" name="tx2860"/>
            <p:cNvSpPr/>
            <p:nvPr/>
          </p:nvSpPr>
          <p:spPr>
            <a:xfrm>
              <a:off x="3523973" y="4173024"/>
              <a:ext cx="281104" cy="109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F05A5A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2861" name="tx2861"/>
            <p:cNvSpPr/>
            <p:nvPr/>
          </p:nvSpPr>
          <p:spPr>
            <a:xfrm>
              <a:off x="4745909" y="3431957"/>
              <a:ext cx="281104" cy="1094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4E79FF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2862" name="pl2862"/>
            <p:cNvSpPr/>
            <p:nvPr/>
          </p:nvSpPr>
          <p:spPr>
            <a:xfrm>
              <a:off x="3706104" y="3309942"/>
              <a:ext cx="616089" cy="254353"/>
            </a:xfrm>
            <a:custGeom>
              <a:avLst/>
              <a:pathLst>
                <a:path w="616089" h="254353">
                  <a:moveTo>
                    <a:pt x="616089" y="254353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3706104" y="3299513"/>
              <a:ext cx="78510" cy="73206"/>
            </a:xfrm>
            <a:custGeom>
              <a:avLst/>
              <a:pathLst>
                <a:path w="78510" h="73206">
                  <a:moveTo>
                    <a:pt x="78510" y="0"/>
                  </a:moveTo>
                  <a:lnTo>
                    <a:pt x="0" y="10429"/>
                  </a:lnTo>
                  <a:lnTo>
                    <a:pt x="48286" y="73206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3828305" y="3304765"/>
              <a:ext cx="493888" cy="259529"/>
            </a:xfrm>
            <a:custGeom>
              <a:avLst/>
              <a:pathLst>
                <a:path w="493888" h="259529">
                  <a:moveTo>
                    <a:pt x="493888" y="259529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3828305" y="3301616"/>
              <a:ext cx="79137" cy="70109"/>
            </a:xfrm>
            <a:custGeom>
              <a:avLst/>
              <a:pathLst>
                <a:path w="79137" h="70109">
                  <a:moveTo>
                    <a:pt x="79137" y="0"/>
                  </a:moveTo>
                  <a:lnTo>
                    <a:pt x="0" y="3149"/>
                  </a:lnTo>
                  <a:lnTo>
                    <a:pt x="42295" y="70109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3663288" y="3198715"/>
              <a:ext cx="658904" cy="365580"/>
            </a:xfrm>
            <a:custGeom>
              <a:avLst/>
              <a:pathLst>
                <a:path w="658904" h="365580">
                  <a:moveTo>
                    <a:pt x="658904" y="365580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3663288" y="3197364"/>
              <a:ext cx="79188" cy="69254"/>
            </a:xfrm>
            <a:custGeom>
              <a:avLst/>
              <a:pathLst>
                <a:path w="79188" h="69254">
                  <a:moveTo>
                    <a:pt x="79188" y="0"/>
                  </a:moveTo>
                  <a:lnTo>
                    <a:pt x="0" y="1350"/>
                  </a:lnTo>
                  <a:lnTo>
                    <a:pt x="40763" y="69254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3866114" y="3564295"/>
              <a:ext cx="456079" cy="259335"/>
            </a:xfrm>
            <a:custGeom>
              <a:avLst/>
              <a:pathLst>
                <a:path w="456079" h="259335">
                  <a:moveTo>
                    <a:pt x="456079" y="0"/>
                  </a:moveTo>
                  <a:lnTo>
                    <a:pt x="0" y="259335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3866114" y="3755303"/>
              <a:ext cx="79198" cy="68848"/>
            </a:xfrm>
            <a:custGeom>
              <a:avLst/>
              <a:pathLst>
                <a:path w="79198" h="68848">
                  <a:moveTo>
                    <a:pt x="40050" y="0"/>
                  </a:moveTo>
                  <a:lnTo>
                    <a:pt x="0" y="68327"/>
                  </a:lnTo>
                  <a:lnTo>
                    <a:pt x="79198" y="68848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3946153" y="3564295"/>
              <a:ext cx="376039" cy="803708"/>
            </a:xfrm>
            <a:custGeom>
              <a:avLst/>
              <a:pathLst>
                <a:path w="376039" h="803708">
                  <a:moveTo>
                    <a:pt x="376039" y="0"/>
                  </a:moveTo>
                  <a:lnTo>
                    <a:pt x="0" y="803708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3939353" y="4289096"/>
              <a:ext cx="71736" cy="78907"/>
            </a:xfrm>
            <a:custGeom>
              <a:avLst/>
              <a:pathLst>
                <a:path w="71736" h="78907">
                  <a:moveTo>
                    <a:pt x="0" y="0"/>
                  </a:moveTo>
                  <a:lnTo>
                    <a:pt x="6800" y="78907"/>
                  </a:lnTo>
                  <a:lnTo>
                    <a:pt x="71736" y="33564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3921541" y="3112853"/>
              <a:ext cx="400652" cy="451441"/>
            </a:xfrm>
            <a:custGeom>
              <a:avLst/>
              <a:pathLst>
                <a:path w="400652" h="451441">
                  <a:moveTo>
                    <a:pt x="400652" y="451441"/>
                  </a:moveTo>
                  <a:lnTo>
                    <a:pt x="0" y="0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3921541" y="3112853"/>
              <a:ext cx="75146" cy="77585"/>
            </a:xfrm>
            <a:custGeom>
              <a:avLst/>
              <a:pathLst>
                <a:path w="75146" h="77585">
                  <a:moveTo>
                    <a:pt x="75146" y="25013"/>
                  </a:moveTo>
                  <a:lnTo>
                    <a:pt x="0" y="0"/>
                  </a:lnTo>
                  <a:lnTo>
                    <a:pt x="15910" y="77585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3931827" y="3564295"/>
              <a:ext cx="390366" cy="732986"/>
            </a:xfrm>
            <a:custGeom>
              <a:avLst/>
              <a:pathLst>
                <a:path w="390366" h="732986">
                  <a:moveTo>
                    <a:pt x="390366" y="0"/>
                  </a:moveTo>
                  <a:lnTo>
                    <a:pt x="0" y="732986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3929116" y="4218128"/>
              <a:ext cx="69904" cy="79153"/>
            </a:xfrm>
            <a:custGeom>
              <a:avLst/>
              <a:pathLst>
                <a:path w="69904" h="79153">
                  <a:moveTo>
                    <a:pt x="0" y="0"/>
                  </a:moveTo>
                  <a:lnTo>
                    <a:pt x="2710" y="79153"/>
                  </a:lnTo>
                  <a:lnTo>
                    <a:pt x="69904" y="37229"/>
                  </a:lnTo>
                </a:path>
              </a:pathLst>
            </a:custGeom>
            <a:ln w="23036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3652390" y="3336947"/>
              <a:ext cx="28526" cy="30586"/>
            </a:xfrm>
            <a:custGeom>
              <a:avLst/>
              <a:pathLst>
                <a:path w="28526" h="30586">
                  <a:moveTo>
                    <a:pt x="0" y="30586"/>
                  </a:moveTo>
                  <a:lnTo>
                    <a:pt x="28526" y="0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3861722" y="3241867"/>
              <a:ext cx="100325" cy="47182"/>
            </a:xfrm>
            <a:custGeom>
              <a:avLst/>
              <a:pathLst>
                <a:path w="100325" h="47182">
                  <a:moveTo>
                    <a:pt x="100325" y="0"/>
                  </a:moveTo>
                  <a:lnTo>
                    <a:pt x="0" y="47182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3633301" y="3109204"/>
              <a:ext cx="18256" cy="54495"/>
            </a:xfrm>
            <a:custGeom>
              <a:avLst/>
              <a:pathLst>
                <a:path w="18256" h="54495">
                  <a:moveTo>
                    <a:pt x="0" y="0"/>
                  </a:moveTo>
                  <a:lnTo>
                    <a:pt x="18256" y="54495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3890912" y="3767061"/>
              <a:ext cx="26468" cy="29206"/>
            </a:xfrm>
            <a:custGeom>
              <a:avLst/>
              <a:pathLst>
                <a:path w="26468" h="29206">
                  <a:moveTo>
                    <a:pt x="26468" y="0"/>
                  </a:moveTo>
                  <a:lnTo>
                    <a:pt x="0" y="29206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3970943" y="4395373"/>
              <a:ext cx="26708" cy="29489"/>
            </a:xfrm>
            <a:custGeom>
              <a:avLst/>
              <a:pathLst>
                <a:path w="26708" h="29489">
                  <a:moveTo>
                    <a:pt x="26708" y="29489"/>
                  </a:moveTo>
                  <a:lnTo>
                    <a:pt x="0" y="0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3946291" y="3054869"/>
              <a:ext cx="27616" cy="30578"/>
            </a:xfrm>
            <a:custGeom>
              <a:avLst/>
              <a:pathLst>
                <a:path w="27616" h="30578">
                  <a:moveTo>
                    <a:pt x="27616" y="0"/>
                  </a:moveTo>
                  <a:lnTo>
                    <a:pt x="0" y="30578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3880633" y="4240733"/>
              <a:ext cx="26410" cy="29173"/>
            </a:xfrm>
            <a:custGeom>
              <a:avLst/>
              <a:pathLst>
                <a:path w="26410" h="29173">
                  <a:moveTo>
                    <a:pt x="0" y="0"/>
                  </a:moveTo>
                  <a:lnTo>
                    <a:pt x="26410" y="29173"/>
                  </a:lnTo>
                </a:path>
              </a:pathLst>
            </a:custGeom>
            <a:ln w="10840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tx2883"/>
            <p:cNvSpPr/>
            <p:nvPr/>
          </p:nvSpPr>
          <p:spPr>
            <a:xfrm>
              <a:off x="3255165" y="3364703"/>
              <a:ext cx="604075" cy="1089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Range size</a:t>
              </a:r>
            </a:p>
          </p:txBody>
        </p:sp>
        <p:sp>
          <p:nvSpPr>
            <p:cNvPr id="2884" name="tx2884"/>
            <p:cNvSpPr/>
            <p:nvPr/>
          </p:nvSpPr>
          <p:spPr>
            <a:xfrm>
              <a:off x="3984907" y="3190374"/>
              <a:ext cx="848043" cy="857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Habitat breadth</a:t>
              </a:r>
            </a:p>
          </p:txBody>
        </p:sp>
        <p:sp>
          <p:nvSpPr>
            <p:cNvPr id="2885" name="tx2885"/>
            <p:cNvSpPr/>
            <p:nvPr/>
          </p:nvSpPr>
          <p:spPr>
            <a:xfrm>
              <a:off x="2813608" y="3011014"/>
              <a:ext cx="796833" cy="1084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Thermal range</a:t>
              </a:r>
            </a:p>
          </p:txBody>
        </p:sp>
        <p:sp>
          <p:nvSpPr>
            <p:cNvPr id="2886" name="tx2886"/>
            <p:cNvSpPr/>
            <p:nvPr/>
          </p:nvSpPr>
          <p:spPr>
            <a:xfrm>
              <a:off x="3376996" y="3634723"/>
              <a:ext cx="1220798" cy="109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Dispersal ability (HWI)</a:t>
              </a:r>
            </a:p>
          </p:txBody>
        </p:sp>
        <p:sp>
          <p:nvSpPr>
            <p:cNvPr id="2887" name="tx2887"/>
            <p:cNvSpPr/>
            <p:nvPr/>
          </p:nvSpPr>
          <p:spPr>
            <a:xfrm>
              <a:off x="3572957" y="4420396"/>
              <a:ext cx="989365" cy="1105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Generation length</a:t>
              </a:r>
            </a:p>
          </p:txBody>
        </p:sp>
        <p:sp>
          <p:nvSpPr>
            <p:cNvPr id="2888" name="tx2888"/>
            <p:cNvSpPr/>
            <p:nvPr/>
          </p:nvSpPr>
          <p:spPr>
            <a:xfrm>
              <a:off x="3738297" y="2944890"/>
              <a:ext cx="610399" cy="871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Clutch size</a:t>
              </a:r>
            </a:p>
          </p:txBody>
        </p:sp>
        <p:sp>
          <p:nvSpPr>
            <p:cNvPr id="2889" name="tx2889"/>
            <p:cNvSpPr/>
            <p:nvPr/>
          </p:nvSpPr>
          <p:spPr>
            <a:xfrm>
              <a:off x="3502833" y="4109750"/>
              <a:ext cx="616948" cy="1081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Body mass</a:t>
              </a:r>
            </a:p>
          </p:txBody>
        </p:sp>
        <p:sp>
          <p:nvSpPr>
            <p:cNvPr id="2890" name="pl2890"/>
            <p:cNvSpPr/>
            <p:nvPr/>
          </p:nvSpPr>
          <p:spPr>
            <a:xfrm>
              <a:off x="1505168" y="747270"/>
              <a:ext cx="0" cy="5634050"/>
            </a:xfrm>
            <a:custGeom>
              <a:avLst/>
              <a:pathLst>
                <a:path w="0" h="5634050">
                  <a:moveTo>
                    <a:pt x="0" y="5634050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tx2891"/>
            <p:cNvSpPr/>
            <p:nvPr/>
          </p:nvSpPr>
          <p:spPr>
            <a:xfrm>
              <a:off x="1313711" y="6251716"/>
              <a:ext cx="117440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-6</a:t>
              </a:r>
            </a:p>
          </p:txBody>
        </p:sp>
        <p:sp>
          <p:nvSpPr>
            <p:cNvPr id="2892" name="tx2892"/>
            <p:cNvSpPr/>
            <p:nvPr/>
          </p:nvSpPr>
          <p:spPr>
            <a:xfrm>
              <a:off x="1313711" y="4884256"/>
              <a:ext cx="117440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2893" name="tx2893"/>
            <p:cNvSpPr/>
            <p:nvPr/>
          </p:nvSpPr>
          <p:spPr>
            <a:xfrm>
              <a:off x="1357694" y="3516797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94" name="tx2894"/>
            <p:cNvSpPr/>
            <p:nvPr/>
          </p:nvSpPr>
          <p:spPr>
            <a:xfrm>
              <a:off x="1357694" y="2149079"/>
              <a:ext cx="73456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895" name="tx2895"/>
            <p:cNvSpPr/>
            <p:nvPr/>
          </p:nvSpPr>
          <p:spPr>
            <a:xfrm>
              <a:off x="1357694" y="781361"/>
              <a:ext cx="73456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2896" name="pl2896"/>
            <p:cNvSpPr/>
            <p:nvPr/>
          </p:nvSpPr>
          <p:spPr>
            <a:xfrm>
              <a:off x="1464047" y="629947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1464047" y="493188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1464047" y="356429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1464047" y="219670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1464047" y="82911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1505168" y="6381320"/>
              <a:ext cx="5634050" cy="0"/>
            </a:xfrm>
            <a:custGeom>
              <a:avLst/>
              <a:pathLst>
                <a:path w="5634050" h="0">
                  <a:moveTo>
                    <a:pt x="0" y="0"/>
                  </a:moveTo>
                  <a:lnTo>
                    <a:pt x="563405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1587016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2954605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4322193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5689782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7057371" y="6381320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tx2907"/>
            <p:cNvSpPr/>
            <p:nvPr/>
          </p:nvSpPr>
          <p:spPr>
            <a:xfrm>
              <a:off x="1528296" y="6454951"/>
              <a:ext cx="117440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-6</a:t>
              </a:r>
            </a:p>
          </p:txBody>
        </p:sp>
        <p:sp>
          <p:nvSpPr>
            <p:cNvPr id="2908" name="tx2908"/>
            <p:cNvSpPr/>
            <p:nvPr/>
          </p:nvSpPr>
          <p:spPr>
            <a:xfrm>
              <a:off x="2895885" y="6455080"/>
              <a:ext cx="117440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-3</a:t>
              </a:r>
            </a:p>
          </p:txBody>
        </p:sp>
        <p:sp>
          <p:nvSpPr>
            <p:cNvPr id="2909" name="tx2909"/>
            <p:cNvSpPr/>
            <p:nvPr/>
          </p:nvSpPr>
          <p:spPr>
            <a:xfrm>
              <a:off x="4285465" y="6455209"/>
              <a:ext cx="73456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910" name="tx2910"/>
            <p:cNvSpPr/>
            <p:nvPr/>
          </p:nvSpPr>
          <p:spPr>
            <a:xfrm>
              <a:off x="5653054" y="6455080"/>
              <a:ext cx="73456" cy="949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911" name="tx2911"/>
            <p:cNvSpPr/>
            <p:nvPr/>
          </p:nvSpPr>
          <p:spPr>
            <a:xfrm>
              <a:off x="7020642" y="6454951"/>
              <a:ext cx="73456" cy="951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2912" name="tx2912"/>
            <p:cNvSpPr/>
            <p:nvPr/>
          </p:nvSpPr>
          <p:spPr>
            <a:xfrm>
              <a:off x="3849627" y="6584861"/>
              <a:ext cx="945133" cy="1543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PC1 (36.5%)</a:t>
              </a:r>
            </a:p>
          </p:txBody>
        </p:sp>
        <p:sp>
          <p:nvSpPr>
            <p:cNvPr id="2913" name="tx2913"/>
            <p:cNvSpPr/>
            <p:nvPr/>
          </p:nvSpPr>
          <p:spPr>
            <a:xfrm rot="-5400000">
              <a:off x="686315" y="3487106"/>
              <a:ext cx="945133" cy="1543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PC2 (23.1%)</a:t>
              </a:r>
            </a:p>
          </p:txBody>
        </p:sp>
        <p:sp>
          <p:nvSpPr>
            <p:cNvPr id="2914" name="rc2914"/>
            <p:cNvSpPr/>
            <p:nvPr/>
          </p:nvSpPr>
          <p:spPr>
            <a:xfrm>
              <a:off x="7303702" y="3034076"/>
              <a:ext cx="723053" cy="1060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5" name="tx2915"/>
            <p:cNvSpPr/>
            <p:nvPr/>
          </p:nvSpPr>
          <p:spPr>
            <a:xfrm>
              <a:off x="7385943" y="3128369"/>
              <a:ext cx="229269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916" name="rc2916"/>
            <p:cNvSpPr/>
            <p:nvPr/>
          </p:nvSpPr>
          <p:spPr>
            <a:xfrm>
              <a:off x="7385943" y="335390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7407889" y="346363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7471382" y="3439344"/>
              <a:ext cx="48578" cy="48578"/>
            </a:xfrm>
            <a:prstGeom prst="ellipse">
              <a:avLst/>
            </a:prstGeom>
            <a:solidFill>
              <a:srgbClr val="19B51E">
                <a:alpha val="25098"/>
              </a:srgbClr>
            </a:solidFill>
            <a:ln w="10636" cap="rnd">
              <a:solidFill>
                <a:srgbClr val="19B51E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7419818" y="3387780"/>
              <a:ext cx="151706" cy="151706"/>
            </a:xfrm>
            <a:prstGeom prst="ellipse">
              <a:avLst/>
            </a:prstGeom>
            <a:solidFill>
              <a:srgbClr val="19B51E">
                <a:alpha val="100000"/>
              </a:srgbClr>
            </a:solidFill>
            <a:ln w="16200" cap="rnd">
              <a:solidFill>
                <a:srgbClr val="19B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rc2920"/>
            <p:cNvSpPr/>
            <p:nvPr/>
          </p:nvSpPr>
          <p:spPr>
            <a:xfrm>
              <a:off x="7385943" y="3573361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7407889" y="368308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7471382" y="3658800"/>
              <a:ext cx="48578" cy="48578"/>
            </a:xfrm>
            <a:prstGeom prst="ellipse">
              <a:avLst/>
            </a:prstGeom>
            <a:solidFill>
              <a:srgbClr val="F05A5A">
                <a:alpha val="25098"/>
              </a:srgbClr>
            </a:solidFill>
            <a:ln w="10636" cap="rnd">
              <a:solidFill>
                <a:srgbClr val="F05A5A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7419818" y="3607236"/>
              <a:ext cx="151706" cy="151706"/>
            </a:xfrm>
            <a:prstGeom prst="ellipse">
              <a:avLst/>
            </a:prstGeom>
            <a:solidFill>
              <a:srgbClr val="F05A5A">
                <a:alpha val="100000"/>
              </a:srgbClr>
            </a:solidFill>
            <a:ln w="16200" cap="rnd">
              <a:solidFill>
                <a:srgbClr val="F05A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rc2924"/>
            <p:cNvSpPr/>
            <p:nvPr/>
          </p:nvSpPr>
          <p:spPr>
            <a:xfrm>
              <a:off x="7385943" y="379281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7407889" y="390254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9811" cap="flat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7471382" y="3878256"/>
              <a:ext cx="48578" cy="48578"/>
            </a:xfrm>
            <a:prstGeom prst="ellipse">
              <a:avLst/>
            </a:prstGeom>
            <a:solidFill>
              <a:srgbClr val="4E79FF">
                <a:alpha val="25098"/>
              </a:srgbClr>
            </a:solidFill>
            <a:ln w="10636" cap="rnd">
              <a:solidFill>
                <a:srgbClr val="4E79FF">
                  <a:alpha val="2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7419818" y="3826692"/>
              <a:ext cx="151706" cy="151706"/>
            </a:xfrm>
            <a:prstGeom prst="ellipse">
              <a:avLst/>
            </a:prstGeom>
            <a:solidFill>
              <a:srgbClr val="4E79FF">
                <a:alpha val="100000"/>
              </a:srgbClr>
            </a:solidFill>
            <a:ln w="16200" cap="rnd">
              <a:solidFill>
                <a:srgbClr val="4E79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tx2928"/>
            <p:cNvSpPr/>
            <p:nvPr/>
          </p:nvSpPr>
          <p:spPr>
            <a:xfrm>
              <a:off x="7687641" y="3411168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2929" name="tx2929"/>
            <p:cNvSpPr/>
            <p:nvPr/>
          </p:nvSpPr>
          <p:spPr>
            <a:xfrm>
              <a:off x="7687641" y="3630624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2930" name="tx2930"/>
            <p:cNvSpPr/>
            <p:nvPr/>
          </p:nvSpPr>
          <p:spPr>
            <a:xfrm>
              <a:off x="7687641" y="3850080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2931" name="tx2931"/>
            <p:cNvSpPr/>
            <p:nvPr/>
          </p:nvSpPr>
          <p:spPr>
            <a:xfrm>
              <a:off x="1505168" y="292035"/>
              <a:ext cx="6818597" cy="1581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Clustering: Kmeans, K=3 (avg silhouette=0.245). Robust PCA on transformed and winsorised</a:t>
              </a:r>
            </a:p>
          </p:txBody>
        </p:sp>
        <p:sp>
          <p:nvSpPr>
            <p:cNvPr id="2932" name="tx2932"/>
            <p:cNvSpPr/>
            <p:nvPr/>
          </p:nvSpPr>
          <p:spPr>
            <a:xfrm>
              <a:off x="1505168" y="482354"/>
              <a:ext cx="2358559" cy="146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traits; PC1=36.5%; PC2=23.1%.</a:t>
              </a:r>
            </a:p>
          </p:txBody>
        </p:sp>
        <p:sp>
          <p:nvSpPr>
            <p:cNvPr id="2933" name="tx2933"/>
            <p:cNvSpPr/>
            <p:nvPr/>
          </p:nvSpPr>
          <p:spPr>
            <a:xfrm>
              <a:off x="1505168" y="40222"/>
              <a:ext cx="5808798" cy="169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Functional strategy space (PCA) and functional strategy groups (FG)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2026-03-23T19:38:11Z</dcterms:modified>
  <cp:category/>
</cp:coreProperties>
</file>