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148528" y="2238751"/>
              <a:ext cx="4713473" cy="32051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4711695" y="2387099"/>
              <a:ext cx="156990" cy="156990"/>
            </a:xfrm>
            <a:prstGeom prst="ellipse">
              <a:avLst/>
            </a:prstGeom>
            <a:solidFill>
              <a:srgbClr val="D95F02">
                <a:alpha val="90196"/>
              </a:srgbClr>
            </a:solidFill>
            <a:ln w="10636" cap="rnd">
              <a:solidFill>
                <a:srgbClr val="D95F02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5232120" y="2284266"/>
              <a:ext cx="200345" cy="200345"/>
            </a:xfrm>
            <a:prstGeom prst="ellipse">
              <a:avLst/>
            </a:prstGeom>
            <a:solidFill>
              <a:srgbClr val="D95F02">
                <a:alpha val="90196"/>
              </a:srgbClr>
            </a:solidFill>
            <a:ln w="10636" cap="rnd">
              <a:solidFill>
                <a:srgbClr val="D95F02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3268937" y="2758980"/>
              <a:ext cx="78389" cy="78389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1999712" y="4706831"/>
              <a:ext cx="128883" cy="128883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1310482" y="5245897"/>
              <a:ext cx="104589" cy="104589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120831" y="3017292"/>
              <a:ext cx="139300" cy="139300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2268836" y="3330622"/>
              <a:ext cx="150596" cy="150596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1518396" y="5223756"/>
              <a:ext cx="118817" cy="118817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353704" y="3252684"/>
              <a:ext cx="168789" cy="168789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1625407" y="4849417"/>
              <a:ext cx="147354" cy="147354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5553645" y="3071362"/>
              <a:ext cx="188216" cy="188216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930225" y="4013943"/>
              <a:ext cx="193520" cy="193520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25732" y="2238751"/>
              <a:ext cx="0" cy="3205128"/>
            </a:xfrm>
            <a:custGeom>
              <a:avLst/>
              <a:pathLst>
                <a:path w="0" h="3205128">
                  <a:moveTo>
                    <a:pt x="0" y="320512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48528" y="2912281"/>
              <a:ext cx="4713473" cy="0"/>
            </a:xfrm>
            <a:custGeom>
              <a:avLst/>
              <a:pathLst>
                <a:path w="4713473" h="0">
                  <a:moveTo>
                    <a:pt x="0" y="0"/>
                  </a:moveTo>
                  <a:lnTo>
                    <a:pt x="4713473" y="0"/>
                  </a:lnTo>
                  <a:lnTo>
                    <a:pt x="4713473" y="0"/>
                  </a:lnTo>
                </a:path>
              </a:pathLst>
            </a:custGeom>
            <a:ln w="16014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93924" y="5202951"/>
              <a:ext cx="246436" cy="75289"/>
            </a:xfrm>
            <a:custGeom>
              <a:avLst/>
              <a:pathLst>
                <a:path w="246436" h="75289">
                  <a:moveTo>
                    <a:pt x="246436" y="0"/>
                  </a:moveTo>
                  <a:lnTo>
                    <a:pt x="0" y="75289"/>
                  </a:lnTo>
                </a:path>
              </a:pathLst>
            </a:custGeom>
            <a:ln w="13550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4280958" y="2519813"/>
              <a:ext cx="727442" cy="864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D95F02">
                      <a:alpha val="100000"/>
                    </a:srgbClr>
                  </a:solidFill>
                  <a:latin typeface="Helvetica"/>
                  <a:cs typeface="Helvetica"/>
                </a:rPr>
                <a:t>Kmeans | K=3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088839" y="2280970"/>
              <a:ext cx="727442" cy="864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D95F02">
                      <a:alpha val="100000"/>
                    </a:srgbClr>
                  </a:solidFill>
                  <a:latin typeface="Helvetica"/>
                  <a:cs typeface="Helvetica"/>
                </a:rPr>
                <a:t>Kmeans | K=2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798394" y="2852877"/>
              <a:ext cx="727442" cy="864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Kmeans | K=5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939151" y="4627546"/>
              <a:ext cx="541008" cy="86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Pam | K=5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194248" y="5311887"/>
              <a:ext cx="579515" cy="86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Ward | K=5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680728" y="3141123"/>
              <a:ext cx="727442" cy="864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Kmeans | K=4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220311" y="3261776"/>
              <a:ext cx="541008" cy="86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Pam | K=4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863220" y="5152185"/>
              <a:ext cx="579515" cy="86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Ward | K=4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020943" y="3391671"/>
              <a:ext cx="541008" cy="863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Pam | K=3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194623" y="4977766"/>
              <a:ext cx="579515" cy="863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Ward | K=3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5106418" y="3021807"/>
              <a:ext cx="541008" cy="86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Pam | K=2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882194" y="3967018"/>
              <a:ext cx="579515" cy="86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Ward | K=2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1148528" y="2238751"/>
              <a:ext cx="0" cy="3205128"/>
            </a:xfrm>
            <a:custGeom>
              <a:avLst/>
              <a:pathLst>
                <a:path w="0" h="3205128">
                  <a:moveTo>
                    <a:pt x="0" y="3205128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890901" y="4952765"/>
              <a:ext cx="183609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90901" y="4117391"/>
              <a:ext cx="183609" cy="95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90901" y="3282405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90901" y="2446773"/>
              <a:ext cx="183609" cy="952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1107407" y="500039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107407" y="416514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107407" y="332990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107407" y="249465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148528" y="5443879"/>
              <a:ext cx="4713473" cy="0"/>
            </a:xfrm>
            <a:custGeom>
              <a:avLst/>
              <a:pathLst>
                <a:path w="4713473" h="0">
                  <a:moveTo>
                    <a:pt x="0" y="0"/>
                  </a:moveTo>
                  <a:lnTo>
                    <a:pt x="4713473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474665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342661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210656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078651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946646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814642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1309404" y="5517768"/>
              <a:ext cx="330522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0.150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177399" y="5517768"/>
              <a:ext cx="330522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0.175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045395" y="5517445"/>
              <a:ext cx="330522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913390" y="5517445"/>
              <a:ext cx="330522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0.225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781385" y="5517445"/>
              <a:ext cx="330522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5649380" y="5517445"/>
              <a:ext cx="330522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0.275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2528249" y="5706391"/>
              <a:ext cx="1954032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Average silhouette width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-718428" y="3764247"/>
              <a:ext cx="2789045" cy="1541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Minimum cluster bootstrap Jaccard</a:t>
              </a:r>
            </a:p>
          </p:txBody>
        </p:sp>
        <p:sp>
          <p:nvSpPr>
            <p:cNvPr id="57" name="rc57"/>
            <p:cNvSpPr/>
            <p:nvPr/>
          </p:nvSpPr>
          <p:spPr>
            <a:xfrm>
              <a:off x="6026485" y="2804977"/>
              <a:ext cx="2356653" cy="10672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6108727" y="2870168"/>
              <a:ext cx="2192170" cy="1541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Minimum cluster proportion</a:t>
              </a:r>
            </a:p>
          </p:txBody>
        </p:sp>
        <p:sp>
          <p:nvSpPr>
            <p:cNvPr id="59" name="rc59"/>
            <p:cNvSpPr/>
            <p:nvPr/>
          </p:nvSpPr>
          <p:spPr>
            <a:xfrm>
              <a:off x="6108727" y="3124806"/>
              <a:ext cx="226228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165199" y="3177891"/>
              <a:ext cx="113284" cy="113284"/>
            </a:xfrm>
            <a:prstGeom prst="ellipse">
              <a:avLst/>
            </a:prstGeom>
            <a:solidFill>
              <a:srgbClr val="000000">
                <a:alpha val="90196"/>
              </a:srgbClr>
            </a:solidFill>
            <a:ln w="10636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108727" y="3344262"/>
              <a:ext cx="226228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6144346" y="3376495"/>
              <a:ext cx="154989" cy="154989"/>
            </a:xfrm>
            <a:prstGeom prst="ellipse">
              <a:avLst/>
            </a:prstGeom>
            <a:solidFill>
              <a:srgbClr val="000000">
                <a:alpha val="90196"/>
              </a:srgbClr>
            </a:solidFill>
            <a:ln w="10636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6108727" y="3563718"/>
              <a:ext cx="226228" cy="2262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131369" y="3586360"/>
              <a:ext cx="180944" cy="180944"/>
            </a:xfrm>
            <a:prstGeom prst="ellipse">
              <a:avLst/>
            </a:prstGeom>
            <a:solidFill>
              <a:srgbClr val="000000">
                <a:alpha val="90196"/>
              </a:srgbClr>
            </a:solidFill>
            <a:ln w="10636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6417197" y="3187035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417197" y="3406169"/>
              <a:ext cx="183609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417197" y="3629204"/>
              <a:ext cx="183609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68" name="rc68"/>
            <p:cNvSpPr/>
            <p:nvPr/>
          </p:nvSpPr>
          <p:spPr>
            <a:xfrm>
              <a:off x="6026485" y="4036671"/>
              <a:ext cx="1428017" cy="8409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6108727" y="4130642"/>
              <a:ext cx="504570" cy="125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Status</a:t>
              </a:r>
            </a:p>
          </p:txBody>
        </p:sp>
        <p:sp>
          <p:nvSpPr>
            <p:cNvPr id="70" name="rc70"/>
            <p:cNvSpPr/>
            <p:nvPr/>
          </p:nvSpPr>
          <p:spPr>
            <a:xfrm>
              <a:off x="6108727" y="435650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6189115" y="4436888"/>
              <a:ext cx="58679" cy="58679"/>
            </a:xfrm>
            <a:prstGeom prst="ellipse">
              <a:avLst/>
            </a:prstGeom>
            <a:solidFill>
              <a:srgbClr val="D95F02">
                <a:alpha val="90196"/>
              </a:srgbClr>
            </a:solidFill>
            <a:ln w="10636" cap="rnd">
              <a:solidFill>
                <a:srgbClr val="D95F02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6186300" y="4443728"/>
              <a:ext cx="64309" cy="639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D95F02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3" name="rc73"/>
            <p:cNvSpPr/>
            <p:nvPr/>
          </p:nvSpPr>
          <p:spPr>
            <a:xfrm>
              <a:off x="6108727" y="457595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189115" y="4656344"/>
              <a:ext cx="58679" cy="58679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6186300" y="4663184"/>
              <a:ext cx="64309" cy="639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410424" y="4415892"/>
              <a:ext cx="961836" cy="977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Final candidates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410424" y="4610131"/>
              <a:ext cx="521290" cy="1229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Rejected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1148528" y="1963355"/>
              <a:ext cx="11499521" cy="1566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Eligible if min cluster proportion &gt;= 0.15 and min cluster bootstrap Jaccard &gt;= 0.55. Final candidates also require silhouette &gt;= 90% of best eligible silhouette.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1148528" y="1710445"/>
              <a:ext cx="5177296" cy="1695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 candidate selection: stability, size balance, and silhouette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2026-03-26T19:10:33Z</dcterms:modified>
  <cp:category/>
</cp:coreProperties>
</file>