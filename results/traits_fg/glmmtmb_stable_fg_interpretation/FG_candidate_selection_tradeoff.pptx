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3999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6014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36334" y="568962"/>
              <a:ext cx="6004287" cy="581235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t6"/>
            <p:cNvSpPr/>
            <p:nvPr/>
          </p:nvSpPr>
          <p:spPr>
            <a:xfrm>
              <a:off x="5096793" y="1045129"/>
              <a:ext cx="156990" cy="156990"/>
            </a:xfrm>
            <a:prstGeom prst="ellipse">
              <a:avLst/>
            </a:prstGeom>
            <a:solidFill>
              <a:srgbClr val="D95F02">
                <a:alpha val="90196"/>
              </a:srgbClr>
            </a:solidFill>
            <a:ln w="10636" cap="rnd">
              <a:solidFill>
                <a:srgbClr val="D95F02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t7"/>
            <p:cNvSpPr/>
            <p:nvPr/>
          </p:nvSpPr>
          <p:spPr>
            <a:xfrm>
              <a:off x="5765675" y="732988"/>
              <a:ext cx="200345" cy="200345"/>
            </a:xfrm>
            <a:prstGeom prst="ellipse">
              <a:avLst/>
            </a:prstGeom>
            <a:solidFill>
              <a:srgbClr val="D95F02">
                <a:alpha val="90196"/>
              </a:srgbClr>
            </a:solidFill>
            <a:ln w="10636" cap="rnd">
              <a:solidFill>
                <a:srgbClr val="D95F02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t8"/>
            <p:cNvSpPr/>
            <p:nvPr/>
          </p:nvSpPr>
          <p:spPr>
            <a:xfrm>
              <a:off x="3248164" y="1685669"/>
              <a:ext cx="78389" cy="78389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t9"/>
            <p:cNvSpPr/>
            <p:nvPr/>
          </p:nvSpPr>
          <p:spPr>
            <a:xfrm>
              <a:off x="1638268" y="5080175"/>
              <a:ext cx="128883" cy="128883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10"/>
            <p:cNvSpPr/>
            <p:nvPr/>
          </p:nvSpPr>
          <p:spPr>
            <a:xfrm>
              <a:off x="756961" y="5988845"/>
              <a:ext cx="104589" cy="104589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1"/>
            <p:cNvSpPr/>
            <p:nvPr/>
          </p:nvSpPr>
          <p:spPr>
            <a:xfrm>
              <a:off x="3067838" y="1826952"/>
              <a:ext cx="139300" cy="139300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2"/>
            <p:cNvSpPr/>
            <p:nvPr/>
          </p:nvSpPr>
          <p:spPr>
            <a:xfrm>
              <a:off x="1984066" y="2579839"/>
              <a:ext cx="150596" cy="150596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1023763" y="6057713"/>
              <a:ext cx="118817" cy="118817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3368523" y="2453111"/>
              <a:ext cx="168789" cy="168789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1163987" y="5362899"/>
              <a:ext cx="147354" cy="147354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6173591" y="2336859"/>
              <a:ext cx="188216" cy="188216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1558602" y="3904588"/>
              <a:ext cx="193520" cy="193520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711021" y="568962"/>
              <a:ext cx="0" cy="5812358"/>
            </a:xfrm>
            <a:custGeom>
              <a:avLst/>
              <a:pathLst>
                <a:path w="0" h="5812358">
                  <a:moveTo>
                    <a:pt x="0" y="581235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36334" y="1861223"/>
              <a:ext cx="6004287" cy="0"/>
            </a:xfrm>
            <a:custGeom>
              <a:avLst/>
              <a:pathLst>
                <a:path w="6004287" h="0">
                  <a:moveTo>
                    <a:pt x="0" y="0"/>
                  </a:moveTo>
                  <a:lnTo>
                    <a:pt x="6004287" y="0"/>
                  </a:lnTo>
                  <a:lnTo>
                    <a:pt x="6004287" y="0"/>
                  </a:lnTo>
                </a:path>
              </a:pathLst>
            </a:custGeom>
            <a:ln w="16014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4918372" y="974697"/>
              <a:ext cx="727442" cy="864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D95F02">
                      <a:alpha val="100000"/>
                    </a:srgbClr>
                  </a:solidFill>
                  <a:latin typeface="Helvetica"/>
                  <a:cs typeface="Helvetica"/>
                </a:rPr>
                <a:t>Kmeans | K=3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5607485" y="687383"/>
              <a:ext cx="727442" cy="864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D95F02">
                      <a:alpha val="100000"/>
                    </a:srgbClr>
                  </a:solidFill>
                  <a:latin typeface="Helvetica"/>
                  <a:cs typeface="Helvetica"/>
                </a:rPr>
                <a:t>Kmeans | K=2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041093" y="1577240"/>
              <a:ext cx="727442" cy="864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Kmeans | K=5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327092" y="5201787"/>
              <a:ext cx="541008" cy="86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Pam | K=5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25858" y="5892441"/>
              <a:ext cx="579515" cy="86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Ward | K=5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75020" y="1754136"/>
              <a:ext cx="727442" cy="864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Kmeans | K=4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682659" y="2712962"/>
              <a:ext cx="541008" cy="86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Pam | K=4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900495" y="6176036"/>
              <a:ext cx="579515" cy="86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Ward | K=4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076420" y="2593980"/>
              <a:ext cx="541008" cy="863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Pam | K=3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43433" y="5493429"/>
              <a:ext cx="579515" cy="863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Ward | K=3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893759" y="2285337"/>
              <a:ext cx="541008" cy="861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Pam | K=2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472039" y="3854978"/>
              <a:ext cx="579515" cy="86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Ward | K=2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536334" y="568962"/>
              <a:ext cx="0" cy="5812358"/>
            </a:xfrm>
            <a:custGeom>
              <a:avLst/>
              <a:pathLst>
                <a:path w="0" h="5812358">
                  <a:moveTo>
                    <a:pt x="0" y="5812358"/>
                  </a:moveTo>
                  <a:lnTo>
                    <a:pt x="0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278707" y="5588788"/>
              <a:ext cx="183609" cy="949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78707" y="4078582"/>
              <a:ext cx="183609" cy="951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78707" y="2568763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8707" y="1058300"/>
              <a:ext cx="183609" cy="952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495213" y="563641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95213" y="4126339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495213" y="2616262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495213" y="1106185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36334" y="6381320"/>
              <a:ext cx="6004287" cy="0"/>
            </a:xfrm>
            <a:custGeom>
              <a:avLst/>
              <a:pathLst>
                <a:path w="6004287" h="0">
                  <a:moveTo>
                    <a:pt x="0" y="0"/>
                  </a:moveTo>
                  <a:lnTo>
                    <a:pt x="6004287" y="0"/>
                  </a:lnTo>
                </a:path>
              </a:pathLst>
            </a:custGeom>
            <a:ln w="16014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51786" y="6381320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057487" y="6381320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3163188" y="6381320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268889" y="6381320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5374590" y="6381320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6480291" y="6381320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786525" y="6455209"/>
              <a:ext cx="330522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0.150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892226" y="6455209"/>
              <a:ext cx="330522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0.175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97927" y="6454886"/>
              <a:ext cx="330522" cy="95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0.200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103628" y="6454886"/>
              <a:ext cx="330522" cy="95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0.225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5209329" y="6454886"/>
              <a:ext cx="330522" cy="95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315030" y="6454886"/>
              <a:ext cx="330522" cy="95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0.275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561461" y="6583732"/>
              <a:ext cx="1954032" cy="1555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Average silhouette width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1270522" y="3398073"/>
              <a:ext cx="2789045" cy="154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Minimum cluster bootstrap Jaccard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6705105" y="2438803"/>
              <a:ext cx="2356653" cy="10672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tx57"/>
            <p:cNvSpPr/>
            <p:nvPr/>
          </p:nvSpPr>
          <p:spPr>
            <a:xfrm>
              <a:off x="6787346" y="2503994"/>
              <a:ext cx="2192170" cy="1541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Minimum cluster proportion</a:t>
              </a:r>
            </a:p>
          </p:txBody>
        </p:sp>
        <p:sp>
          <p:nvSpPr>
            <p:cNvPr id="58" name="rc58"/>
            <p:cNvSpPr/>
            <p:nvPr/>
          </p:nvSpPr>
          <p:spPr>
            <a:xfrm>
              <a:off x="6787346" y="2758632"/>
              <a:ext cx="226228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6843819" y="2811717"/>
              <a:ext cx="113284" cy="113284"/>
            </a:xfrm>
            <a:prstGeom prst="ellipse">
              <a:avLst/>
            </a:prstGeom>
            <a:solidFill>
              <a:srgbClr val="000000">
                <a:alpha val="90196"/>
              </a:srgbClr>
            </a:solidFill>
            <a:ln w="10636" cap="rnd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87346" y="2978088"/>
              <a:ext cx="226228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6822966" y="3010321"/>
              <a:ext cx="154989" cy="154989"/>
            </a:xfrm>
            <a:prstGeom prst="ellipse">
              <a:avLst/>
            </a:prstGeom>
            <a:solidFill>
              <a:srgbClr val="000000">
                <a:alpha val="90196"/>
              </a:srgbClr>
            </a:solidFill>
            <a:ln w="10636" cap="rnd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6787346" y="3197544"/>
              <a:ext cx="226228" cy="22622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6809989" y="3220186"/>
              <a:ext cx="180944" cy="180944"/>
            </a:xfrm>
            <a:prstGeom prst="ellipse">
              <a:avLst/>
            </a:prstGeom>
            <a:solidFill>
              <a:srgbClr val="000000">
                <a:alpha val="90196"/>
              </a:srgbClr>
            </a:solidFill>
            <a:ln w="10636" cap="rnd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tx64"/>
            <p:cNvSpPr/>
            <p:nvPr/>
          </p:nvSpPr>
          <p:spPr>
            <a:xfrm>
              <a:off x="7095817" y="2820861"/>
              <a:ext cx="183609" cy="94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095817" y="3039995"/>
              <a:ext cx="183609" cy="951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095817" y="3263030"/>
              <a:ext cx="183609" cy="949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67" name="rc67"/>
            <p:cNvSpPr/>
            <p:nvPr/>
          </p:nvSpPr>
          <p:spPr>
            <a:xfrm>
              <a:off x="6705105" y="3670497"/>
              <a:ext cx="1428017" cy="8409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tx68"/>
            <p:cNvSpPr/>
            <p:nvPr/>
          </p:nvSpPr>
          <p:spPr>
            <a:xfrm>
              <a:off x="6787346" y="3764468"/>
              <a:ext cx="504570" cy="125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Status</a:t>
              </a:r>
            </a:p>
          </p:txBody>
        </p:sp>
        <p:sp>
          <p:nvSpPr>
            <p:cNvPr id="69" name="rc69"/>
            <p:cNvSpPr/>
            <p:nvPr/>
          </p:nvSpPr>
          <p:spPr>
            <a:xfrm>
              <a:off x="6787346" y="3990326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6867734" y="4070714"/>
              <a:ext cx="58679" cy="58679"/>
            </a:xfrm>
            <a:prstGeom prst="ellipse">
              <a:avLst/>
            </a:prstGeom>
            <a:solidFill>
              <a:srgbClr val="D95F02">
                <a:alpha val="90196"/>
              </a:srgbClr>
            </a:solidFill>
            <a:ln w="10636" cap="rnd">
              <a:solidFill>
                <a:srgbClr val="D95F02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6864920" y="4077554"/>
              <a:ext cx="64309" cy="639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D95F02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2" name="rc72"/>
            <p:cNvSpPr/>
            <p:nvPr/>
          </p:nvSpPr>
          <p:spPr>
            <a:xfrm>
              <a:off x="6787346" y="4209782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6867734" y="4290170"/>
              <a:ext cx="58679" cy="58679"/>
            </a:xfrm>
            <a:prstGeom prst="ellipse">
              <a:avLst/>
            </a:prstGeom>
            <a:solidFill>
              <a:srgbClr val="999999">
                <a:alpha val="90196"/>
              </a:srgbClr>
            </a:solidFill>
            <a:ln w="10636" cap="rnd">
              <a:solidFill>
                <a:srgbClr val="999999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4"/>
            <p:cNvSpPr/>
            <p:nvPr/>
          </p:nvSpPr>
          <p:spPr>
            <a:xfrm>
              <a:off x="6864920" y="4297010"/>
              <a:ext cx="64309" cy="639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1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10">
                  <a:solidFill>
                    <a:srgbClr val="999999">
                      <a:alpha val="100000"/>
                    </a:srgbClr>
                  </a:solidFill>
                  <a:latin typeface="Helvetica"/>
                  <a:cs typeface="Helvetica"/>
                </a:rPr>
                <a:t>a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089044" y="4049718"/>
              <a:ext cx="961836" cy="97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Final candidates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089044" y="4243957"/>
              <a:ext cx="521290" cy="12292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Rejected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36334" y="293566"/>
              <a:ext cx="11499521" cy="1566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Eligible if min cluster proportion &gt;= 0.15 and min cluster bootstrap Jaccard &gt;= 0.55. Final candidates also require silhouette &gt;= 90% of best eligible silhouette.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536334" y="40656"/>
              <a:ext cx="5177296" cy="1695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FG candidate selection: stability, size balance, and silhouette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2026-03-23T19:38:09Z</dcterms:modified>
  <cp:category/>
</cp:coreProperties>
</file>